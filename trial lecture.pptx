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tags/tag3.xml" ContentType="application/vnd.openxmlformats-officedocument.presentationml.tags+xml"/>
  <Override PartName="/ppt/notesSlides/notesSlide6.xml" ContentType="application/vnd.openxmlformats-officedocument.presentationml.notesSlide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tags/tag5.xml" ContentType="application/vnd.openxmlformats-officedocument.presentationml.tags+xml"/>
  <Override PartName="/ppt/notesSlides/notesSlide8.xml" ContentType="application/vnd.openxmlformats-officedocument.presentationml.notesSlide+xml"/>
  <Override PartName="/ppt/tags/tag6.xml" ContentType="application/vnd.openxmlformats-officedocument.presentationml.tags+xml"/>
  <Override PartName="/ppt/notesSlides/notesSlide9.xml" ContentType="application/vnd.openxmlformats-officedocument.presentationml.notesSlide+xml"/>
  <Override PartName="/ppt/tags/tag7.xml" ContentType="application/vnd.openxmlformats-officedocument.presentationml.tags+xml"/>
  <Override PartName="/ppt/notesSlides/notesSlide10.xml" ContentType="application/vnd.openxmlformats-officedocument.presentationml.notesSlide+xml"/>
  <Override PartName="/ppt/tags/tag8.xml" ContentType="application/vnd.openxmlformats-officedocument.presentationml.tags+xml"/>
  <Override PartName="/ppt/notesSlides/notesSlide11.xml" ContentType="application/vnd.openxmlformats-officedocument.presentationml.notesSlide+xml"/>
  <Override PartName="/ppt/tags/tag9.xml" ContentType="application/vnd.openxmlformats-officedocument.presentationml.tags+xml"/>
  <Override PartName="/ppt/notesSlides/notesSlide12.xml" ContentType="application/vnd.openxmlformats-officedocument.presentationml.notesSlide+xml"/>
  <Override PartName="/ppt/tags/tag10.xml" ContentType="application/vnd.openxmlformats-officedocument.presentationml.tags+xml"/>
  <Override PartName="/ppt/notesSlides/notesSlide13.xml" ContentType="application/vnd.openxmlformats-officedocument.presentationml.notesSlide+xml"/>
  <Override PartName="/ppt/tags/tag11.xml" ContentType="application/vnd.openxmlformats-officedocument.presentationml.tags+xml"/>
  <Override PartName="/ppt/notesSlides/notesSlide14.xml" ContentType="application/vnd.openxmlformats-officedocument.presentationml.notesSlide+xml"/>
  <Override PartName="/ppt/tags/tag12.xml" ContentType="application/vnd.openxmlformats-officedocument.presentationml.tags+xml"/>
  <Override PartName="/ppt/notesSlides/notesSlide15.xml" ContentType="application/vnd.openxmlformats-officedocument.presentationml.notesSlide+xml"/>
  <Override PartName="/ppt/tags/tag13.xml" ContentType="application/vnd.openxmlformats-officedocument.presentationml.tags+xml"/>
  <Override PartName="/ppt/notesSlides/notesSlide16.xml" ContentType="application/vnd.openxmlformats-officedocument.presentationml.notesSlide+xml"/>
  <Override PartName="/ppt/tags/tag14.xml" ContentType="application/vnd.openxmlformats-officedocument.presentationml.tags+xml"/>
  <Override PartName="/ppt/notesSlides/notesSlide17.xml" ContentType="application/vnd.openxmlformats-officedocument.presentationml.notesSlide+xml"/>
  <Override PartName="/ppt/tags/tag15.xml" ContentType="application/vnd.openxmlformats-officedocument.presentationml.tags+xml"/>
  <Override PartName="/ppt/notesSlides/notesSlide18.xml" ContentType="application/vnd.openxmlformats-officedocument.presentationml.notesSlide+xml"/>
  <Override PartName="/ppt/tags/tag16.xml" ContentType="application/vnd.openxmlformats-officedocument.presentationml.tags+xml"/>
  <Override PartName="/ppt/notesSlides/notesSlide19.xml" ContentType="application/vnd.openxmlformats-officedocument.presentationml.notesSlide+xml"/>
  <Override PartName="/ppt/tags/tag17.xml" ContentType="application/vnd.openxmlformats-officedocument.presentationml.tags+xml"/>
  <Override PartName="/ppt/notesSlides/notesSlide20.xml" ContentType="application/vnd.openxmlformats-officedocument.presentationml.notesSlide+xml"/>
  <Override PartName="/ppt/tags/tag18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19.xml" ContentType="application/vnd.openxmlformats-officedocument.presentationml.tags+xml"/>
  <Override PartName="/ppt/notesSlides/notesSlide23.xml" ContentType="application/vnd.openxmlformats-officedocument.presentationml.notesSlide+xml"/>
  <Override PartName="/ppt/tags/tag20.xml" ContentType="application/vnd.openxmlformats-officedocument.presentationml.tags+xml"/>
  <Override PartName="/ppt/notesSlides/notesSlide24.xml" ContentType="application/vnd.openxmlformats-officedocument.presentationml.notesSlide+xml"/>
  <Override PartName="/ppt/tags/tag21.xml" ContentType="application/vnd.openxmlformats-officedocument.presentationml.tags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tags/tag22.xml" ContentType="application/vnd.openxmlformats-officedocument.presentationml.tags+xml"/>
  <Override PartName="/ppt/notesSlides/notesSlide28.xml" ContentType="application/vnd.openxmlformats-officedocument.presentationml.notesSlide+xml"/>
  <Override PartName="/ppt/tags/tag23.xml" ContentType="application/vnd.openxmlformats-officedocument.presentationml.tags+xml"/>
  <Override PartName="/ppt/notesSlides/notesSlide29.xml" ContentType="application/vnd.openxmlformats-officedocument.presentationml.notesSlide+xml"/>
  <Override PartName="/ppt/tags/tag24.xml" ContentType="application/vnd.openxmlformats-officedocument.presentationml.tags+xml"/>
  <Override PartName="/ppt/notesSlides/notesSlide30.xml" ContentType="application/vnd.openxmlformats-officedocument.presentationml.notesSlide+xml"/>
  <Override PartName="/ppt/tags/tag25.xml" ContentType="application/vnd.openxmlformats-officedocument.presentationml.tags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tags/tag26.xml" ContentType="application/vnd.openxmlformats-officedocument.presentationml.tags+xml"/>
  <Override PartName="/ppt/notesSlides/notesSlide34.xml" ContentType="application/vnd.openxmlformats-officedocument.presentationml.notesSlide+xml"/>
  <Override PartName="/ppt/tags/tag27.xml" ContentType="application/vnd.openxmlformats-officedocument.presentationml.tags+xml"/>
  <Override PartName="/ppt/notesSlides/notesSlide35.xml" ContentType="application/vnd.openxmlformats-officedocument.presentationml.notesSlide+xml"/>
  <Override PartName="/ppt/tags/tag28.xml" ContentType="application/vnd.openxmlformats-officedocument.presentationml.tags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tags/tag29.xml" ContentType="application/vnd.openxmlformats-officedocument.presentationml.tags+xml"/>
  <Override PartName="/ppt/notesSlides/notesSlide42.xml" ContentType="application/vnd.openxmlformats-officedocument.presentationml.notesSlide+xml"/>
  <Override PartName="/ppt/tags/tag30.xml" ContentType="application/vnd.openxmlformats-officedocument.presentationml.tags+xml"/>
  <Override PartName="/ppt/notesSlides/notesSlide43.xml" ContentType="application/vnd.openxmlformats-officedocument.presentationml.notesSlide+xml"/>
  <Override PartName="/ppt/tags/tag31.xml" ContentType="application/vnd.openxmlformats-officedocument.presentationml.tags+xml"/>
  <Override PartName="/ppt/notesSlides/notesSlide44.xml" ContentType="application/vnd.openxmlformats-officedocument.presentationml.notesSlide+xml"/>
  <Override PartName="/ppt/tags/tag32.xml" ContentType="application/vnd.openxmlformats-officedocument.presentationml.tags+xml"/>
  <Override PartName="/ppt/notesSlides/notesSlide45.xml" ContentType="application/vnd.openxmlformats-officedocument.presentationml.notesSlide+xml"/>
  <Override PartName="/ppt/tags/tag33.xml" ContentType="application/vnd.openxmlformats-officedocument.presentationml.tags+xml"/>
  <Override PartName="/ppt/notesSlides/notesSlide46.xml" ContentType="application/vnd.openxmlformats-officedocument.presentationml.notesSlide+xml"/>
  <Override PartName="/ppt/tags/tag34.xml" ContentType="application/vnd.openxmlformats-officedocument.presentationml.tags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260" r:id="rId2"/>
    <p:sldId id="422" r:id="rId3"/>
    <p:sldId id="257" r:id="rId4"/>
    <p:sldId id="258" r:id="rId5"/>
    <p:sldId id="409" r:id="rId6"/>
    <p:sldId id="264" r:id="rId7"/>
    <p:sldId id="425" r:id="rId8"/>
    <p:sldId id="426" r:id="rId9"/>
    <p:sldId id="431" r:id="rId10"/>
    <p:sldId id="447" r:id="rId11"/>
    <p:sldId id="448" r:id="rId12"/>
    <p:sldId id="450" r:id="rId13"/>
    <p:sldId id="451" r:id="rId14"/>
    <p:sldId id="432" r:id="rId15"/>
    <p:sldId id="452" r:id="rId16"/>
    <p:sldId id="453" r:id="rId17"/>
    <p:sldId id="454" r:id="rId18"/>
    <p:sldId id="433" r:id="rId19"/>
    <p:sldId id="434" r:id="rId20"/>
    <p:sldId id="430" r:id="rId21"/>
    <p:sldId id="435" r:id="rId22"/>
    <p:sldId id="300" r:id="rId23"/>
    <p:sldId id="436" r:id="rId24"/>
    <p:sldId id="437" r:id="rId25"/>
    <p:sldId id="438" r:id="rId26"/>
    <p:sldId id="570" r:id="rId27"/>
    <p:sldId id="569" r:id="rId28"/>
    <p:sldId id="440" r:id="rId29"/>
    <p:sldId id="441" r:id="rId30"/>
    <p:sldId id="442" r:id="rId31"/>
    <p:sldId id="445" r:id="rId32"/>
    <p:sldId id="446" r:id="rId33"/>
    <p:sldId id="455" r:id="rId34"/>
    <p:sldId id="458" r:id="rId35"/>
    <p:sldId id="533" r:id="rId36"/>
    <p:sldId id="410" r:id="rId37"/>
    <p:sldId id="534" r:id="rId38"/>
    <p:sldId id="318" r:id="rId39"/>
    <p:sldId id="412" r:id="rId40"/>
    <p:sldId id="321" r:id="rId41"/>
    <p:sldId id="519" r:id="rId42"/>
    <p:sldId id="522" r:id="rId43"/>
    <p:sldId id="567" r:id="rId44"/>
    <p:sldId id="568" r:id="rId45"/>
    <p:sldId id="571" r:id="rId46"/>
    <p:sldId id="572" r:id="rId47"/>
    <p:sldId id="573" r:id="rId48"/>
    <p:sldId id="535" r:id="rId49"/>
    <p:sldId id="259" r:id="rId5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66122" autoAdjust="0"/>
  </p:normalViewPr>
  <p:slideViewPr>
    <p:cSldViewPr snapToGrid="0">
      <p:cViewPr varScale="1">
        <p:scale>
          <a:sx n="44" d="100"/>
          <a:sy n="44" d="100"/>
        </p:scale>
        <p:origin x="1472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e Shen" userId="01eaba4c-7cb5-4ff2-8cbf-2d7ece705b92" providerId="ADAL" clId="{DB0D2803-9665-4302-8CE9-606BAC024318}"/>
    <pc:docChg chg="undo redo custSel addSld delSld modSld sldOrd">
      <pc:chgData name="Zhe Shen" userId="01eaba4c-7cb5-4ff2-8cbf-2d7ece705b92" providerId="ADAL" clId="{DB0D2803-9665-4302-8CE9-606BAC024318}" dt="2024-10-06T15:29:47.620" v="12247" actId="20577"/>
      <pc:docMkLst>
        <pc:docMk/>
      </pc:docMkLst>
      <pc:sldChg chg="ord modNotesTx">
        <pc:chgData name="Zhe Shen" userId="01eaba4c-7cb5-4ff2-8cbf-2d7ece705b92" providerId="ADAL" clId="{DB0D2803-9665-4302-8CE9-606BAC024318}" dt="2024-10-02T02:46:31.639" v="5808" actId="20577"/>
        <pc:sldMkLst>
          <pc:docMk/>
          <pc:sldMk cId="0" sldId="257"/>
        </pc:sldMkLst>
      </pc:sldChg>
      <pc:sldChg chg="modSp mod modNotesTx">
        <pc:chgData name="Zhe Shen" userId="01eaba4c-7cb5-4ff2-8cbf-2d7ece705b92" providerId="ADAL" clId="{DB0D2803-9665-4302-8CE9-606BAC024318}" dt="2024-10-01T02:16:34.736" v="5032" actId="20577"/>
        <pc:sldMkLst>
          <pc:docMk/>
          <pc:sldMk cId="0" sldId="258"/>
        </pc:sldMkLst>
        <pc:spChg chg="mod">
          <ac:chgData name="Zhe Shen" userId="01eaba4c-7cb5-4ff2-8cbf-2d7ece705b92" providerId="ADAL" clId="{DB0D2803-9665-4302-8CE9-606BAC024318}" dt="2024-09-27T12:01:06.068" v="154" actId="20577"/>
          <ac:spMkLst>
            <pc:docMk/>
            <pc:sldMk cId="0" sldId="258"/>
            <ac:spMk id="5" creationId="{00000000-0000-0000-0000-000000000000}"/>
          </ac:spMkLst>
        </pc:spChg>
        <pc:spChg chg="mod">
          <ac:chgData name="Zhe Shen" userId="01eaba4c-7cb5-4ff2-8cbf-2d7ece705b92" providerId="ADAL" clId="{DB0D2803-9665-4302-8CE9-606BAC024318}" dt="2024-09-27T12:01:14.457" v="165" actId="20577"/>
          <ac:spMkLst>
            <pc:docMk/>
            <pc:sldMk cId="0" sldId="258"/>
            <ac:spMk id="6" creationId="{00000000-0000-0000-0000-000000000000}"/>
          </ac:spMkLst>
        </pc:spChg>
        <pc:spChg chg="mod">
          <ac:chgData name="Zhe Shen" userId="01eaba4c-7cb5-4ff2-8cbf-2d7ece705b92" providerId="ADAL" clId="{DB0D2803-9665-4302-8CE9-606BAC024318}" dt="2024-09-27T07:02:27.734" v="55" actId="1035"/>
          <ac:spMkLst>
            <pc:docMk/>
            <pc:sldMk cId="0" sldId="258"/>
            <ac:spMk id="7" creationId="{00000000-0000-0000-0000-000000000000}"/>
          </ac:spMkLst>
        </pc:spChg>
        <pc:spChg chg="mod">
          <ac:chgData name="Zhe Shen" userId="01eaba4c-7cb5-4ff2-8cbf-2d7ece705b92" providerId="ADAL" clId="{DB0D2803-9665-4302-8CE9-606BAC024318}" dt="2024-09-27T07:02:27.734" v="55" actId="1035"/>
          <ac:spMkLst>
            <pc:docMk/>
            <pc:sldMk cId="0" sldId="258"/>
            <ac:spMk id="11" creationId="{00000000-0000-0000-0000-000000000000}"/>
          </ac:spMkLst>
        </pc:spChg>
        <pc:spChg chg="mod">
          <ac:chgData name="Zhe Shen" userId="01eaba4c-7cb5-4ff2-8cbf-2d7ece705b92" providerId="ADAL" clId="{DB0D2803-9665-4302-8CE9-606BAC024318}" dt="2024-09-27T07:02:27.734" v="55" actId="1035"/>
          <ac:spMkLst>
            <pc:docMk/>
            <pc:sldMk cId="0" sldId="258"/>
            <ac:spMk id="12" creationId="{00000000-0000-0000-0000-000000000000}"/>
          </ac:spMkLst>
        </pc:spChg>
        <pc:spChg chg="mod">
          <ac:chgData name="Zhe Shen" userId="01eaba4c-7cb5-4ff2-8cbf-2d7ece705b92" providerId="ADAL" clId="{DB0D2803-9665-4302-8CE9-606BAC024318}" dt="2024-09-27T07:04:42.524" v="84" actId="20577"/>
          <ac:spMkLst>
            <pc:docMk/>
            <pc:sldMk cId="0" sldId="258"/>
            <ac:spMk id="15" creationId="{00000000-0000-0000-0000-000000000000}"/>
          </ac:spMkLst>
        </pc:spChg>
        <pc:spChg chg="mod">
          <ac:chgData name="Zhe Shen" userId="01eaba4c-7cb5-4ff2-8cbf-2d7ece705b92" providerId="ADAL" clId="{DB0D2803-9665-4302-8CE9-606BAC024318}" dt="2024-09-27T12:02:20.235" v="193" actId="20577"/>
          <ac:spMkLst>
            <pc:docMk/>
            <pc:sldMk cId="0" sldId="258"/>
            <ac:spMk id="16" creationId="{00000000-0000-0000-0000-000000000000}"/>
          </ac:spMkLst>
        </pc:spChg>
        <pc:spChg chg="mod">
          <ac:chgData name="Zhe Shen" userId="01eaba4c-7cb5-4ff2-8cbf-2d7ece705b92" providerId="ADAL" clId="{DB0D2803-9665-4302-8CE9-606BAC024318}" dt="2024-09-27T07:05:22.605" v="87" actId="20577"/>
          <ac:spMkLst>
            <pc:docMk/>
            <pc:sldMk cId="0" sldId="258"/>
            <ac:spMk id="17" creationId="{00000000-0000-0000-0000-000000000000}"/>
          </ac:spMkLst>
        </pc:spChg>
      </pc:sldChg>
      <pc:sldChg chg="add modNotesTx">
        <pc:chgData name="Zhe Shen" userId="01eaba4c-7cb5-4ff2-8cbf-2d7ece705b92" providerId="ADAL" clId="{DB0D2803-9665-4302-8CE9-606BAC024318}" dt="2024-10-06T08:06:03.361" v="11355" actId="20577"/>
        <pc:sldMkLst>
          <pc:docMk/>
          <pc:sldMk cId="145414902" sldId="259"/>
        </pc:sldMkLst>
      </pc:sldChg>
      <pc:sldChg chg="modNotesTx">
        <pc:chgData name="Zhe Shen" userId="01eaba4c-7cb5-4ff2-8cbf-2d7ece705b92" providerId="ADAL" clId="{DB0D2803-9665-4302-8CE9-606BAC024318}" dt="2024-09-27T11:25:22.945" v="94" actId="20577"/>
        <pc:sldMkLst>
          <pc:docMk/>
          <pc:sldMk cId="1392636089" sldId="260"/>
        </pc:sldMkLst>
      </pc:sldChg>
      <pc:sldChg chg="addSp delSp modSp mod">
        <pc:chgData name="Zhe Shen" userId="01eaba4c-7cb5-4ff2-8cbf-2d7ece705b92" providerId="ADAL" clId="{DB0D2803-9665-4302-8CE9-606BAC024318}" dt="2024-09-27T11:59:45.358" v="123"/>
        <pc:sldMkLst>
          <pc:docMk/>
          <pc:sldMk cId="1732188176" sldId="264"/>
        </pc:sldMkLst>
        <pc:spChg chg="add mod">
          <ac:chgData name="Zhe Shen" userId="01eaba4c-7cb5-4ff2-8cbf-2d7ece705b92" providerId="ADAL" clId="{DB0D2803-9665-4302-8CE9-606BAC024318}" dt="2024-09-27T11:59:45.358" v="123"/>
          <ac:spMkLst>
            <pc:docMk/>
            <pc:sldMk cId="1732188176" sldId="264"/>
            <ac:spMk id="11" creationId="{1F5E7C8A-41AF-A3F9-1690-9CE9AC272AFA}"/>
          </ac:spMkLst>
        </pc:spChg>
        <pc:spChg chg="del">
          <ac:chgData name="Zhe Shen" userId="01eaba4c-7cb5-4ff2-8cbf-2d7ece705b92" providerId="ADAL" clId="{DB0D2803-9665-4302-8CE9-606BAC024318}" dt="2024-09-27T11:59:45.064" v="122" actId="478"/>
          <ac:spMkLst>
            <pc:docMk/>
            <pc:sldMk cId="1732188176" sldId="264"/>
            <ac:spMk id="18" creationId="{46B3C27D-C2AA-D83B-21F5-9593BDB7374F}"/>
          </ac:spMkLst>
        </pc:spChg>
      </pc:sldChg>
      <pc:sldChg chg="addSp delSp modSp add mod modNotesTx">
        <pc:chgData name="Zhe Shen" userId="01eaba4c-7cb5-4ff2-8cbf-2d7ece705b92" providerId="ADAL" clId="{DB0D2803-9665-4302-8CE9-606BAC024318}" dt="2024-10-06T15:27:27.187" v="12085" actId="20577"/>
        <pc:sldMkLst>
          <pc:docMk/>
          <pc:sldMk cId="2119744626" sldId="300"/>
        </pc:sldMkLst>
        <pc:spChg chg="del mod">
          <ac:chgData name="Zhe Shen" userId="01eaba4c-7cb5-4ff2-8cbf-2d7ece705b92" providerId="ADAL" clId="{DB0D2803-9665-4302-8CE9-606BAC024318}" dt="2024-10-06T15:17:20.247" v="11466" actId="478"/>
          <ac:spMkLst>
            <pc:docMk/>
            <pc:sldMk cId="2119744626" sldId="300"/>
            <ac:spMk id="2" creationId="{E1E7D88D-688A-2489-D752-8C83A5588FA3}"/>
          </ac:spMkLst>
        </pc:spChg>
        <pc:spChg chg="mod">
          <ac:chgData name="Zhe Shen" userId="01eaba4c-7cb5-4ff2-8cbf-2d7ece705b92" providerId="ADAL" clId="{DB0D2803-9665-4302-8CE9-606BAC024318}" dt="2024-10-06T15:19:35.381" v="11508" actId="20577"/>
          <ac:spMkLst>
            <pc:docMk/>
            <pc:sldMk cId="2119744626" sldId="300"/>
            <ac:spMk id="3" creationId="{4FDC04FD-EBC3-86D8-C4E9-67EFB7CD5C23}"/>
          </ac:spMkLst>
        </pc:spChg>
        <pc:spChg chg="del mod">
          <ac:chgData name="Zhe Shen" userId="01eaba4c-7cb5-4ff2-8cbf-2d7ece705b92" providerId="ADAL" clId="{DB0D2803-9665-4302-8CE9-606BAC024318}" dt="2024-10-06T15:20:20.727" v="11520" actId="478"/>
          <ac:spMkLst>
            <pc:docMk/>
            <pc:sldMk cId="2119744626" sldId="300"/>
            <ac:spMk id="4" creationId="{7E9F8031-9DC8-2411-B34F-BF31F49E2D07}"/>
          </ac:spMkLst>
        </pc:spChg>
        <pc:spChg chg="mod">
          <ac:chgData name="Zhe Shen" userId="01eaba4c-7cb5-4ff2-8cbf-2d7ece705b92" providerId="ADAL" clId="{DB0D2803-9665-4302-8CE9-606BAC024318}" dt="2024-10-06T15:17:11.597" v="11460" actId="20577"/>
          <ac:spMkLst>
            <pc:docMk/>
            <pc:sldMk cId="2119744626" sldId="300"/>
            <ac:spMk id="14" creationId="{839002E2-8437-7DBC-1447-D6B89618FD30}"/>
          </ac:spMkLst>
        </pc:spChg>
        <pc:spChg chg="add del mod">
          <ac:chgData name="Zhe Shen" userId="01eaba4c-7cb5-4ff2-8cbf-2d7ece705b92" providerId="ADAL" clId="{DB0D2803-9665-4302-8CE9-606BAC024318}" dt="2024-10-06T15:17:21.353" v="11467" actId="478"/>
          <ac:spMkLst>
            <pc:docMk/>
            <pc:sldMk cId="2119744626" sldId="300"/>
            <ac:spMk id="15" creationId="{82DB9A3B-9EBF-0F99-3023-70BD2DF06782}"/>
          </ac:spMkLst>
        </pc:spChg>
        <pc:spChg chg="add mod">
          <ac:chgData name="Zhe Shen" userId="01eaba4c-7cb5-4ff2-8cbf-2d7ece705b92" providerId="ADAL" clId="{DB0D2803-9665-4302-8CE9-606BAC024318}" dt="2024-10-06T15:17:23.090" v="11468"/>
          <ac:spMkLst>
            <pc:docMk/>
            <pc:sldMk cId="2119744626" sldId="300"/>
            <ac:spMk id="17" creationId="{0F3FA3ED-AD9D-82CD-87A7-46E86AEC6147}"/>
          </ac:spMkLst>
        </pc:spChg>
        <pc:spChg chg="add mod">
          <ac:chgData name="Zhe Shen" userId="01eaba4c-7cb5-4ff2-8cbf-2d7ece705b92" providerId="ADAL" clId="{DB0D2803-9665-4302-8CE9-606BAC024318}" dt="2024-10-06T15:25:41.075" v="11910" actId="14100"/>
          <ac:spMkLst>
            <pc:docMk/>
            <pc:sldMk cId="2119744626" sldId="300"/>
            <ac:spMk id="19" creationId="{74231459-4313-BA08-5E66-4E63C5646264}"/>
          </ac:spMkLst>
        </pc:spChg>
        <pc:spChg chg="mod">
          <ac:chgData name="Zhe Shen" userId="01eaba4c-7cb5-4ff2-8cbf-2d7ece705b92" providerId="ADAL" clId="{DB0D2803-9665-4302-8CE9-606BAC024318}" dt="2024-10-06T15:17:54.361" v="11504" actId="14100"/>
          <ac:spMkLst>
            <pc:docMk/>
            <pc:sldMk cId="2119744626" sldId="300"/>
            <ac:spMk id="26" creationId="{8E2A12AA-AAC8-5B17-3E5F-0FF21125A040}"/>
          </ac:spMkLst>
        </pc:spChg>
      </pc:sldChg>
      <pc:sldChg chg="addSp delSp modSp add mod">
        <pc:chgData name="Zhe Shen" userId="01eaba4c-7cb5-4ff2-8cbf-2d7ece705b92" providerId="ADAL" clId="{DB0D2803-9665-4302-8CE9-606BAC024318}" dt="2024-10-02T15:24:09.642" v="7576" actId="20577"/>
        <pc:sldMkLst>
          <pc:docMk/>
          <pc:sldMk cId="283911189" sldId="318"/>
        </pc:sldMkLst>
        <pc:spChg chg="mod">
          <ac:chgData name="Zhe Shen" userId="01eaba4c-7cb5-4ff2-8cbf-2d7ece705b92" providerId="ADAL" clId="{DB0D2803-9665-4302-8CE9-606BAC024318}" dt="2024-10-02T15:24:09.642" v="7576" actId="20577"/>
          <ac:spMkLst>
            <pc:docMk/>
            <pc:sldMk cId="283911189" sldId="318"/>
            <ac:spMk id="7" creationId="{945D97F4-6FEF-EFCB-52B8-0F534FB2F1CA}"/>
          </ac:spMkLst>
        </pc:spChg>
        <pc:spChg chg="add mod">
          <ac:chgData name="Zhe Shen" userId="01eaba4c-7cb5-4ff2-8cbf-2d7ece705b92" providerId="ADAL" clId="{DB0D2803-9665-4302-8CE9-606BAC024318}" dt="2024-10-02T15:24:07.785" v="7575"/>
          <ac:spMkLst>
            <pc:docMk/>
            <pc:sldMk cId="283911189" sldId="318"/>
            <ac:spMk id="8" creationId="{338F4577-FC6B-0263-3140-E2B312044CCE}"/>
          </ac:spMkLst>
        </pc:spChg>
        <pc:spChg chg="del">
          <ac:chgData name="Zhe Shen" userId="01eaba4c-7cb5-4ff2-8cbf-2d7ece705b92" providerId="ADAL" clId="{DB0D2803-9665-4302-8CE9-606BAC024318}" dt="2024-10-02T15:24:07.449" v="7574" actId="478"/>
          <ac:spMkLst>
            <pc:docMk/>
            <pc:sldMk cId="283911189" sldId="318"/>
            <ac:spMk id="16" creationId="{AA18FA21-C67E-F14D-8166-9DF55296B4B9}"/>
          </ac:spMkLst>
        </pc:spChg>
        <pc:spChg chg="mod">
          <ac:chgData name="Zhe Shen" userId="01eaba4c-7cb5-4ff2-8cbf-2d7ece705b92" providerId="ADAL" clId="{DB0D2803-9665-4302-8CE9-606BAC024318}" dt="2024-10-02T15:22:31.404" v="7540" actId="20577"/>
          <ac:spMkLst>
            <pc:docMk/>
            <pc:sldMk cId="283911189" sldId="318"/>
            <ac:spMk id="17" creationId="{502D7E60-2992-5CE1-CC65-CB18EE2F7BAE}"/>
          </ac:spMkLst>
        </pc:spChg>
      </pc:sldChg>
      <pc:sldChg chg="addSp delSp modSp add mod">
        <pc:chgData name="Zhe Shen" userId="01eaba4c-7cb5-4ff2-8cbf-2d7ece705b92" providerId="ADAL" clId="{DB0D2803-9665-4302-8CE9-606BAC024318}" dt="2024-10-02T15:24:30.082" v="7583"/>
        <pc:sldMkLst>
          <pc:docMk/>
          <pc:sldMk cId="659343714" sldId="321"/>
        </pc:sldMkLst>
        <pc:spChg chg="mod">
          <ac:chgData name="Zhe Shen" userId="01eaba4c-7cb5-4ff2-8cbf-2d7ece705b92" providerId="ADAL" clId="{DB0D2803-9665-4302-8CE9-606BAC024318}" dt="2024-10-02T15:24:27.916" v="7581" actId="20577"/>
          <ac:spMkLst>
            <pc:docMk/>
            <pc:sldMk cId="659343714" sldId="321"/>
            <ac:spMk id="7" creationId="{945D97F4-6FEF-EFCB-52B8-0F534FB2F1CA}"/>
          </ac:spMkLst>
        </pc:spChg>
        <pc:spChg chg="del">
          <ac:chgData name="Zhe Shen" userId="01eaba4c-7cb5-4ff2-8cbf-2d7ece705b92" providerId="ADAL" clId="{DB0D2803-9665-4302-8CE9-606BAC024318}" dt="2024-10-02T15:24:29.608" v="7582" actId="478"/>
          <ac:spMkLst>
            <pc:docMk/>
            <pc:sldMk cId="659343714" sldId="321"/>
            <ac:spMk id="8" creationId="{A041FE1D-E2D8-CF45-521A-8E4277C82267}"/>
          </ac:spMkLst>
        </pc:spChg>
        <pc:spChg chg="add mod">
          <ac:chgData name="Zhe Shen" userId="01eaba4c-7cb5-4ff2-8cbf-2d7ece705b92" providerId="ADAL" clId="{DB0D2803-9665-4302-8CE9-606BAC024318}" dt="2024-10-02T15:22:55.971" v="7546" actId="20577"/>
          <ac:spMkLst>
            <pc:docMk/>
            <pc:sldMk cId="659343714" sldId="321"/>
            <ac:spMk id="9" creationId="{80D47960-0545-575B-11CE-F26293521387}"/>
          </ac:spMkLst>
        </pc:spChg>
        <pc:spChg chg="del mod">
          <ac:chgData name="Zhe Shen" userId="01eaba4c-7cb5-4ff2-8cbf-2d7ece705b92" providerId="ADAL" clId="{DB0D2803-9665-4302-8CE9-606BAC024318}" dt="2024-10-02T15:22:50.408" v="7544" actId="478"/>
          <ac:spMkLst>
            <pc:docMk/>
            <pc:sldMk cId="659343714" sldId="321"/>
            <ac:spMk id="20" creationId="{98D0A14B-94D6-37EA-3D65-19E4E312370C}"/>
          </ac:spMkLst>
        </pc:spChg>
        <pc:spChg chg="add mod">
          <ac:chgData name="Zhe Shen" userId="01eaba4c-7cb5-4ff2-8cbf-2d7ece705b92" providerId="ADAL" clId="{DB0D2803-9665-4302-8CE9-606BAC024318}" dt="2024-10-02T15:24:30.082" v="7583"/>
          <ac:spMkLst>
            <pc:docMk/>
            <pc:sldMk cId="659343714" sldId="321"/>
            <ac:spMk id="21" creationId="{46283D66-091F-39A3-F126-072AD2F75FB0}"/>
          </ac:spMkLst>
        </pc:spChg>
      </pc:sldChg>
      <pc:sldChg chg="addSp delSp modSp mod modNotesTx">
        <pc:chgData name="Zhe Shen" userId="01eaba4c-7cb5-4ff2-8cbf-2d7ece705b92" providerId="ADAL" clId="{DB0D2803-9665-4302-8CE9-606BAC024318}" dt="2024-09-27T13:35:23.154" v="338" actId="20577"/>
        <pc:sldMkLst>
          <pc:docMk/>
          <pc:sldMk cId="0" sldId="409"/>
        </pc:sldMkLst>
        <pc:spChg chg="add mod">
          <ac:chgData name="Zhe Shen" userId="01eaba4c-7cb5-4ff2-8cbf-2d7ece705b92" providerId="ADAL" clId="{DB0D2803-9665-4302-8CE9-606BAC024318}" dt="2024-09-27T11:59:42.183" v="121"/>
          <ac:spMkLst>
            <pc:docMk/>
            <pc:sldMk cId="0" sldId="409"/>
            <ac:spMk id="10" creationId="{086DED24-A9A4-6582-7E79-B87E7F4DB5E6}"/>
          </ac:spMkLst>
        </pc:spChg>
        <pc:spChg chg="del">
          <ac:chgData name="Zhe Shen" userId="01eaba4c-7cb5-4ff2-8cbf-2d7ece705b92" providerId="ADAL" clId="{DB0D2803-9665-4302-8CE9-606BAC024318}" dt="2024-09-27T11:59:41.966" v="120" actId="478"/>
          <ac:spMkLst>
            <pc:docMk/>
            <pc:sldMk cId="0" sldId="409"/>
            <ac:spMk id="19" creationId="{383880DD-49AC-1B63-BD16-63C1382FBB14}"/>
          </ac:spMkLst>
        </pc:spChg>
      </pc:sldChg>
      <pc:sldChg chg="addSp delSp modSp add mod modNotesTx">
        <pc:chgData name="Zhe Shen" userId="01eaba4c-7cb5-4ff2-8cbf-2d7ece705b92" providerId="ADAL" clId="{DB0D2803-9665-4302-8CE9-606BAC024318}" dt="2024-10-02T15:24:01.651" v="7571"/>
        <pc:sldMkLst>
          <pc:docMk/>
          <pc:sldMk cId="812740261" sldId="410"/>
        </pc:sldMkLst>
        <pc:spChg chg="add mod">
          <ac:chgData name="Zhe Shen" userId="01eaba4c-7cb5-4ff2-8cbf-2d7ece705b92" providerId="ADAL" clId="{DB0D2803-9665-4302-8CE9-606BAC024318}" dt="2024-10-02T15:24:01.651" v="7571"/>
          <ac:spMkLst>
            <pc:docMk/>
            <pc:sldMk cId="812740261" sldId="410"/>
            <ac:spMk id="7" creationId="{4B3B01C0-F685-1EAF-E809-100935005B9E}"/>
          </ac:spMkLst>
        </pc:spChg>
        <pc:spChg chg="del">
          <ac:chgData name="Zhe Shen" userId="01eaba4c-7cb5-4ff2-8cbf-2d7ece705b92" providerId="ADAL" clId="{DB0D2803-9665-4302-8CE9-606BAC024318}" dt="2024-10-02T15:24:01.443" v="7570" actId="478"/>
          <ac:spMkLst>
            <pc:docMk/>
            <pc:sldMk cId="812740261" sldId="410"/>
            <ac:spMk id="14" creationId="{894AB87F-621B-6453-1DE7-04EBF416E7EF}"/>
          </ac:spMkLst>
        </pc:spChg>
        <pc:spChg chg="mod">
          <ac:chgData name="Zhe Shen" userId="01eaba4c-7cb5-4ff2-8cbf-2d7ece705b92" providerId="ADAL" clId="{DB0D2803-9665-4302-8CE9-606BAC024318}" dt="2024-10-02T15:22:22.151" v="7538" actId="20577"/>
          <ac:spMkLst>
            <pc:docMk/>
            <pc:sldMk cId="812740261" sldId="410"/>
            <ac:spMk id="31" creationId="{2BB9BA2C-E0DE-60E7-A249-46FEEA422B11}"/>
          </ac:spMkLst>
        </pc:spChg>
      </pc:sldChg>
      <pc:sldChg chg="addSp delSp modSp add mod modNotesTx">
        <pc:chgData name="Zhe Shen" userId="01eaba4c-7cb5-4ff2-8cbf-2d7ece705b92" providerId="ADAL" clId="{DB0D2803-9665-4302-8CE9-606BAC024318}" dt="2024-10-02T15:24:20.471" v="7580"/>
        <pc:sldMkLst>
          <pc:docMk/>
          <pc:sldMk cId="3606205753" sldId="412"/>
        </pc:sldMkLst>
        <pc:spChg chg="mod">
          <ac:chgData name="Zhe Shen" userId="01eaba4c-7cb5-4ff2-8cbf-2d7ece705b92" providerId="ADAL" clId="{DB0D2803-9665-4302-8CE9-606BAC024318}" dt="2024-10-02T15:24:15.358" v="7577" actId="20577"/>
          <ac:spMkLst>
            <pc:docMk/>
            <pc:sldMk cId="3606205753" sldId="412"/>
            <ac:spMk id="7" creationId="{945D97F4-6FEF-EFCB-52B8-0F534FB2F1CA}"/>
          </ac:spMkLst>
        </pc:spChg>
        <pc:spChg chg="add mod">
          <ac:chgData name="Zhe Shen" userId="01eaba4c-7cb5-4ff2-8cbf-2d7ece705b92" providerId="ADAL" clId="{DB0D2803-9665-4302-8CE9-606BAC024318}" dt="2024-10-02T15:24:16.982" v="7578"/>
          <ac:spMkLst>
            <pc:docMk/>
            <pc:sldMk cId="3606205753" sldId="412"/>
            <ac:spMk id="8" creationId="{0C9E2313-8056-B6B0-C36E-E0B10D57DC9E}"/>
          </ac:spMkLst>
        </pc:spChg>
        <pc:spChg chg="add mod">
          <ac:chgData name="Zhe Shen" userId="01eaba4c-7cb5-4ff2-8cbf-2d7ece705b92" providerId="ADAL" clId="{DB0D2803-9665-4302-8CE9-606BAC024318}" dt="2024-10-02T15:24:20.471" v="7580"/>
          <ac:spMkLst>
            <pc:docMk/>
            <pc:sldMk cId="3606205753" sldId="412"/>
            <ac:spMk id="16" creationId="{6D38F229-386C-5C00-1C69-FE1E53FF5A13}"/>
          </ac:spMkLst>
        </pc:spChg>
        <pc:spChg chg="mod">
          <ac:chgData name="Zhe Shen" userId="01eaba4c-7cb5-4ff2-8cbf-2d7ece705b92" providerId="ADAL" clId="{DB0D2803-9665-4302-8CE9-606BAC024318}" dt="2024-10-02T15:22:38.414" v="7541" actId="20577"/>
          <ac:spMkLst>
            <pc:docMk/>
            <pc:sldMk cId="3606205753" sldId="412"/>
            <ac:spMk id="17" creationId="{E6239F37-2C03-F8CE-8656-1AB77335257D}"/>
          </ac:spMkLst>
        </pc:spChg>
        <pc:spChg chg="del">
          <ac:chgData name="Zhe Shen" userId="01eaba4c-7cb5-4ff2-8cbf-2d7ece705b92" providerId="ADAL" clId="{DB0D2803-9665-4302-8CE9-606BAC024318}" dt="2024-10-02T15:24:20.254" v="7579" actId="478"/>
          <ac:spMkLst>
            <pc:docMk/>
            <pc:sldMk cId="3606205753" sldId="412"/>
            <ac:spMk id="20" creationId="{0F253D8F-3108-1F3C-3942-411A29184E89}"/>
          </ac:spMkLst>
        </pc:spChg>
      </pc:sldChg>
      <pc:sldChg chg="add del">
        <pc:chgData name="Zhe Shen" userId="01eaba4c-7cb5-4ff2-8cbf-2d7ece705b92" providerId="ADAL" clId="{DB0D2803-9665-4302-8CE9-606BAC024318}" dt="2024-10-02T02:45:25.143" v="5801" actId="2696"/>
        <pc:sldMkLst>
          <pc:docMk/>
          <pc:sldMk cId="3249462820" sldId="422"/>
        </pc:sldMkLst>
      </pc:sldChg>
      <pc:sldChg chg="delSp add mod ord modNotesTx">
        <pc:chgData name="Zhe Shen" userId="01eaba4c-7cb5-4ff2-8cbf-2d7ece705b92" providerId="ADAL" clId="{DB0D2803-9665-4302-8CE9-606BAC024318}" dt="2024-10-02T02:48:54.141" v="5967" actId="20577"/>
        <pc:sldMkLst>
          <pc:docMk/>
          <pc:sldMk cId="3352015402" sldId="422"/>
        </pc:sldMkLst>
        <pc:spChg chg="del">
          <ac:chgData name="Zhe Shen" userId="01eaba4c-7cb5-4ff2-8cbf-2d7ece705b92" providerId="ADAL" clId="{DB0D2803-9665-4302-8CE9-606BAC024318}" dt="2024-10-02T02:46:57.899" v="5812" actId="478"/>
          <ac:spMkLst>
            <pc:docMk/>
            <pc:sldMk cId="3352015402" sldId="422"/>
            <ac:spMk id="13" creationId="{6754E07E-3E69-6B8E-2C8C-D339B562182A}"/>
          </ac:spMkLst>
        </pc:spChg>
      </pc:sldChg>
      <pc:sldChg chg="modSp mod modNotesTx">
        <pc:chgData name="Zhe Shen" userId="01eaba4c-7cb5-4ff2-8cbf-2d7ece705b92" providerId="ADAL" clId="{DB0D2803-9665-4302-8CE9-606BAC024318}" dt="2024-09-28T04:42:08.395" v="394" actId="20577"/>
        <pc:sldMkLst>
          <pc:docMk/>
          <pc:sldMk cId="2664695660" sldId="425"/>
        </pc:sldMkLst>
        <pc:spChg chg="mod">
          <ac:chgData name="Zhe Shen" userId="01eaba4c-7cb5-4ff2-8cbf-2d7ece705b92" providerId="ADAL" clId="{DB0D2803-9665-4302-8CE9-606BAC024318}" dt="2024-09-27T11:59:16.297" v="119" actId="20577"/>
          <ac:spMkLst>
            <pc:docMk/>
            <pc:sldMk cId="2664695660" sldId="425"/>
            <ac:spMk id="22" creationId="{27B9774A-AD20-158E-D466-F727D0D35FD1}"/>
          </ac:spMkLst>
        </pc:spChg>
      </pc:sldChg>
      <pc:sldChg chg="addSp delSp modSp mod modAnim modNotesTx">
        <pc:chgData name="Zhe Shen" userId="01eaba4c-7cb5-4ff2-8cbf-2d7ece705b92" providerId="ADAL" clId="{DB0D2803-9665-4302-8CE9-606BAC024318}" dt="2024-09-28T04:54:35.663" v="494" actId="20577"/>
        <pc:sldMkLst>
          <pc:docMk/>
          <pc:sldMk cId="3372711554" sldId="426"/>
        </pc:sldMkLst>
        <pc:spChg chg="add mod">
          <ac:chgData name="Zhe Shen" userId="01eaba4c-7cb5-4ff2-8cbf-2d7ece705b92" providerId="ADAL" clId="{DB0D2803-9665-4302-8CE9-606BAC024318}" dt="2024-09-27T11:59:49.886" v="125"/>
          <ac:spMkLst>
            <pc:docMk/>
            <pc:sldMk cId="3372711554" sldId="426"/>
            <ac:spMk id="7" creationId="{D28EE114-DBAF-1FF3-8754-034689B61C26}"/>
          </ac:spMkLst>
        </pc:spChg>
        <pc:spChg chg="mod">
          <ac:chgData name="Zhe Shen" userId="01eaba4c-7cb5-4ff2-8cbf-2d7ece705b92" providerId="ADAL" clId="{DB0D2803-9665-4302-8CE9-606BAC024318}" dt="2024-09-27T12:00:53.293" v="141" actId="20577"/>
          <ac:spMkLst>
            <pc:docMk/>
            <pc:sldMk cId="3372711554" sldId="426"/>
            <ac:spMk id="12" creationId="{00000000-0000-0000-0000-000000000000}"/>
          </ac:spMkLst>
        </pc:spChg>
        <pc:spChg chg="del">
          <ac:chgData name="Zhe Shen" userId="01eaba4c-7cb5-4ff2-8cbf-2d7ece705b92" providerId="ADAL" clId="{DB0D2803-9665-4302-8CE9-606BAC024318}" dt="2024-09-27T11:59:49.544" v="124" actId="478"/>
          <ac:spMkLst>
            <pc:docMk/>
            <pc:sldMk cId="3372711554" sldId="426"/>
            <ac:spMk id="24" creationId="{382A7386-7FA3-FAE6-3202-45531FF36B71}"/>
          </ac:spMkLst>
        </pc:spChg>
      </pc:sldChg>
      <pc:sldChg chg="addSp delSp modSp mod modNotesTx">
        <pc:chgData name="Zhe Shen" userId="01eaba4c-7cb5-4ff2-8cbf-2d7ece705b92" providerId="ADAL" clId="{DB0D2803-9665-4302-8CE9-606BAC024318}" dt="2024-10-02T02:40:24.484" v="5800" actId="20577"/>
        <pc:sldMkLst>
          <pc:docMk/>
          <pc:sldMk cId="568379845" sldId="430"/>
        </pc:sldMkLst>
        <pc:spChg chg="add mod">
          <ac:chgData name="Zhe Shen" userId="01eaba4c-7cb5-4ff2-8cbf-2d7ece705b92" providerId="ADAL" clId="{DB0D2803-9665-4302-8CE9-606BAC024318}" dt="2024-09-27T12:00:08.498" v="135"/>
          <ac:spMkLst>
            <pc:docMk/>
            <pc:sldMk cId="568379845" sldId="430"/>
            <ac:spMk id="9" creationId="{64181966-9D24-7CB2-CAB0-094F59F5C452}"/>
          </ac:spMkLst>
        </pc:spChg>
        <pc:spChg chg="mod">
          <ac:chgData name="Zhe Shen" userId="01eaba4c-7cb5-4ff2-8cbf-2d7ece705b92" providerId="ADAL" clId="{DB0D2803-9665-4302-8CE9-606BAC024318}" dt="2024-09-27T12:00:16.061" v="136" actId="20577"/>
          <ac:spMkLst>
            <pc:docMk/>
            <pc:sldMk cId="568379845" sldId="430"/>
            <ac:spMk id="12" creationId="{00000000-0000-0000-0000-000000000000}"/>
          </ac:spMkLst>
        </pc:spChg>
        <pc:spChg chg="del">
          <ac:chgData name="Zhe Shen" userId="01eaba4c-7cb5-4ff2-8cbf-2d7ece705b92" providerId="ADAL" clId="{DB0D2803-9665-4302-8CE9-606BAC024318}" dt="2024-09-27T12:00:08.195" v="134" actId="478"/>
          <ac:spMkLst>
            <pc:docMk/>
            <pc:sldMk cId="568379845" sldId="430"/>
            <ac:spMk id="24" creationId="{382A7386-7FA3-FAE6-3202-45531FF36B71}"/>
          </ac:spMkLst>
        </pc:spChg>
      </pc:sldChg>
      <pc:sldChg chg="addSp delSp modSp mod modAnim modNotesTx">
        <pc:chgData name="Zhe Shen" userId="01eaba4c-7cb5-4ff2-8cbf-2d7ece705b92" providerId="ADAL" clId="{DB0D2803-9665-4302-8CE9-606BAC024318}" dt="2024-09-28T05:19:24.842" v="618"/>
        <pc:sldMkLst>
          <pc:docMk/>
          <pc:sldMk cId="2350338120" sldId="431"/>
        </pc:sldMkLst>
        <pc:spChg chg="add mod">
          <ac:chgData name="Zhe Shen" userId="01eaba4c-7cb5-4ff2-8cbf-2d7ece705b92" providerId="ADAL" clId="{DB0D2803-9665-4302-8CE9-606BAC024318}" dt="2024-09-27T11:59:54.896" v="127"/>
          <ac:spMkLst>
            <pc:docMk/>
            <pc:sldMk cId="2350338120" sldId="431"/>
            <ac:spMk id="7" creationId="{4B1DE5BF-BA4F-653B-D962-E4F370308A1F}"/>
          </ac:spMkLst>
        </pc:spChg>
        <pc:spChg chg="mod">
          <ac:chgData name="Zhe Shen" userId="01eaba4c-7cb5-4ff2-8cbf-2d7ece705b92" providerId="ADAL" clId="{DB0D2803-9665-4302-8CE9-606BAC024318}" dt="2024-09-27T12:00:36.163" v="140" actId="6549"/>
          <ac:spMkLst>
            <pc:docMk/>
            <pc:sldMk cId="2350338120" sldId="431"/>
            <ac:spMk id="12" creationId="{00000000-0000-0000-0000-000000000000}"/>
          </ac:spMkLst>
        </pc:spChg>
        <pc:spChg chg="del">
          <ac:chgData name="Zhe Shen" userId="01eaba4c-7cb5-4ff2-8cbf-2d7ece705b92" providerId="ADAL" clId="{DB0D2803-9665-4302-8CE9-606BAC024318}" dt="2024-09-27T11:59:54.664" v="126" actId="478"/>
          <ac:spMkLst>
            <pc:docMk/>
            <pc:sldMk cId="2350338120" sldId="431"/>
            <ac:spMk id="24" creationId="{382A7386-7FA3-FAE6-3202-45531FF36B71}"/>
          </ac:spMkLst>
        </pc:spChg>
        <pc:picChg chg="add mod">
          <ac:chgData name="Zhe Shen" userId="01eaba4c-7cb5-4ff2-8cbf-2d7ece705b92" providerId="ADAL" clId="{DB0D2803-9665-4302-8CE9-606BAC024318}" dt="2024-09-28T05:17:34.734" v="604"/>
          <ac:picMkLst>
            <pc:docMk/>
            <pc:sldMk cId="2350338120" sldId="431"/>
            <ac:picMk id="8" creationId="{C53A3DB0-C58C-B29D-C066-21D602FF1278}"/>
          </ac:picMkLst>
        </pc:picChg>
        <pc:picChg chg="del">
          <ac:chgData name="Zhe Shen" userId="01eaba4c-7cb5-4ff2-8cbf-2d7ece705b92" providerId="ADAL" clId="{DB0D2803-9665-4302-8CE9-606BAC024318}" dt="2024-09-28T05:16:53.117" v="602" actId="478"/>
          <ac:picMkLst>
            <pc:docMk/>
            <pc:sldMk cId="2350338120" sldId="431"/>
            <ac:picMk id="40" creationId="{B9BCB17F-99A2-8AB9-60EB-49335FE31FC5}"/>
          </ac:picMkLst>
        </pc:picChg>
        <pc:picChg chg="del">
          <ac:chgData name="Zhe Shen" userId="01eaba4c-7cb5-4ff2-8cbf-2d7ece705b92" providerId="ADAL" clId="{DB0D2803-9665-4302-8CE9-606BAC024318}" dt="2024-09-28T05:16:53.117" v="602" actId="478"/>
          <ac:picMkLst>
            <pc:docMk/>
            <pc:sldMk cId="2350338120" sldId="431"/>
            <ac:picMk id="42" creationId="{C89D313A-3CF2-7B9E-3850-B3FFDEFECE20}"/>
          </ac:picMkLst>
        </pc:picChg>
        <pc:picChg chg="del">
          <ac:chgData name="Zhe Shen" userId="01eaba4c-7cb5-4ff2-8cbf-2d7ece705b92" providerId="ADAL" clId="{DB0D2803-9665-4302-8CE9-606BAC024318}" dt="2024-09-28T05:16:53.117" v="602" actId="478"/>
          <ac:picMkLst>
            <pc:docMk/>
            <pc:sldMk cId="2350338120" sldId="431"/>
            <ac:picMk id="43" creationId="{D74DCBFA-CF7D-F9C0-09A1-70FD1F1DE945}"/>
          </ac:picMkLst>
        </pc:picChg>
      </pc:sldChg>
      <pc:sldChg chg="addSp delSp modSp mod modNotesTx">
        <pc:chgData name="Zhe Shen" userId="01eaba4c-7cb5-4ff2-8cbf-2d7ece705b92" providerId="ADAL" clId="{DB0D2803-9665-4302-8CE9-606BAC024318}" dt="2024-09-28T06:18:07.846" v="907" actId="20577"/>
        <pc:sldMkLst>
          <pc:docMk/>
          <pc:sldMk cId="2315466315" sldId="432"/>
        </pc:sldMkLst>
        <pc:spChg chg="add mod">
          <ac:chgData name="Zhe Shen" userId="01eaba4c-7cb5-4ff2-8cbf-2d7ece705b92" providerId="ADAL" clId="{DB0D2803-9665-4302-8CE9-606BAC024318}" dt="2024-09-27T11:59:58.226" v="129"/>
          <ac:spMkLst>
            <pc:docMk/>
            <pc:sldMk cId="2315466315" sldId="432"/>
            <ac:spMk id="7" creationId="{0E5BDF05-681B-E565-BD2B-1B7DECF8BEA5}"/>
          </ac:spMkLst>
        </pc:spChg>
        <pc:spChg chg="mod">
          <ac:chgData name="Zhe Shen" userId="01eaba4c-7cb5-4ff2-8cbf-2d7ece705b92" providerId="ADAL" clId="{DB0D2803-9665-4302-8CE9-606BAC024318}" dt="2024-09-27T12:00:32.278" v="139" actId="20577"/>
          <ac:spMkLst>
            <pc:docMk/>
            <pc:sldMk cId="2315466315" sldId="432"/>
            <ac:spMk id="12" creationId="{00000000-0000-0000-0000-000000000000}"/>
          </ac:spMkLst>
        </pc:spChg>
        <pc:spChg chg="del">
          <ac:chgData name="Zhe Shen" userId="01eaba4c-7cb5-4ff2-8cbf-2d7ece705b92" providerId="ADAL" clId="{DB0D2803-9665-4302-8CE9-606BAC024318}" dt="2024-09-27T11:59:57.905" v="128" actId="478"/>
          <ac:spMkLst>
            <pc:docMk/>
            <pc:sldMk cId="2315466315" sldId="432"/>
            <ac:spMk id="24" creationId="{382A7386-7FA3-FAE6-3202-45531FF36B71}"/>
          </ac:spMkLst>
        </pc:spChg>
        <pc:picChg chg="del">
          <ac:chgData name="Zhe Shen" userId="01eaba4c-7cb5-4ff2-8cbf-2d7ece705b92" providerId="ADAL" clId="{DB0D2803-9665-4302-8CE9-606BAC024318}" dt="2024-09-28T06:06:51.207" v="668" actId="478"/>
          <ac:picMkLst>
            <pc:docMk/>
            <pc:sldMk cId="2315466315" sldId="432"/>
            <ac:picMk id="8" creationId="{BC6400CF-18DD-7BC7-665C-FE5F9A8DFB3F}"/>
          </ac:picMkLst>
        </pc:picChg>
        <pc:picChg chg="del">
          <ac:chgData name="Zhe Shen" userId="01eaba4c-7cb5-4ff2-8cbf-2d7ece705b92" providerId="ADAL" clId="{DB0D2803-9665-4302-8CE9-606BAC024318}" dt="2024-09-28T06:06:51.207" v="668" actId="478"/>
          <ac:picMkLst>
            <pc:docMk/>
            <pc:sldMk cId="2315466315" sldId="432"/>
            <ac:picMk id="9" creationId="{CD826270-289D-8CEE-E04E-ACAC4B1393C7}"/>
          </ac:picMkLst>
        </pc:picChg>
        <pc:picChg chg="del">
          <ac:chgData name="Zhe Shen" userId="01eaba4c-7cb5-4ff2-8cbf-2d7ece705b92" providerId="ADAL" clId="{DB0D2803-9665-4302-8CE9-606BAC024318}" dt="2024-09-28T06:06:51.207" v="668" actId="478"/>
          <ac:picMkLst>
            <pc:docMk/>
            <pc:sldMk cId="2315466315" sldId="432"/>
            <ac:picMk id="40" creationId="{B9BCB17F-99A2-8AB9-60EB-49335FE31FC5}"/>
          </ac:picMkLst>
        </pc:picChg>
      </pc:sldChg>
      <pc:sldChg chg="addSp delSp modSp mod modNotesTx">
        <pc:chgData name="Zhe Shen" userId="01eaba4c-7cb5-4ff2-8cbf-2d7ece705b92" providerId="ADAL" clId="{DB0D2803-9665-4302-8CE9-606BAC024318}" dt="2024-09-28T06:20:36.223" v="994" actId="20577"/>
        <pc:sldMkLst>
          <pc:docMk/>
          <pc:sldMk cId="2579272887" sldId="433"/>
        </pc:sldMkLst>
        <pc:spChg chg="add mod">
          <ac:chgData name="Zhe Shen" userId="01eaba4c-7cb5-4ff2-8cbf-2d7ece705b92" providerId="ADAL" clId="{DB0D2803-9665-4302-8CE9-606BAC024318}" dt="2024-09-27T12:00:01.696" v="131"/>
          <ac:spMkLst>
            <pc:docMk/>
            <pc:sldMk cId="2579272887" sldId="433"/>
            <ac:spMk id="7" creationId="{C38BBE9A-58AA-A78B-3D4C-34D6A5E913FC}"/>
          </ac:spMkLst>
        </pc:spChg>
        <pc:spChg chg="mod">
          <ac:chgData name="Zhe Shen" userId="01eaba4c-7cb5-4ff2-8cbf-2d7ece705b92" providerId="ADAL" clId="{DB0D2803-9665-4302-8CE9-606BAC024318}" dt="2024-09-27T12:00:28.561" v="138" actId="20577"/>
          <ac:spMkLst>
            <pc:docMk/>
            <pc:sldMk cId="2579272887" sldId="433"/>
            <ac:spMk id="12" creationId="{00000000-0000-0000-0000-000000000000}"/>
          </ac:spMkLst>
        </pc:spChg>
        <pc:spChg chg="del">
          <ac:chgData name="Zhe Shen" userId="01eaba4c-7cb5-4ff2-8cbf-2d7ece705b92" providerId="ADAL" clId="{DB0D2803-9665-4302-8CE9-606BAC024318}" dt="2024-09-27T12:00:01.257" v="130" actId="478"/>
          <ac:spMkLst>
            <pc:docMk/>
            <pc:sldMk cId="2579272887" sldId="433"/>
            <ac:spMk id="24" creationId="{382A7386-7FA3-FAE6-3202-45531FF36B71}"/>
          </ac:spMkLst>
        </pc:spChg>
      </pc:sldChg>
      <pc:sldChg chg="addSp delSp modSp mod modNotesTx">
        <pc:chgData name="Zhe Shen" userId="01eaba4c-7cb5-4ff2-8cbf-2d7ece705b92" providerId="ADAL" clId="{DB0D2803-9665-4302-8CE9-606BAC024318}" dt="2024-10-02T02:39:14.672" v="5697" actId="6549"/>
        <pc:sldMkLst>
          <pc:docMk/>
          <pc:sldMk cId="2266523272" sldId="434"/>
        </pc:sldMkLst>
        <pc:spChg chg="add mod">
          <ac:chgData name="Zhe Shen" userId="01eaba4c-7cb5-4ff2-8cbf-2d7ece705b92" providerId="ADAL" clId="{DB0D2803-9665-4302-8CE9-606BAC024318}" dt="2024-09-27T12:00:05.533" v="133"/>
          <ac:spMkLst>
            <pc:docMk/>
            <pc:sldMk cId="2266523272" sldId="434"/>
            <ac:spMk id="7" creationId="{9B645B58-CBAC-3C5F-C743-039573EB81B5}"/>
          </ac:spMkLst>
        </pc:spChg>
        <pc:spChg chg="mod">
          <ac:chgData name="Zhe Shen" userId="01eaba4c-7cb5-4ff2-8cbf-2d7ece705b92" providerId="ADAL" clId="{DB0D2803-9665-4302-8CE9-606BAC024318}" dt="2024-09-27T12:00:23.051" v="137" actId="20577"/>
          <ac:spMkLst>
            <pc:docMk/>
            <pc:sldMk cId="2266523272" sldId="434"/>
            <ac:spMk id="12" creationId="{00000000-0000-0000-0000-000000000000}"/>
          </ac:spMkLst>
        </pc:spChg>
        <pc:spChg chg="del">
          <ac:chgData name="Zhe Shen" userId="01eaba4c-7cb5-4ff2-8cbf-2d7ece705b92" providerId="ADAL" clId="{DB0D2803-9665-4302-8CE9-606BAC024318}" dt="2024-09-27T12:00:05.223" v="132" actId="478"/>
          <ac:spMkLst>
            <pc:docMk/>
            <pc:sldMk cId="2266523272" sldId="434"/>
            <ac:spMk id="24" creationId="{382A7386-7FA3-FAE6-3202-45531FF36B71}"/>
          </ac:spMkLst>
        </pc:spChg>
      </pc:sldChg>
      <pc:sldChg chg="modSp mod modAnim modNotesTx">
        <pc:chgData name="Zhe Shen" userId="01eaba4c-7cb5-4ff2-8cbf-2d7ece705b92" providerId="ADAL" clId="{DB0D2803-9665-4302-8CE9-606BAC024318}" dt="2024-10-06T15:16:51.882" v="11453" actId="20577"/>
        <pc:sldMkLst>
          <pc:docMk/>
          <pc:sldMk cId="1289592244" sldId="435"/>
        </pc:sldMkLst>
        <pc:spChg chg="mod">
          <ac:chgData name="Zhe Shen" userId="01eaba4c-7cb5-4ff2-8cbf-2d7ece705b92" providerId="ADAL" clId="{DB0D2803-9665-4302-8CE9-606BAC024318}" dt="2024-09-27T12:01:28.745" v="182" actId="20577"/>
          <ac:spMkLst>
            <pc:docMk/>
            <pc:sldMk cId="1289592244" sldId="435"/>
            <ac:spMk id="24" creationId="{382A7386-7FA3-FAE6-3202-45531FF36B71}"/>
          </ac:spMkLst>
        </pc:spChg>
      </pc:sldChg>
      <pc:sldChg chg="addSp delSp modSp mod modAnim modNotesTx">
        <pc:chgData name="Zhe Shen" userId="01eaba4c-7cb5-4ff2-8cbf-2d7ece705b92" providerId="ADAL" clId="{DB0D2803-9665-4302-8CE9-606BAC024318}" dt="2024-10-06T15:29:18.022" v="12237" actId="20577"/>
        <pc:sldMkLst>
          <pc:docMk/>
          <pc:sldMk cId="3894166518" sldId="436"/>
        </pc:sldMkLst>
        <pc:spChg chg="add mod">
          <ac:chgData name="Zhe Shen" userId="01eaba4c-7cb5-4ff2-8cbf-2d7ece705b92" providerId="ADAL" clId="{DB0D2803-9665-4302-8CE9-606BAC024318}" dt="2024-09-27T12:01:35.084" v="184"/>
          <ac:spMkLst>
            <pc:docMk/>
            <pc:sldMk cId="3894166518" sldId="436"/>
            <ac:spMk id="8" creationId="{14CE308F-28E6-8169-0842-FF260A142762}"/>
          </ac:spMkLst>
        </pc:spChg>
        <pc:spChg chg="mod">
          <ac:chgData name="Zhe Shen" userId="01eaba4c-7cb5-4ff2-8cbf-2d7ece705b92" providerId="ADAL" clId="{DB0D2803-9665-4302-8CE9-606BAC024318}" dt="2024-10-06T15:29:18.022" v="12237" actId="20577"/>
          <ac:spMkLst>
            <pc:docMk/>
            <pc:sldMk cId="3894166518" sldId="436"/>
            <ac:spMk id="13" creationId="{6754E07E-3E69-6B8E-2C8C-D339B562182A}"/>
          </ac:spMkLst>
        </pc:spChg>
        <pc:spChg chg="del">
          <ac:chgData name="Zhe Shen" userId="01eaba4c-7cb5-4ff2-8cbf-2d7ece705b92" providerId="ADAL" clId="{DB0D2803-9665-4302-8CE9-606BAC024318}" dt="2024-09-27T12:01:34.624" v="183" actId="478"/>
          <ac:spMkLst>
            <pc:docMk/>
            <pc:sldMk cId="3894166518" sldId="436"/>
            <ac:spMk id="24" creationId="{382A7386-7FA3-FAE6-3202-45531FF36B71}"/>
          </ac:spMkLst>
        </pc:spChg>
      </pc:sldChg>
      <pc:sldChg chg="addSp delSp modSp mod modAnim modNotesTx">
        <pc:chgData name="Zhe Shen" userId="01eaba4c-7cb5-4ff2-8cbf-2d7ece705b92" providerId="ADAL" clId="{DB0D2803-9665-4302-8CE9-606BAC024318}" dt="2024-10-06T15:29:24.756" v="12239" actId="14100"/>
        <pc:sldMkLst>
          <pc:docMk/>
          <pc:sldMk cId="3562726234" sldId="437"/>
        </pc:sldMkLst>
        <pc:spChg chg="add mod">
          <ac:chgData name="Zhe Shen" userId="01eaba4c-7cb5-4ff2-8cbf-2d7ece705b92" providerId="ADAL" clId="{DB0D2803-9665-4302-8CE9-606BAC024318}" dt="2024-09-27T12:01:45.497" v="186"/>
          <ac:spMkLst>
            <pc:docMk/>
            <pc:sldMk cId="3562726234" sldId="437"/>
            <ac:spMk id="10" creationId="{C944A2EF-4EAC-0E06-EB0F-A544BEAFC22D}"/>
          </ac:spMkLst>
        </pc:spChg>
        <pc:spChg chg="add mod">
          <ac:chgData name="Zhe Shen" userId="01eaba4c-7cb5-4ff2-8cbf-2d7ece705b92" providerId="ADAL" clId="{DB0D2803-9665-4302-8CE9-606BAC024318}" dt="2024-10-01T03:11:55.875" v="5046"/>
          <ac:spMkLst>
            <pc:docMk/>
            <pc:sldMk cId="3562726234" sldId="437"/>
            <ac:spMk id="11" creationId="{A81272D1-285E-91AA-AEEB-3650182518D6}"/>
          </ac:spMkLst>
        </pc:spChg>
        <pc:spChg chg="mod">
          <ac:chgData name="Zhe Shen" userId="01eaba4c-7cb5-4ff2-8cbf-2d7ece705b92" providerId="ADAL" clId="{DB0D2803-9665-4302-8CE9-606BAC024318}" dt="2024-09-27T07:02:46.476" v="56" actId="20577"/>
          <ac:spMkLst>
            <pc:docMk/>
            <pc:sldMk cId="3562726234" sldId="437"/>
            <ac:spMk id="12" creationId="{00000000-0000-0000-0000-000000000000}"/>
          </ac:spMkLst>
        </pc:spChg>
        <pc:spChg chg="mod">
          <ac:chgData name="Zhe Shen" userId="01eaba4c-7cb5-4ff2-8cbf-2d7ece705b92" providerId="ADAL" clId="{DB0D2803-9665-4302-8CE9-606BAC024318}" dt="2024-10-06T15:29:24.756" v="12239" actId="14100"/>
          <ac:spMkLst>
            <pc:docMk/>
            <pc:sldMk cId="3562726234" sldId="437"/>
            <ac:spMk id="13" creationId="{6754E07E-3E69-6B8E-2C8C-D339B562182A}"/>
          </ac:spMkLst>
        </pc:spChg>
        <pc:spChg chg="del">
          <ac:chgData name="Zhe Shen" userId="01eaba4c-7cb5-4ff2-8cbf-2d7ece705b92" providerId="ADAL" clId="{DB0D2803-9665-4302-8CE9-606BAC024318}" dt="2024-09-27T12:01:45.230" v="185" actId="478"/>
          <ac:spMkLst>
            <pc:docMk/>
            <pc:sldMk cId="3562726234" sldId="437"/>
            <ac:spMk id="24" creationId="{382A7386-7FA3-FAE6-3202-45531FF36B71}"/>
          </ac:spMkLst>
        </pc:spChg>
      </pc:sldChg>
      <pc:sldChg chg="addSp delSp modSp mod modAnim modNotesTx">
        <pc:chgData name="Zhe Shen" userId="01eaba4c-7cb5-4ff2-8cbf-2d7ece705b92" providerId="ADAL" clId="{DB0D2803-9665-4302-8CE9-606BAC024318}" dt="2024-10-06T15:29:29.814" v="12240" actId="20577"/>
        <pc:sldMkLst>
          <pc:docMk/>
          <pc:sldMk cId="4089083768" sldId="438"/>
        </pc:sldMkLst>
        <pc:spChg chg="mod">
          <ac:chgData name="Zhe Shen" userId="01eaba4c-7cb5-4ff2-8cbf-2d7ece705b92" providerId="ADAL" clId="{DB0D2803-9665-4302-8CE9-606BAC024318}" dt="2024-09-27T07:02:51.459" v="57" actId="20577"/>
          <ac:spMkLst>
            <pc:docMk/>
            <pc:sldMk cId="4089083768" sldId="438"/>
            <ac:spMk id="12" creationId="{00000000-0000-0000-0000-000000000000}"/>
          </ac:spMkLst>
        </pc:spChg>
        <pc:spChg chg="mod">
          <ac:chgData name="Zhe Shen" userId="01eaba4c-7cb5-4ff2-8cbf-2d7ece705b92" providerId="ADAL" clId="{DB0D2803-9665-4302-8CE9-606BAC024318}" dt="2024-10-06T15:29:29.814" v="12240" actId="20577"/>
          <ac:spMkLst>
            <pc:docMk/>
            <pc:sldMk cId="4089083768" sldId="438"/>
            <ac:spMk id="13" creationId="{6754E07E-3E69-6B8E-2C8C-D339B562182A}"/>
          </ac:spMkLst>
        </pc:spChg>
        <pc:spChg chg="add mod">
          <ac:chgData name="Zhe Shen" userId="01eaba4c-7cb5-4ff2-8cbf-2d7ece705b92" providerId="ADAL" clId="{DB0D2803-9665-4302-8CE9-606BAC024318}" dt="2024-09-27T12:01:50.060" v="188"/>
          <ac:spMkLst>
            <pc:docMk/>
            <pc:sldMk cId="4089083768" sldId="438"/>
            <ac:spMk id="20" creationId="{6BD18937-FC24-92E6-6D4B-8183C330F113}"/>
          </ac:spMkLst>
        </pc:spChg>
        <pc:spChg chg="add mod">
          <ac:chgData name="Zhe Shen" userId="01eaba4c-7cb5-4ff2-8cbf-2d7ece705b92" providerId="ADAL" clId="{DB0D2803-9665-4302-8CE9-606BAC024318}" dt="2024-10-01T03:12:00.962" v="5047"/>
          <ac:spMkLst>
            <pc:docMk/>
            <pc:sldMk cId="4089083768" sldId="438"/>
            <ac:spMk id="22" creationId="{8D67FE5E-80C7-E5CD-5487-96F219D9B987}"/>
          </ac:spMkLst>
        </pc:spChg>
        <pc:spChg chg="del">
          <ac:chgData name="Zhe Shen" userId="01eaba4c-7cb5-4ff2-8cbf-2d7ece705b92" providerId="ADAL" clId="{DB0D2803-9665-4302-8CE9-606BAC024318}" dt="2024-09-27T12:01:49.783" v="187" actId="478"/>
          <ac:spMkLst>
            <pc:docMk/>
            <pc:sldMk cId="4089083768" sldId="438"/>
            <ac:spMk id="24" creationId="{382A7386-7FA3-FAE6-3202-45531FF36B71}"/>
          </ac:spMkLst>
        </pc:spChg>
        <pc:spChg chg="mod">
          <ac:chgData name="Zhe Shen" userId="01eaba4c-7cb5-4ff2-8cbf-2d7ece705b92" providerId="ADAL" clId="{DB0D2803-9665-4302-8CE9-606BAC024318}" dt="2024-09-29T12:45:10.451" v="3465" actId="1037"/>
          <ac:spMkLst>
            <pc:docMk/>
            <pc:sldMk cId="4089083768" sldId="438"/>
            <ac:spMk id="31" creationId="{40D0F484-A808-358E-504E-F8F3D95E3304}"/>
          </ac:spMkLst>
        </pc:spChg>
        <pc:graphicFrameChg chg="mod">
          <ac:chgData name="Zhe Shen" userId="01eaba4c-7cb5-4ff2-8cbf-2d7ece705b92" providerId="ADAL" clId="{DB0D2803-9665-4302-8CE9-606BAC024318}" dt="2024-10-01T03:52:28.643" v="5050"/>
          <ac:graphicFrameMkLst>
            <pc:docMk/>
            <pc:sldMk cId="4089083768" sldId="438"/>
            <ac:graphicFrameMk id="17" creationId="{023C2582-F73C-1D0A-03C1-D7947031BA2B}"/>
          </ac:graphicFrameMkLst>
        </pc:graphicFrameChg>
      </pc:sldChg>
      <pc:sldChg chg="addSp delSp modSp mod modAnim modNotesTx">
        <pc:chgData name="Zhe Shen" userId="01eaba4c-7cb5-4ff2-8cbf-2d7ece705b92" providerId="ADAL" clId="{DB0D2803-9665-4302-8CE9-606BAC024318}" dt="2024-10-06T15:29:35.123" v="12241" actId="20577"/>
        <pc:sldMkLst>
          <pc:docMk/>
          <pc:sldMk cId="540125400" sldId="440"/>
        </pc:sldMkLst>
        <pc:spChg chg="add mod">
          <ac:chgData name="Zhe Shen" userId="01eaba4c-7cb5-4ff2-8cbf-2d7ece705b92" providerId="ADAL" clId="{DB0D2803-9665-4302-8CE9-606BAC024318}" dt="2024-09-27T12:01:52.987" v="190"/>
          <ac:spMkLst>
            <pc:docMk/>
            <pc:sldMk cId="540125400" sldId="440"/>
            <ac:spMk id="8" creationId="{2373FCE2-BB58-0169-A486-3CF9EFF358F8}"/>
          </ac:spMkLst>
        </pc:spChg>
        <pc:spChg chg="mod">
          <ac:chgData name="Zhe Shen" userId="01eaba4c-7cb5-4ff2-8cbf-2d7ece705b92" providerId="ADAL" clId="{DB0D2803-9665-4302-8CE9-606BAC024318}" dt="2024-09-27T07:02:56.095" v="58" actId="20577"/>
          <ac:spMkLst>
            <pc:docMk/>
            <pc:sldMk cId="540125400" sldId="440"/>
            <ac:spMk id="12" creationId="{00000000-0000-0000-0000-000000000000}"/>
          </ac:spMkLst>
        </pc:spChg>
        <pc:spChg chg="mod">
          <ac:chgData name="Zhe Shen" userId="01eaba4c-7cb5-4ff2-8cbf-2d7ece705b92" providerId="ADAL" clId="{DB0D2803-9665-4302-8CE9-606BAC024318}" dt="2024-10-06T15:29:35.123" v="12241" actId="20577"/>
          <ac:spMkLst>
            <pc:docMk/>
            <pc:sldMk cId="540125400" sldId="440"/>
            <ac:spMk id="13" creationId="{6754E07E-3E69-6B8E-2C8C-D339B562182A}"/>
          </ac:spMkLst>
        </pc:spChg>
        <pc:spChg chg="del">
          <ac:chgData name="Zhe Shen" userId="01eaba4c-7cb5-4ff2-8cbf-2d7ece705b92" providerId="ADAL" clId="{DB0D2803-9665-4302-8CE9-606BAC024318}" dt="2024-09-27T12:01:52.684" v="189" actId="478"/>
          <ac:spMkLst>
            <pc:docMk/>
            <pc:sldMk cId="540125400" sldId="440"/>
            <ac:spMk id="24" creationId="{382A7386-7FA3-FAE6-3202-45531FF36B71}"/>
          </ac:spMkLst>
        </pc:spChg>
        <pc:spChg chg="mod">
          <ac:chgData name="Zhe Shen" userId="01eaba4c-7cb5-4ff2-8cbf-2d7ece705b92" providerId="ADAL" clId="{DB0D2803-9665-4302-8CE9-606BAC024318}" dt="2024-10-02T14:53:43.657" v="6703" actId="207"/>
          <ac:spMkLst>
            <pc:docMk/>
            <pc:sldMk cId="540125400" sldId="440"/>
            <ac:spMk id="33" creationId="{F42C4411-290D-599B-426A-29E2986E15CD}"/>
          </ac:spMkLst>
        </pc:spChg>
        <pc:graphicFrameChg chg="mod">
          <ac:chgData name="Zhe Shen" userId="01eaba4c-7cb5-4ff2-8cbf-2d7ece705b92" providerId="ADAL" clId="{DB0D2803-9665-4302-8CE9-606BAC024318}" dt="2024-10-01T03:52:38.297" v="5052"/>
          <ac:graphicFrameMkLst>
            <pc:docMk/>
            <pc:sldMk cId="540125400" sldId="440"/>
            <ac:graphicFrameMk id="17" creationId="{023C2582-F73C-1D0A-03C1-D7947031BA2B}"/>
          </ac:graphicFrameMkLst>
        </pc:graphicFrameChg>
      </pc:sldChg>
      <pc:sldChg chg="modSp mod modNotesTx">
        <pc:chgData name="Zhe Shen" userId="01eaba4c-7cb5-4ff2-8cbf-2d7ece705b92" providerId="ADAL" clId="{DB0D2803-9665-4302-8CE9-606BAC024318}" dt="2024-10-06T15:29:38.619" v="12242" actId="20577"/>
        <pc:sldMkLst>
          <pc:docMk/>
          <pc:sldMk cId="99857790" sldId="441"/>
        </pc:sldMkLst>
        <pc:spChg chg="mod">
          <ac:chgData name="Zhe Shen" userId="01eaba4c-7cb5-4ff2-8cbf-2d7ece705b92" providerId="ADAL" clId="{DB0D2803-9665-4302-8CE9-606BAC024318}" dt="2024-09-27T07:03:02.752" v="60" actId="20577"/>
          <ac:spMkLst>
            <pc:docMk/>
            <pc:sldMk cId="99857790" sldId="441"/>
            <ac:spMk id="12" creationId="{00000000-0000-0000-0000-000000000000}"/>
          </ac:spMkLst>
        </pc:spChg>
        <pc:spChg chg="mod">
          <ac:chgData name="Zhe Shen" userId="01eaba4c-7cb5-4ff2-8cbf-2d7ece705b92" providerId="ADAL" clId="{DB0D2803-9665-4302-8CE9-606BAC024318}" dt="2024-10-06T15:29:38.619" v="12242" actId="20577"/>
          <ac:spMkLst>
            <pc:docMk/>
            <pc:sldMk cId="99857790" sldId="441"/>
            <ac:spMk id="13" creationId="{6754E07E-3E69-6B8E-2C8C-D339B562182A}"/>
          </ac:spMkLst>
        </pc:spChg>
      </pc:sldChg>
      <pc:sldChg chg="modSp mod modNotesTx">
        <pc:chgData name="Zhe Shen" userId="01eaba4c-7cb5-4ff2-8cbf-2d7ece705b92" providerId="ADAL" clId="{DB0D2803-9665-4302-8CE9-606BAC024318}" dt="2024-10-06T15:29:42.723" v="12244" actId="20577"/>
        <pc:sldMkLst>
          <pc:docMk/>
          <pc:sldMk cId="3532091726" sldId="442"/>
        </pc:sldMkLst>
        <pc:spChg chg="mod">
          <ac:chgData name="Zhe Shen" userId="01eaba4c-7cb5-4ff2-8cbf-2d7ece705b92" providerId="ADAL" clId="{DB0D2803-9665-4302-8CE9-606BAC024318}" dt="2024-09-27T07:03:10.526" v="62" actId="20577"/>
          <ac:spMkLst>
            <pc:docMk/>
            <pc:sldMk cId="3532091726" sldId="442"/>
            <ac:spMk id="12" creationId="{00000000-0000-0000-0000-000000000000}"/>
          </ac:spMkLst>
        </pc:spChg>
        <pc:spChg chg="mod">
          <ac:chgData name="Zhe Shen" userId="01eaba4c-7cb5-4ff2-8cbf-2d7ece705b92" providerId="ADAL" clId="{DB0D2803-9665-4302-8CE9-606BAC024318}" dt="2024-10-06T15:29:42.723" v="12244" actId="20577"/>
          <ac:spMkLst>
            <pc:docMk/>
            <pc:sldMk cId="3532091726" sldId="442"/>
            <ac:spMk id="13" creationId="{6754E07E-3E69-6B8E-2C8C-D339B562182A}"/>
          </ac:spMkLst>
        </pc:spChg>
      </pc:sldChg>
      <pc:sldChg chg="addSp delSp modSp del mod modNotesTx">
        <pc:chgData name="Zhe Shen" userId="01eaba4c-7cb5-4ff2-8cbf-2d7ece705b92" providerId="ADAL" clId="{DB0D2803-9665-4302-8CE9-606BAC024318}" dt="2024-09-30T11:24:54.728" v="4655" actId="47"/>
        <pc:sldMkLst>
          <pc:docMk/>
          <pc:sldMk cId="1517976510" sldId="444"/>
        </pc:sldMkLst>
        <pc:spChg chg="add mod">
          <ac:chgData name="Zhe Shen" userId="01eaba4c-7cb5-4ff2-8cbf-2d7ece705b92" providerId="ADAL" clId="{DB0D2803-9665-4302-8CE9-606BAC024318}" dt="2024-09-27T07:03:45.579" v="71"/>
          <ac:spMkLst>
            <pc:docMk/>
            <pc:sldMk cId="1517976510" sldId="444"/>
            <ac:spMk id="11" creationId="{0FDDC23E-36B2-E1BD-F295-F0797F8E8054}"/>
          </ac:spMkLst>
        </pc:spChg>
        <pc:spChg chg="mod">
          <ac:chgData name="Zhe Shen" userId="01eaba4c-7cb5-4ff2-8cbf-2d7ece705b92" providerId="ADAL" clId="{DB0D2803-9665-4302-8CE9-606BAC024318}" dt="2024-09-27T07:03:22.339" v="68" actId="20577"/>
          <ac:spMkLst>
            <pc:docMk/>
            <pc:sldMk cId="1517976510" sldId="444"/>
            <ac:spMk id="12" creationId="{00000000-0000-0000-0000-000000000000}"/>
          </ac:spMkLst>
        </pc:spChg>
        <pc:spChg chg="add mod">
          <ac:chgData name="Zhe Shen" userId="01eaba4c-7cb5-4ff2-8cbf-2d7ece705b92" providerId="ADAL" clId="{DB0D2803-9665-4302-8CE9-606BAC024318}" dt="2024-09-27T07:03:58.380" v="81"/>
          <ac:spMkLst>
            <pc:docMk/>
            <pc:sldMk cId="1517976510" sldId="444"/>
            <ac:spMk id="14" creationId="{8C1AE211-8A8D-A931-F02D-21FFD1CA5D9C}"/>
          </ac:spMkLst>
        </pc:spChg>
        <pc:spChg chg="del mod">
          <ac:chgData name="Zhe Shen" userId="01eaba4c-7cb5-4ff2-8cbf-2d7ece705b92" providerId="ADAL" clId="{DB0D2803-9665-4302-8CE9-606BAC024318}" dt="2024-09-27T07:03:56.715" v="80" actId="478"/>
          <ac:spMkLst>
            <pc:docMk/>
            <pc:sldMk cId="1517976510" sldId="444"/>
            <ac:spMk id="24" creationId="{382A7386-7FA3-FAE6-3202-45531FF36B71}"/>
          </ac:spMkLst>
        </pc:spChg>
      </pc:sldChg>
      <pc:sldChg chg="addSp delSp modSp mod modNotesTx">
        <pc:chgData name="Zhe Shen" userId="01eaba4c-7cb5-4ff2-8cbf-2d7ece705b92" providerId="ADAL" clId="{DB0D2803-9665-4302-8CE9-606BAC024318}" dt="2024-10-06T15:29:47.620" v="12247" actId="20577"/>
        <pc:sldMkLst>
          <pc:docMk/>
          <pc:sldMk cId="3574782509" sldId="445"/>
        </pc:sldMkLst>
        <pc:spChg chg="add mod">
          <ac:chgData name="Zhe Shen" userId="01eaba4c-7cb5-4ff2-8cbf-2d7ece705b92" providerId="ADAL" clId="{DB0D2803-9665-4302-8CE9-606BAC024318}" dt="2024-09-27T07:04:08.090" v="83"/>
          <ac:spMkLst>
            <pc:docMk/>
            <pc:sldMk cId="3574782509" sldId="445"/>
            <ac:spMk id="11" creationId="{93CD76BC-2F4C-8988-DA50-4DCC01270E7A}"/>
          </ac:spMkLst>
        </pc:spChg>
        <pc:spChg chg="mod">
          <ac:chgData name="Zhe Shen" userId="01eaba4c-7cb5-4ff2-8cbf-2d7ece705b92" providerId="ADAL" clId="{DB0D2803-9665-4302-8CE9-606BAC024318}" dt="2024-09-27T07:03:30.227" v="69"/>
          <ac:spMkLst>
            <pc:docMk/>
            <pc:sldMk cId="3574782509" sldId="445"/>
            <ac:spMk id="12" creationId="{00000000-0000-0000-0000-000000000000}"/>
          </ac:spMkLst>
        </pc:spChg>
        <pc:spChg chg="mod">
          <ac:chgData name="Zhe Shen" userId="01eaba4c-7cb5-4ff2-8cbf-2d7ece705b92" providerId="ADAL" clId="{DB0D2803-9665-4302-8CE9-606BAC024318}" dt="2024-10-06T15:29:47.620" v="12247" actId="20577"/>
          <ac:spMkLst>
            <pc:docMk/>
            <pc:sldMk cId="3574782509" sldId="445"/>
            <ac:spMk id="13" creationId="{6754E07E-3E69-6B8E-2C8C-D339B562182A}"/>
          </ac:spMkLst>
        </pc:spChg>
        <pc:spChg chg="mod">
          <ac:chgData name="Zhe Shen" userId="01eaba4c-7cb5-4ff2-8cbf-2d7ece705b92" providerId="ADAL" clId="{DB0D2803-9665-4302-8CE9-606BAC024318}" dt="2024-09-27T07:00:43.934" v="3" actId="20577"/>
          <ac:spMkLst>
            <pc:docMk/>
            <pc:sldMk cId="3574782509" sldId="445"/>
            <ac:spMk id="21" creationId="{AA37E2DA-56DB-7C9D-60E1-0B7753959D47}"/>
          </ac:spMkLst>
        </pc:spChg>
        <pc:spChg chg="del">
          <ac:chgData name="Zhe Shen" userId="01eaba4c-7cb5-4ff2-8cbf-2d7ece705b92" providerId="ADAL" clId="{DB0D2803-9665-4302-8CE9-606BAC024318}" dt="2024-09-27T07:04:07.513" v="82" actId="478"/>
          <ac:spMkLst>
            <pc:docMk/>
            <pc:sldMk cId="3574782509" sldId="445"/>
            <ac:spMk id="24" creationId="{382A7386-7FA3-FAE6-3202-45531FF36B71}"/>
          </ac:spMkLst>
        </pc:spChg>
      </pc:sldChg>
      <pc:sldChg chg="modNotesTx">
        <pc:chgData name="Zhe Shen" userId="01eaba4c-7cb5-4ff2-8cbf-2d7ece705b92" providerId="ADAL" clId="{DB0D2803-9665-4302-8CE9-606BAC024318}" dt="2024-10-05T07:58:56.399" v="11149" actId="20577"/>
        <pc:sldMkLst>
          <pc:docMk/>
          <pc:sldMk cId="441303853" sldId="446"/>
        </pc:sldMkLst>
      </pc:sldChg>
      <pc:sldChg chg="delSp add mod modNotesTx">
        <pc:chgData name="Zhe Shen" userId="01eaba4c-7cb5-4ff2-8cbf-2d7ece705b92" providerId="ADAL" clId="{DB0D2803-9665-4302-8CE9-606BAC024318}" dt="2024-09-28T05:42:52.932" v="633" actId="478"/>
        <pc:sldMkLst>
          <pc:docMk/>
          <pc:sldMk cId="353148790" sldId="447"/>
        </pc:sldMkLst>
        <pc:picChg chg="del">
          <ac:chgData name="Zhe Shen" userId="01eaba4c-7cb5-4ff2-8cbf-2d7ece705b92" providerId="ADAL" clId="{DB0D2803-9665-4302-8CE9-606BAC024318}" dt="2024-09-28T05:18:29.748" v="610" actId="478"/>
          <ac:picMkLst>
            <pc:docMk/>
            <pc:sldMk cId="353148790" sldId="447"/>
            <ac:picMk id="18" creationId="{F396A90A-A6FF-A05D-0501-0ACEB0B5A09B}"/>
          </ac:picMkLst>
        </pc:picChg>
        <pc:picChg chg="del">
          <ac:chgData name="Zhe Shen" userId="01eaba4c-7cb5-4ff2-8cbf-2d7ece705b92" providerId="ADAL" clId="{DB0D2803-9665-4302-8CE9-606BAC024318}" dt="2024-09-28T05:42:52.932" v="633" actId="478"/>
          <ac:picMkLst>
            <pc:docMk/>
            <pc:sldMk cId="353148790" sldId="447"/>
            <ac:picMk id="40" creationId="{B9BCB17F-99A2-8AB9-60EB-49335FE31FC5}"/>
          </ac:picMkLst>
        </pc:picChg>
        <pc:picChg chg="del">
          <ac:chgData name="Zhe Shen" userId="01eaba4c-7cb5-4ff2-8cbf-2d7ece705b92" providerId="ADAL" clId="{DB0D2803-9665-4302-8CE9-606BAC024318}" dt="2024-09-28T05:18:32.513" v="611" actId="478"/>
          <ac:picMkLst>
            <pc:docMk/>
            <pc:sldMk cId="353148790" sldId="447"/>
            <ac:picMk id="43" creationId="{D74DCBFA-CF7D-F9C0-09A1-70FD1F1DE945}"/>
          </ac:picMkLst>
        </pc:picChg>
      </pc:sldChg>
      <pc:sldChg chg="delSp add mod modNotesTx">
        <pc:chgData name="Zhe Shen" userId="01eaba4c-7cb5-4ff2-8cbf-2d7ece705b92" providerId="ADAL" clId="{DB0D2803-9665-4302-8CE9-606BAC024318}" dt="2024-09-28T05:42:54.840" v="634" actId="478"/>
        <pc:sldMkLst>
          <pc:docMk/>
          <pc:sldMk cId="366465671" sldId="448"/>
        </pc:sldMkLst>
        <pc:picChg chg="del">
          <ac:chgData name="Zhe Shen" userId="01eaba4c-7cb5-4ff2-8cbf-2d7ece705b92" providerId="ADAL" clId="{DB0D2803-9665-4302-8CE9-606BAC024318}" dt="2024-09-28T05:18:37.068" v="612" actId="478"/>
          <ac:picMkLst>
            <pc:docMk/>
            <pc:sldMk cId="366465671" sldId="448"/>
            <ac:picMk id="18" creationId="{F396A90A-A6FF-A05D-0501-0ACEB0B5A09B}"/>
          </ac:picMkLst>
        </pc:picChg>
        <pc:picChg chg="del">
          <ac:chgData name="Zhe Shen" userId="01eaba4c-7cb5-4ff2-8cbf-2d7ece705b92" providerId="ADAL" clId="{DB0D2803-9665-4302-8CE9-606BAC024318}" dt="2024-09-28T05:42:54.840" v="634" actId="478"/>
          <ac:picMkLst>
            <pc:docMk/>
            <pc:sldMk cId="366465671" sldId="448"/>
            <ac:picMk id="40" creationId="{B9BCB17F-99A2-8AB9-60EB-49335FE31FC5}"/>
          </ac:picMkLst>
        </pc:picChg>
        <pc:picChg chg="del">
          <ac:chgData name="Zhe Shen" userId="01eaba4c-7cb5-4ff2-8cbf-2d7ece705b92" providerId="ADAL" clId="{DB0D2803-9665-4302-8CE9-606BAC024318}" dt="2024-09-28T05:18:38.479" v="613" actId="478"/>
          <ac:picMkLst>
            <pc:docMk/>
            <pc:sldMk cId="366465671" sldId="448"/>
            <ac:picMk id="42" creationId="{C89D313A-3CF2-7B9E-3850-B3FFDEFECE20}"/>
          </ac:picMkLst>
        </pc:picChg>
      </pc:sldChg>
      <pc:sldChg chg="add del">
        <pc:chgData name="Zhe Shen" userId="01eaba4c-7cb5-4ff2-8cbf-2d7ece705b92" providerId="ADAL" clId="{DB0D2803-9665-4302-8CE9-606BAC024318}" dt="2024-09-28T05:19:43.626" v="619" actId="47"/>
        <pc:sldMkLst>
          <pc:docMk/>
          <pc:sldMk cId="4027539248" sldId="449"/>
        </pc:sldMkLst>
      </pc:sldChg>
      <pc:sldChg chg="delSp add mod modNotesTx">
        <pc:chgData name="Zhe Shen" userId="01eaba4c-7cb5-4ff2-8cbf-2d7ece705b92" providerId="ADAL" clId="{DB0D2803-9665-4302-8CE9-606BAC024318}" dt="2024-09-28T05:19:46.535" v="620"/>
        <pc:sldMkLst>
          <pc:docMk/>
          <pc:sldMk cId="430542168" sldId="450"/>
        </pc:sldMkLst>
        <pc:picChg chg="del">
          <ac:chgData name="Zhe Shen" userId="01eaba4c-7cb5-4ff2-8cbf-2d7ece705b92" providerId="ADAL" clId="{DB0D2803-9665-4302-8CE9-606BAC024318}" dt="2024-09-28T05:18:43.571" v="615" actId="478"/>
          <ac:picMkLst>
            <pc:docMk/>
            <pc:sldMk cId="430542168" sldId="450"/>
            <ac:picMk id="43" creationId="{D74DCBFA-CF7D-F9C0-09A1-70FD1F1DE945}"/>
          </ac:picMkLst>
        </pc:picChg>
      </pc:sldChg>
      <pc:sldChg chg="delSp modSp add mod modAnim modNotesTx">
        <pc:chgData name="Zhe Shen" userId="01eaba4c-7cb5-4ff2-8cbf-2d7ece705b92" providerId="ADAL" clId="{DB0D2803-9665-4302-8CE9-606BAC024318}" dt="2024-09-28T06:10:18.590" v="696" actId="20577"/>
        <pc:sldMkLst>
          <pc:docMk/>
          <pc:sldMk cId="2385855433" sldId="451"/>
        </pc:sldMkLst>
        <pc:spChg chg="mod">
          <ac:chgData name="Zhe Shen" userId="01eaba4c-7cb5-4ff2-8cbf-2d7ece705b92" providerId="ADAL" clId="{DB0D2803-9665-4302-8CE9-606BAC024318}" dt="2024-09-28T05:55:45.465" v="636" actId="20577"/>
          <ac:spMkLst>
            <pc:docMk/>
            <pc:sldMk cId="2385855433" sldId="451"/>
            <ac:spMk id="13" creationId="{6754E07E-3E69-6B8E-2C8C-D339B562182A}"/>
          </ac:spMkLst>
        </pc:spChg>
        <pc:picChg chg="del">
          <ac:chgData name="Zhe Shen" userId="01eaba4c-7cb5-4ff2-8cbf-2d7ece705b92" providerId="ADAL" clId="{DB0D2803-9665-4302-8CE9-606BAC024318}" dt="2024-09-28T05:56:50.786" v="646" actId="478"/>
          <ac:picMkLst>
            <pc:docMk/>
            <pc:sldMk cId="2385855433" sldId="451"/>
            <ac:picMk id="8" creationId="{C53A3DB0-C58C-B29D-C066-21D602FF1278}"/>
          </ac:picMkLst>
        </pc:picChg>
      </pc:sldChg>
      <pc:sldChg chg="delSp add mod modNotesTx">
        <pc:chgData name="Zhe Shen" userId="01eaba4c-7cb5-4ff2-8cbf-2d7ece705b92" providerId="ADAL" clId="{DB0D2803-9665-4302-8CE9-606BAC024318}" dt="2024-09-28T06:18:30.555" v="924" actId="20577"/>
        <pc:sldMkLst>
          <pc:docMk/>
          <pc:sldMk cId="3881573480" sldId="452"/>
        </pc:sldMkLst>
        <pc:picChg chg="del">
          <ac:chgData name="Zhe Shen" userId="01eaba4c-7cb5-4ff2-8cbf-2d7ece705b92" providerId="ADAL" clId="{DB0D2803-9665-4302-8CE9-606BAC024318}" dt="2024-09-28T06:16:41.134" v="821" actId="478"/>
          <ac:picMkLst>
            <pc:docMk/>
            <pc:sldMk cId="3881573480" sldId="452"/>
            <ac:picMk id="9" creationId="{CD826270-289D-8CEE-E04E-ACAC4B1393C7}"/>
          </ac:picMkLst>
        </pc:picChg>
        <pc:picChg chg="del">
          <ac:chgData name="Zhe Shen" userId="01eaba4c-7cb5-4ff2-8cbf-2d7ece705b92" providerId="ADAL" clId="{DB0D2803-9665-4302-8CE9-606BAC024318}" dt="2024-09-28T06:16:41.705" v="822" actId="478"/>
          <ac:picMkLst>
            <pc:docMk/>
            <pc:sldMk cId="3881573480" sldId="452"/>
            <ac:picMk id="18" creationId="{F396A90A-A6FF-A05D-0501-0ACEB0B5A09B}"/>
          </ac:picMkLst>
        </pc:picChg>
        <pc:picChg chg="del">
          <ac:chgData name="Zhe Shen" userId="01eaba4c-7cb5-4ff2-8cbf-2d7ece705b92" providerId="ADAL" clId="{DB0D2803-9665-4302-8CE9-606BAC024318}" dt="2024-09-28T06:16:42.669" v="823" actId="478"/>
          <ac:picMkLst>
            <pc:docMk/>
            <pc:sldMk cId="3881573480" sldId="452"/>
            <ac:picMk id="40" creationId="{B9BCB17F-99A2-8AB9-60EB-49335FE31FC5}"/>
          </ac:picMkLst>
        </pc:picChg>
      </pc:sldChg>
      <pc:sldChg chg="delSp add mod modNotesTx">
        <pc:chgData name="Zhe Shen" userId="01eaba4c-7cb5-4ff2-8cbf-2d7ece705b92" providerId="ADAL" clId="{DB0D2803-9665-4302-8CE9-606BAC024318}" dt="2024-09-28T06:18:50.345" v="929" actId="6549"/>
        <pc:sldMkLst>
          <pc:docMk/>
          <pc:sldMk cId="3043542298" sldId="453"/>
        </pc:sldMkLst>
        <pc:picChg chg="del">
          <ac:chgData name="Zhe Shen" userId="01eaba4c-7cb5-4ff2-8cbf-2d7ece705b92" providerId="ADAL" clId="{DB0D2803-9665-4302-8CE9-606BAC024318}" dt="2024-09-28T06:18:43.319" v="927" actId="478"/>
          <ac:picMkLst>
            <pc:docMk/>
            <pc:sldMk cId="3043542298" sldId="453"/>
            <ac:picMk id="8" creationId="{BC6400CF-18DD-7BC7-665C-FE5F9A8DFB3F}"/>
          </ac:picMkLst>
        </pc:picChg>
        <pc:picChg chg="del">
          <ac:chgData name="Zhe Shen" userId="01eaba4c-7cb5-4ff2-8cbf-2d7ece705b92" providerId="ADAL" clId="{DB0D2803-9665-4302-8CE9-606BAC024318}" dt="2024-09-28T06:18:42.912" v="926" actId="478"/>
          <ac:picMkLst>
            <pc:docMk/>
            <pc:sldMk cId="3043542298" sldId="453"/>
            <ac:picMk id="18" creationId="{F396A90A-A6FF-A05D-0501-0ACEB0B5A09B}"/>
          </ac:picMkLst>
        </pc:picChg>
        <pc:picChg chg="del">
          <ac:chgData name="Zhe Shen" userId="01eaba4c-7cb5-4ff2-8cbf-2d7ece705b92" providerId="ADAL" clId="{DB0D2803-9665-4302-8CE9-606BAC024318}" dt="2024-09-28T06:18:43.784" v="928" actId="478"/>
          <ac:picMkLst>
            <pc:docMk/>
            <pc:sldMk cId="3043542298" sldId="453"/>
            <ac:picMk id="40" creationId="{B9BCB17F-99A2-8AB9-60EB-49335FE31FC5}"/>
          </ac:picMkLst>
        </pc:picChg>
      </pc:sldChg>
      <pc:sldChg chg="addSp delSp add mod modNotesTx">
        <pc:chgData name="Zhe Shen" userId="01eaba4c-7cb5-4ff2-8cbf-2d7ece705b92" providerId="ADAL" clId="{DB0D2803-9665-4302-8CE9-606BAC024318}" dt="2024-09-28T06:19:51.194" v="989" actId="20577"/>
        <pc:sldMkLst>
          <pc:docMk/>
          <pc:sldMk cId="866274391" sldId="454"/>
        </pc:sldMkLst>
        <pc:picChg chg="del">
          <ac:chgData name="Zhe Shen" userId="01eaba4c-7cb5-4ff2-8cbf-2d7ece705b92" providerId="ADAL" clId="{DB0D2803-9665-4302-8CE9-606BAC024318}" dt="2024-09-28T06:18:53.961" v="931" actId="478"/>
          <ac:picMkLst>
            <pc:docMk/>
            <pc:sldMk cId="866274391" sldId="454"/>
            <ac:picMk id="8" creationId="{BC6400CF-18DD-7BC7-665C-FE5F9A8DFB3F}"/>
          </ac:picMkLst>
        </pc:picChg>
        <pc:picChg chg="add del">
          <ac:chgData name="Zhe Shen" userId="01eaba4c-7cb5-4ff2-8cbf-2d7ece705b92" providerId="ADAL" clId="{DB0D2803-9665-4302-8CE9-606BAC024318}" dt="2024-09-28T06:19:17.016" v="936" actId="478"/>
          <ac:picMkLst>
            <pc:docMk/>
            <pc:sldMk cId="866274391" sldId="454"/>
            <ac:picMk id="9" creationId="{CD826270-289D-8CEE-E04E-ACAC4B1393C7}"/>
          </ac:picMkLst>
        </pc:picChg>
        <pc:picChg chg="del">
          <ac:chgData name="Zhe Shen" userId="01eaba4c-7cb5-4ff2-8cbf-2d7ece705b92" providerId="ADAL" clId="{DB0D2803-9665-4302-8CE9-606BAC024318}" dt="2024-09-28T06:18:53.605" v="930" actId="478"/>
          <ac:picMkLst>
            <pc:docMk/>
            <pc:sldMk cId="866274391" sldId="454"/>
            <ac:picMk id="18" creationId="{F396A90A-A6FF-A05D-0501-0ACEB0B5A09B}"/>
          </ac:picMkLst>
        </pc:picChg>
      </pc:sldChg>
      <pc:sldChg chg="new">
        <pc:chgData name="Zhe Shen" userId="01eaba4c-7cb5-4ff2-8cbf-2d7ece705b92" providerId="ADAL" clId="{DB0D2803-9665-4302-8CE9-606BAC024318}" dt="2024-10-01T12:27:21.106" v="5463" actId="680"/>
        <pc:sldMkLst>
          <pc:docMk/>
          <pc:sldMk cId="1474987804" sldId="455"/>
        </pc:sldMkLst>
      </pc:sldChg>
      <pc:sldChg chg="new del">
        <pc:chgData name="Zhe Shen" userId="01eaba4c-7cb5-4ff2-8cbf-2d7ece705b92" providerId="ADAL" clId="{DB0D2803-9665-4302-8CE9-606BAC024318}" dt="2024-10-02T15:19:05.200" v="7416" actId="47"/>
        <pc:sldMkLst>
          <pc:docMk/>
          <pc:sldMk cId="2335255758" sldId="456"/>
        </pc:sldMkLst>
      </pc:sldChg>
      <pc:sldChg chg="new del">
        <pc:chgData name="Zhe Shen" userId="01eaba4c-7cb5-4ff2-8cbf-2d7ece705b92" providerId="ADAL" clId="{DB0D2803-9665-4302-8CE9-606BAC024318}" dt="2024-10-02T15:19:05.910" v="7417" actId="47"/>
        <pc:sldMkLst>
          <pc:docMk/>
          <pc:sldMk cId="3936799188" sldId="457"/>
        </pc:sldMkLst>
      </pc:sldChg>
      <pc:sldChg chg="modSp add mod ord modNotesTx">
        <pc:chgData name="Zhe Shen" userId="01eaba4c-7cb5-4ff2-8cbf-2d7ece705b92" providerId="ADAL" clId="{DB0D2803-9665-4302-8CE9-606BAC024318}" dt="2024-10-02T15:21:53.464" v="7536" actId="20577"/>
        <pc:sldMkLst>
          <pc:docMk/>
          <pc:sldMk cId="2825097279" sldId="458"/>
        </pc:sldMkLst>
        <pc:spChg chg="mod">
          <ac:chgData name="Zhe Shen" userId="01eaba4c-7cb5-4ff2-8cbf-2d7ece705b92" providerId="ADAL" clId="{DB0D2803-9665-4302-8CE9-606BAC024318}" dt="2024-10-02T15:21:40.952" v="7512" actId="20577"/>
          <ac:spMkLst>
            <pc:docMk/>
            <pc:sldMk cId="2825097279" sldId="458"/>
            <ac:spMk id="4" creationId="{00000000-0000-0000-0000-000000000000}"/>
          </ac:spMkLst>
        </pc:spChg>
      </pc:sldChg>
      <pc:sldChg chg="addSp delSp modSp add mod modAnim modNotesTx">
        <pc:chgData name="Zhe Shen" userId="01eaba4c-7cb5-4ff2-8cbf-2d7ece705b92" providerId="ADAL" clId="{DB0D2803-9665-4302-8CE9-606BAC024318}" dt="2024-10-02T15:24:37.155" v="7586"/>
        <pc:sldMkLst>
          <pc:docMk/>
          <pc:sldMk cId="2043353107" sldId="519"/>
        </pc:sldMkLst>
        <pc:spChg chg="mod">
          <ac:chgData name="Zhe Shen" userId="01eaba4c-7cb5-4ff2-8cbf-2d7ece705b92" providerId="ADAL" clId="{DB0D2803-9665-4302-8CE9-606BAC024318}" dt="2024-10-02T15:24:34.373" v="7584" actId="20577"/>
          <ac:spMkLst>
            <pc:docMk/>
            <pc:sldMk cId="2043353107" sldId="519"/>
            <ac:spMk id="7" creationId="{945D97F4-6FEF-EFCB-52B8-0F534FB2F1CA}"/>
          </ac:spMkLst>
        </pc:spChg>
        <pc:spChg chg="add mod">
          <ac:chgData name="Zhe Shen" userId="01eaba4c-7cb5-4ff2-8cbf-2d7ece705b92" providerId="ADAL" clId="{DB0D2803-9665-4302-8CE9-606BAC024318}" dt="2024-10-02T15:23:02.801" v="7550" actId="20577"/>
          <ac:spMkLst>
            <pc:docMk/>
            <pc:sldMk cId="2043353107" sldId="519"/>
            <ac:spMk id="9" creationId="{37B84083-71A2-C892-07F5-57582C624EF8}"/>
          </ac:spMkLst>
        </pc:spChg>
        <pc:spChg chg="del mod">
          <ac:chgData name="Zhe Shen" userId="01eaba4c-7cb5-4ff2-8cbf-2d7ece705b92" providerId="ADAL" clId="{DB0D2803-9665-4302-8CE9-606BAC024318}" dt="2024-10-02T15:22:58.660" v="7547" actId="478"/>
          <ac:spMkLst>
            <pc:docMk/>
            <pc:sldMk cId="2043353107" sldId="519"/>
            <ac:spMk id="10" creationId="{99B0BCFD-2A3C-1FD1-04C7-58A26A901C1B}"/>
          </ac:spMkLst>
        </pc:spChg>
        <pc:spChg chg="del">
          <ac:chgData name="Zhe Shen" userId="01eaba4c-7cb5-4ff2-8cbf-2d7ece705b92" providerId="ADAL" clId="{DB0D2803-9665-4302-8CE9-606BAC024318}" dt="2024-10-02T15:24:36.916" v="7585" actId="478"/>
          <ac:spMkLst>
            <pc:docMk/>
            <pc:sldMk cId="2043353107" sldId="519"/>
            <ac:spMk id="20" creationId="{422DD18A-1362-F43F-692C-7A76AB3F4B6D}"/>
          </ac:spMkLst>
        </pc:spChg>
        <pc:spChg chg="add mod">
          <ac:chgData name="Zhe Shen" userId="01eaba4c-7cb5-4ff2-8cbf-2d7ece705b92" providerId="ADAL" clId="{DB0D2803-9665-4302-8CE9-606BAC024318}" dt="2024-10-02T15:24:37.155" v="7586"/>
          <ac:spMkLst>
            <pc:docMk/>
            <pc:sldMk cId="2043353107" sldId="519"/>
            <ac:spMk id="27" creationId="{0B7D682D-1F79-72F2-200D-CB6390167841}"/>
          </ac:spMkLst>
        </pc:spChg>
      </pc:sldChg>
      <pc:sldChg chg="addSp delSp modSp add mod modNotesTx">
        <pc:chgData name="Zhe Shen" userId="01eaba4c-7cb5-4ff2-8cbf-2d7ece705b92" providerId="ADAL" clId="{DB0D2803-9665-4302-8CE9-606BAC024318}" dt="2024-10-02T15:24:41.845" v="7589"/>
        <pc:sldMkLst>
          <pc:docMk/>
          <pc:sldMk cId="3354227471" sldId="522"/>
        </pc:sldMkLst>
        <pc:spChg chg="mod">
          <ac:chgData name="Zhe Shen" userId="01eaba4c-7cb5-4ff2-8cbf-2d7ece705b92" providerId="ADAL" clId="{DB0D2803-9665-4302-8CE9-606BAC024318}" dt="2024-10-02T15:24:40.542" v="7587" actId="20577"/>
          <ac:spMkLst>
            <pc:docMk/>
            <pc:sldMk cId="3354227471" sldId="522"/>
            <ac:spMk id="7" creationId="{945D97F4-6FEF-EFCB-52B8-0F534FB2F1CA}"/>
          </ac:spMkLst>
        </pc:spChg>
        <pc:spChg chg="del">
          <ac:chgData name="Zhe Shen" userId="01eaba4c-7cb5-4ff2-8cbf-2d7ece705b92" providerId="ADAL" clId="{DB0D2803-9665-4302-8CE9-606BAC024318}" dt="2024-10-02T15:24:41.601" v="7588" actId="478"/>
          <ac:spMkLst>
            <pc:docMk/>
            <pc:sldMk cId="3354227471" sldId="522"/>
            <ac:spMk id="8" creationId="{2473BD03-C86F-266B-D5C6-73A9897CB849}"/>
          </ac:spMkLst>
        </pc:spChg>
        <pc:spChg chg="add mod">
          <ac:chgData name="Zhe Shen" userId="01eaba4c-7cb5-4ff2-8cbf-2d7ece705b92" providerId="ADAL" clId="{DB0D2803-9665-4302-8CE9-606BAC024318}" dt="2024-10-02T15:23:11.649" v="7553" actId="20577"/>
          <ac:spMkLst>
            <pc:docMk/>
            <pc:sldMk cId="3354227471" sldId="522"/>
            <ac:spMk id="9" creationId="{8C333A9B-795D-4058-A96D-09323B0C80C1}"/>
          </ac:spMkLst>
        </pc:spChg>
        <pc:spChg chg="del">
          <ac:chgData name="Zhe Shen" userId="01eaba4c-7cb5-4ff2-8cbf-2d7ece705b92" providerId="ADAL" clId="{DB0D2803-9665-4302-8CE9-606BAC024318}" dt="2024-10-02T15:23:09.432" v="7551" actId="478"/>
          <ac:spMkLst>
            <pc:docMk/>
            <pc:sldMk cId="3354227471" sldId="522"/>
            <ac:spMk id="12" creationId="{7F4AD632-AE9B-9DB0-08C9-0A443CCA2B72}"/>
          </ac:spMkLst>
        </pc:spChg>
        <pc:spChg chg="add mod">
          <ac:chgData name="Zhe Shen" userId="01eaba4c-7cb5-4ff2-8cbf-2d7ece705b92" providerId="ADAL" clId="{DB0D2803-9665-4302-8CE9-606BAC024318}" dt="2024-10-02T15:24:41.845" v="7589"/>
          <ac:spMkLst>
            <pc:docMk/>
            <pc:sldMk cId="3354227471" sldId="522"/>
            <ac:spMk id="16" creationId="{BAC05A75-D818-07D1-7812-BE44837CEE1D}"/>
          </ac:spMkLst>
        </pc:spChg>
      </pc:sldChg>
      <pc:sldChg chg="addSp delSp modSp add del mod">
        <pc:chgData name="Zhe Shen" userId="01eaba4c-7cb5-4ff2-8cbf-2d7ece705b92" providerId="ADAL" clId="{DB0D2803-9665-4302-8CE9-606BAC024318}" dt="2024-10-06T08:04:39.492" v="11349" actId="47"/>
        <pc:sldMkLst>
          <pc:docMk/>
          <pc:sldMk cId="3276127146" sldId="525"/>
        </pc:sldMkLst>
        <pc:spChg chg="mod">
          <ac:chgData name="Zhe Shen" userId="01eaba4c-7cb5-4ff2-8cbf-2d7ece705b92" providerId="ADAL" clId="{DB0D2803-9665-4302-8CE9-606BAC024318}" dt="2024-10-02T15:23:37.111" v="7560" actId="20577"/>
          <ac:spMkLst>
            <pc:docMk/>
            <pc:sldMk cId="3276127146" sldId="525"/>
            <ac:spMk id="7" creationId="{14098B79-1FB6-F36A-A6D6-A943FEA05D66}"/>
          </ac:spMkLst>
        </pc:spChg>
        <pc:spChg chg="del">
          <ac:chgData name="Zhe Shen" userId="01eaba4c-7cb5-4ff2-8cbf-2d7ece705b92" providerId="ADAL" clId="{DB0D2803-9665-4302-8CE9-606BAC024318}" dt="2024-10-02T15:25:06.256" v="7601" actId="478"/>
          <ac:spMkLst>
            <pc:docMk/>
            <pc:sldMk cId="3276127146" sldId="525"/>
            <ac:spMk id="8" creationId="{A3F2475C-5EB0-E43D-3000-14F492BC56E5}"/>
          </ac:spMkLst>
        </pc:spChg>
        <pc:spChg chg="mod">
          <ac:chgData name="Zhe Shen" userId="01eaba4c-7cb5-4ff2-8cbf-2d7ece705b92" providerId="ADAL" clId="{DB0D2803-9665-4302-8CE9-606BAC024318}" dt="2024-10-02T15:25:04.259" v="7600" actId="20577"/>
          <ac:spMkLst>
            <pc:docMk/>
            <pc:sldMk cId="3276127146" sldId="525"/>
            <ac:spMk id="9" creationId="{47CA5E24-C821-FCA2-17B0-D1F1086A8E9E}"/>
          </ac:spMkLst>
        </pc:spChg>
        <pc:spChg chg="add mod">
          <ac:chgData name="Zhe Shen" userId="01eaba4c-7cb5-4ff2-8cbf-2d7ece705b92" providerId="ADAL" clId="{DB0D2803-9665-4302-8CE9-606BAC024318}" dt="2024-10-02T15:25:06.471" v="7602"/>
          <ac:spMkLst>
            <pc:docMk/>
            <pc:sldMk cId="3276127146" sldId="525"/>
            <ac:spMk id="10" creationId="{95E5E609-B07E-3FD0-05BD-477AECDF4C12}"/>
          </ac:spMkLst>
        </pc:spChg>
      </pc:sldChg>
      <pc:sldChg chg="modSp add del mod modNotesTx">
        <pc:chgData name="Zhe Shen" userId="01eaba4c-7cb5-4ff2-8cbf-2d7ece705b92" providerId="ADAL" clId="{DB0D2803-9665-4302-8CE9-606BAC024318}" dt="2024-10-05T08:05:20.426" v="11344" actId="20577"/>
        <pc:sldMkLst>
          <pc:docMk/>
          <pc:sldMk cId="1552454079" sldId="533"/>
        </pc:sldMkLst>
        <pc:spChg chg="mod">
          <ac:chgData name="Zhe Shen" userId="01eaba4c-7cb5-4ff2-8cbf-2d7ece705b92" providerId="ADAL" clId="{DB0D2803-9665-4302-8CE9-606BAC024318}" dt="2024-10-02T15:22:18.448" v="7537" actId="20577"/>
          <ac:spMkLst>
            <pc:docMk/>
            <pc:sldMk cId="1552454079" sldId="533"/>
            <ac:spMk id="13" creationId="{6754E07E-3E69-6B8E-2C8C-D339B562182A}"/>
          </ac:spMkLst>
        </pc:spChg>
        <pc:spChg chg="mod">
          <ac:chgData name="Zhe Shen" userId="01eaba4c-7cb5-4ff2-8cbf-2d7ece705b92" providerId="ADAL" clId="{DB0D2803-9665-4302-8CE9-606BAC024318}" dt="2024-10-02T15:23:55.066" v="7569" actId="20577"/>
          <ac:spMkLst>
            <pc:docMk/>
            <pc:sldMk cId="1552454079" sldId="533"/>
            <ac:spMk id="15" creationId="{469976F9-B43F-4A45-248B-F4FC79BA1ED1}"/>
          </ac:spMkLst>
        </pc:spChg>
      </pc:sldChg>
      <pc:sldChg chg="addSp delSp modSp add del mod">
        <pc:chgData name="Zhe Shen" userId="01eaba4c-7cb5-4ff2-8cbf-2d7ece705b92" providerId="ADAL" clId="{DB0D2803-9665-4302-8CE9-606BAC024318}" dt="2024-10-02T15:24:04.765" v="7573"/>
        <pc:sldMkLst>
          <pc:docMk/>
          <pc:sldMk cId="0" sldId="534"/>
        </pc:sldMkLst>
        <pc:spChg chg="del">
          <ac:chgData name="Zhe Shen" userId="01eaba4c-7cb5-4ff2-8cbf-2d7ece705b92" providerId="ADAL" clId="{DB0D2803-9665-4302-8CE9-606BAC024318}" dt="2024-10-02T15:24:04.556" v="7572" actId="478"/>
          <ac:spMkLst>
            <pc:docMk/>
            <pc:sldMk cId="0" sldId="534"/>
            <ac:spMk id="10" creationId="{8EA97898-288D-16D1-3A4A-1C6ABDBE10B2}"/>
          </ac:spMkLst>
        </pc:spChg>
        <pc:spChg chg="add mod">
          <ac:chgData name="Zhe Shen" userId="01eaba4c-7cb5-4ff2-8cbf-2d7ece705b92" providerId="ADAL" clId="{DB0D2803-9665-4302-8CE9-606BAC024318}" dt="2024-10-02T15:24:04.765" v="7573"/>
          <ac:spMkLst>
            <pc:docMk/>
            <pc:sldMk cId="0" sldId="534"/>
            <ac:spMk id="11" creationId="{ED973365-A4A9-F0A6-8685-E1FDBACE7A3E}"/>
          </ac:spMkLst>
        </pc:spChg>
        <pc:spChg chg="mod">
          <ac:chgData name="Zhe Shen" userId="01eaba4c-7cb5-4ff2-8cbf-2d7ece705b92" providerId="ADAL" clId="{DB0D2803-9665-4302-8CE9-606BAC024318}" dt="2024-10-02T15:22:25.981" v="7539" actId="20577"/>
          <ac:spMkLst>
            <pc:docMk/>
            <pc:sldMk cId="0" sldId="534"/>
            <ac:spMk id="15" creationId="{3237FCA6-611D-E615-B17A-E84FB82F0FFE}"/>
          </ac:spMkLst>
        </pc:spChg>
      </pc:sldChg>
      <pc:sldChg chg="modSp add mod modNotesTx">
        <pc:chgData name="Zhe Shen" userId="01eaba4c-7cb5-4ff2-8cbf-2d7ece705b92" providerId="ADAL" clId="{DB0D2803-9665-4302-8CE9-606BAC024318}" dt="2024-10-06T08:04:56.954" v="11353" actId="20577"/>
        <pc:sldMkLst>
          <pc:docMk/>
          <pc:sldMk cId="365317718" sldId="535"/>
        </pc:sldMkLst>
        <pc:spChg chg="mod">
          <ac:chgData name="Zhe Shen" userId="01eaba4c-7cb5-4ff2-8cbf-2d7ece705b92" providerId="ADAL" clId="{DB0D2803-9665-4302-8CE9-606BAC024318}" dt="2024-10-06T08:04:56.954" v="11353" actId="20577"/>
          <ac:spMkLst>
            <pc:docMk/>
            <pc:sldMk cId="365317718" sldId="535"/>
            <ac:spMk id="7" creationId="{14098B79-1FB6-F36A-A6D6-A943FEA05D66}"/>
          </ac:spMkLst>
        </pc:spChg>
        <pc:spChg chg="mod">
          <ac:chgData name="Zhe Shen" userId="01eaba4c-7cb5-4ff2-8cbf-2d7ece705b92" providerId="ADAL" clId="{DB0D2803-9665-4302-8CE9-606BAC024318}" dt="2024-10-03T07:02:28.927" v="8544" actId="20577"/>
          <ac:spMkLst>
            <pc:docMk/>
            <pc:sldMk cId="365317718" sldId="535"/>
            <ac:spMk id="8" creationId="{A3F2475C-5EB0-E43D-3000-14F492BC56E5}"/>
          </ac:spMkLst>
        </pc:spChg>
      </pc:sldChg>
      <pc:sldChg chg="add del">
        <pc:chgData name="Zhe Shen" userId="01eaba4c-7cb5-4ff2-8cbf-2d7ece705b92" providerId="ADAL" clId="{DB0D2803-9665-4302-8CE9-606BAC024318}" dt="2024-10-02T01:56:31.613" v="5653"/>
        <pc:sldMkLst>
          <pc:docMk/>
          <pc:sldMk cId="1895624157" sldId="535"/>
        </pc:sldMkLst>
      </pc:sldChg>
      <pc:sldChg chg="add del">
        <pc:chgData name="Zhe Shen" userId="01eaba4c-7cb5-4ff2-8cbf-2d7ece705b92" providerId="ADAL" clId="{DB0D2803-9665-4302-8CE9-606BAC024318}" dt="2024-10-02T01:56:31.613" v="5653"/>
        <pc:sldMkLst>
          <pc:docMk/>
          <pc:sldMk cId="750892919" sldId="536"/>
        </pc:sldMkLst>
      </pc:sldChg>
      <pc:sldChg chg="add del">
        <pc:chgData name="Zhe Shen" userId="01eaba4c-7cb5-4ff2-8cbf-2d7ece705b92" providerId="ADAL" clId="{DB0D2803-9665-4302-8CE9-606BAC024318}" dt="2024-10-02T01:56:31.613" v="5653"/>
        <pc:sldMkLst>
          <pc:docMk/>
          <pc:sldMk cId="1182299775" sldId="537"/>
        </pc:sldMkLst>
      </pc:sldChg>
      <pc:sldChg chg="addSp delSp modSp add mod ord modNotesTx">
        <pc:chgData name="Zhe Shen" userId="01eaba4c-7cb5-4ff2-8cbf-2d7ece705b92" providerId="ADAL" clId="{DB0D2803-9665-4302-8CE9-606BAC024318}" dt="2024-10-06T08:04:21.018" v="11347" actId="20577"/>
        <pc:sldMkLst>
          <pc:docMk/>
          <pc:sldMk cId="2756219435" sldId="567"/>
        </pc:sldMkLst>
        <pc:spChg chg="del">
          <ac:chgData name="Zhe Shen" userId="01eaba4c-7cb5-4ff2-8cbf-2d7ece705b92" providerId="ADAL" clId="{DB0D2803-9665-4302-8CE9-606BAC024318}" dt="2024-10-02T15:23:16.371" v="7554" actId="478"/>
          <ac:spMkLst>
            <pc:docMk/>
            <pc:sldMk cId="2756219435" sldId="567"/>
            <ac:spMk id="7" creationId="{14098B79-1FB6-F36A-A6D6-A943FEA05D66}"/>
          </ac:spMkLst>
        </pc:spChg>
        <pc:spChg chg="del">
          <ac:chgData name="Zhe Shen" userId="01eaba4c-7cb5-4ff2-8cbf-2d7ece705b92" providerId="ADAL" clId="{DB0D2803-9665-4302-8CE9-606BAC024318}" dt="2024-10-02T15:24:46.407" v="7591" actId="478"/>
          <ac:spMkLst>
            <pc:docMk/>
            <pc:sldMk cId="2756219435" sldId="567"/>
            <ac:spMk id="8" creationId="{A3F2475C-5EB0-E43D-3000-14F492BC56E5}"/>
          </ac:spMkLst>
        </pc:spChg>
        <pc:spChg chg="mod">
          <ac:chgData name="Zhe Shen" userId="01eaba4c-7cb5-4ff2-8cbf-2d7ece705b92" providerId="ADAL" clId="{DB0D2803-9665-4302-8CE9-606BAC024318}" dt="2024-10-02T15:24:44.664" v="7590" actId="6549"/>
          <ac:spMkLst>
            <pc:docMk/>
            <pc:sldMk cId="2756219435" sldId="567"/>
            <ac:spMk id="9" creationId="{47CA5E24-C821-FCA2-17B0-D1F1086A8E9E}"/>
          </ac:spMkLst>
        </pc:spChg>
        <pc:spChg chg="add mod">
          <ac:chgData name="Zhe Shen" userId="01eaba4c-7cb5-4ff2-8cbf-2d7ece705b92" providerId="ADAL" clId="{DB0D2803-9665-4302-8CE9-606BAC024318}" dt="2024-10-02T15:10:57.439" v="7064"/>
          <ac:spMkLst>
            <pc:docMk/>
            <pc:sldMk cId="2756219435" sldId="567"/>
            <ac:spMk id="13" creationId="{303708AA-AC7F-BB0F-6766-8A3559E5D8F2}"/>
          </ac:spMkLst>
        </pc:spChg>
        <pc:spChg chg="add mod">
          <ac:chgData name="Zhe Shen" userId="01eaba4c-7cb5-4ff2-8cbf-2d7ece705b92" providerId="ADAL" clId="{DB0D2803-9665-4302-8CE9-606BAC024318}" dt="2024-10-02T15:23:19.281" v="7556" actId="20577"/>
          <ac:spMkLst>
            <pc:docMk/>
            <pc:sldMk cId="2756219435" sldId="567"/>
            <ac:spMk id="17" creationId="{510CCF62-A0E3-4F0C-107D-AC8887CD6AA0}"/>
          </ac:spMkLst>
        </pc:spChg>
        <pc:spChg chg="add mod">
          <ac:chgData name="Zhe Shen" userId="01eaba4c-7cb5-4ff2-8cbf-2d7ece705b92" providerId="ADAL" clId="{DB0D2803-9665-4302-8CE9-606BAC024318}" dt="2024-10-02T15:24:46.666" v="7592"/>
          <ac:spMkLst>
            <pc:docMk/>
            <pc:sldMk cId="2756219435" sldId="567"/>
            <ac:spMk id="18" creationId="{C430C46F-84C6-7751-D63D-14F0CC0148B5}"/>
          </ac:spMkLst>
        </pc:spChg>
        <pc:graphicFrameChg chg="add mod">
          <ac:chgData name="Zhe Shen" userId="01eaba4c-7cb5-4ff2-8cbf-2d7ece705b92" providerId="ADAL" clId="{DB0D2803-9665-4302-8CE9-606BAC024318}" dt="2024-10-02T15:10:57.439" v="7064"/>
          <ac:graphicFrameMkLst>
            <pc:docMk/>
            <pc:sldMk cId="2756219435" sldId="567"/>
            <ac:graphicFrameMk id="15" creationId="{8BD1F914-2AD2-28E7-D55E-C774D7428389}"/>
          </ac:graphicFrameMkLst>
        </pc:graphicFrameChg>
        <pc:graphicFrameChg chg="add mod">
          <ac:chgData name="Zhe Shen" userId="01eaba4c-7cb5-4ff2-8cbf-2d7ece705b92" providerId="ADAL" clId="{DB0D2803-9665-4302-8CE9-606BAC024318}" dt="2024-10-02T15:10:57.439" v="7064"/>
          <ac:graphicFrameMkLst>
            <pc:docMk/>
            <pc:sldMk cId="2756219435" sldId="567"/>
            <ac:graphicFrameMk id="16" creationId="{1844AC8E-AD5D-7C54-314D-1C0412ED7898}"/>
          </ac:graphicFrameMkLst>
        </pc:graphicFrameChg>
        <pc:picChg chg="del">
          <ac:chgData name="Zhe Shen" userId="01eaba4c-7cb5-4ff2-8cbf-2d7ece705b92" providerId="ADAL" clId="{DB0D2803-9665-4302-8CE9-606BAC024318}" dt="2024-10-02T15:10:57.191" v="7063" actId="478"/>
          <ac:picMkLst>
            <pc:docMk/>
            <pc:sldMk cId="2756219435" sldId="567"/>
            <ac:picMk id="11" creationId="{52B0078D-ADCA-26FC-FFD7-E668717C636D}"/>
          </ac:picMkLst>
        </pc:picChg>
        <pc:picChg chg="add mod">
          <ac:chgData name="Zhe Shen" userId="01eaba4c-7cb5-4ff2-8cbf-2d7ece705b92" providerId="ADAL" clId="{DB0D2803-9665-4302-8CE9-606BAC024318}" dt="2024-10-02T15:10:57.439" v="7064"/>
          <ac:picMkLst>
            <pc:docMk/>
            <pc:sldMk cId="2756219435" sldId="567"/>
            <ac:picMk id="14" creationId="{2E51CA1D-4EAE-9C16-6B69-5C7B7B13C641}"/>
          </ac:picMkLst>
        </pc:picChg>
      </pc:sldChg>
      <pc:sldChg chg="addSp delSp modSp add mod ord modNotesTx">
        <pc:chgData name="Zhe Shen" userId="01eaba4c-7cb5-4ff2-8cbf-2d7ece705b92" providerId="ADAL" clId="{DB0D2803-9665-4302-8CE9-606BAC024318}" dt="2024-10-06T08:04:30.763" v="11348" actId="20577"/>
        <pc:sldMkLst>
          <pc:docMk/>
          <pc:sldMk cId="1809149644" sldId="568"/>
        </pc:sldMkLst>
        <pc:spChg chg="mod">
          <ac:chgData name="Zhe Shen" userId="01eaba4c-7cb5-4ff2-8cbf-2d7ece705b92" providerId="ADAL" clId="{DB0D2803-9665-4302-8CE9-606BAC024318}" dt="2024-10-02T15:23:33.203" v="7558" actId="20577"/>
          <ac:spMkLst>
            <pc:docMk/>
            <pc:sldMk cId="1809149644" sldId="568"/>
            <ac:spMk id="7" creationId="{14098B79-1FB6-F36A-A6D6-A943FEA05D66}"/>
          </ac:spMkLst>
        </pc:spChg>
        <pc:spChg chg="add mod">
          <ac:chgData name="Zhe Shen" userId="01eaba4c-7cb5-4ff2-8cbf-2d7ece705b92" providerId="ADAL" clId="{DB0D2803-9665-4302-8CE9-606BAC024318}" dt="2024-10-02T15:24:53.958" v="7597"/>
          <ac:spMkLst>
            <pc:docMk/>
            <pc:sldMk cId="1809149644" sldId="568"/>
            <ac:spMk id="8" creationId="{C6AE9F97-6F70-D0D7-AD3E-7E8B0E55D29D}"/>
          </ac:spMkLst>
        </pc:spChg>
        <pc:spChg chg="del">
          <ac:chgData name="Zhe Shen" userId="01eaba4c-7cb5-4ff2-8cbf-2d7ece705b92" providerId="ADAL" clId="{DB0D2803-9665-4302-8CE9-606BAC024318}" dt="2024-10-02T15:24:53.729" v="7596" actId="478"/>
          <ac:spMkLst>
            <pc:docMk/>
            <pc:sldMk cId="1809149644" sldId="568"/>
            <ac:spMk id="11" creationId="{00000000-0000-0000-0000-000000000000}"/>
          </ac:spMkLst>
        </pc:spChg>
        <pc:spChg chg="mod">
          <ac:chgData name="Zhe Shen" userId="01eaba4c-7cb5-4ff2-8cbf-2d7ece705b92" providerId="ADAL" clId="{DB0D2803-9665-4302-8CE9-606BAC024318}" dt="2024-10-02T15:24:51.595" v="7595" actId="20577"/>
          <ac:spMkLst>
            <pc:docMk/>
            <pc:sldMk cId="1809149644" sldId="568"/>
            <ac:spMk id="13" creationId="{B448349F-EE14-81AC-E96B-A8519DCFFB2E}"/>
          </ac:spMkLst>
        </pc:spChg>
      </pc:sldChg>
      <pc:sldChg chg="addSp delSp modSp new mod modAnim modNotesTx">
        <pc:chgData name="Zhe Shen" userId="01eaba4c-7cb5-4ff2-8cbf-2d7ece705b92" providerId="ADAL" clId="{DB0D2803-9665-4302-8CE9-606BAC024318}" dt="2024-10-05T07:51:28.039" v="10507" actId="20577"/>
        <pc:sldMkLst>
          <pc:docMk/>
          <pc:sldMk cId="307763446" sldId="569"/>
        </pc:sldMkLst>
        <pc:spChg chg="add mod">
          <ac:chgData name="Zhe Shen" userId="01eaba4c-7cb5-4ff2-8cbf-2d7ece705b92" providerId="ADAL" clId="{DB0D2803-9665-4302-8CE9-606BAC024318}" dt="2024-10-02T03:19:57.006" v="6085" actId="207"/>
          <ac:spMkLst>
            <pc:docMk/>
            <pc:sldMk cId="307763446" sldId="569"/>
            <ac:spMk id="4" creationId="{CB055186-ED9E-4557-AD7B-43AC1D362086}"/>
          </ac:spMkLst>
        </pc:spChg>
        <pc:spChg chg="add mod">
          <ac:chgData name="Zhe Shen" userId="01eaba4c-7cb5-4ff2-8cbf-2d7ece705b92" providerId="ADAL" clId="{DB0D2803-9665-4302-8CE9-606BAC024318}" dt="2024-10-02T03:01:00.581" v="6066"/>
          <ac:spMkLst>
            <pc:docMk/>
            <pc:sldMk cId="307763446" sldId="569"/>
            <ac:spMk id="5" creationId="{C0233961-BF47-BF80-0613-28EE87B9680E}"/>
          </ac:spMkLst>
        </pc:spChg>
        <pc:spChg chg="add del mod">
          <ac:chgData name="Zhe Shen" userId="01eaba4c-7cb5-4ff2-8cbf-2d7ece705b92" providerId="ADAL" clId="{DB0D2803-9665-4302-8CE9-606BAC024318}" dt="2024-10-02T03:18:46.426" v="6075" actId="478"/>
          <ac:spMkLst>
            <pc:docMk/>
            <pc:sldMk cId="307763446" sldId="569"/>
            <ac:spMk id="6" creationId="{5A34AA82-5FCE-E26D-851B-EAD8643553E6}"/>
          </ac:spMkLst>
        </pc:spChg>
        <pc:spChg chg="add mod">
          <ac:chgData name="Zhe Shen" userId="01eaba4c-7cb5-4ff2-8cbf-2d7ece705b92" providerId="ADAL" clId="{DB0D2803-9665-4302-8CE9-606BAC024318}" dt="2024-10-02T03:21:58.949" v="6104" actId="207"/>
          <ac:spMkLst>
            <pc:docMk/>
            <pc:sldMk cId="307763446" sldId="569"/>
            <ac:spMk id="9" creationId="{D23882F6-2A29-93C2-0205-46D6964CF43C}"/>
          </ac:spMkLst>
        </pc:spChg>
        <pc:spChg chg="add mod">
          <ac:chgData name="Zhe Shen" userId="01eaba4c-7cb5-4ff2-8cbf-2d7ece705b92" providerId="ADAL" clId="{DB0D2803-9665-4302-8CE9-606BAC024318}" dt="2024-10-02T03:21:37.817" v="6103" actId="207"/>
          <ac:spMkLst>
            <pc:docMk/>
            <pc:sldMk cId="307763446" sldId="569"/>
            <ac:spMk id="10" creationId="{DE22C1B1-26C9-AFD3-267D-1DF535AACC07}"/>
          </ac:spMkLst>
        </pc:spChg>
        <pc:spChg chg="add mod">
          <ac:chgData name="Zhe Shen" userId="01eaba4c-7cb5-4ff2-8cbf-2d7ece705b92" providerId="ADAL" clId="{DB0D2803-9665-4302-8CE9-606BAC024318}" dt="2024-10-02T03:24:31.950" v="6122" actId="1076"/>
          <ac:spMkLst>
            <pc:docMk/>
            <pc:sldMk cId="307763446" sldId="569"/>
            <ac:spMk id="11" creationId="{C1213B06-D4B2-C14D-CC5E-1CE46CFEEEFC}"/>
          </ac:spMkLst>
        </pc:spChg>
        <pc:spChg chg="add mod">
          <ac:chgData name="Zhe Shen" userId="01eaba4c-7cb5-4ff2-8cbf-2d7ece705b92" providerId="ADAL" clId="{DB0D2803-9665-4302-8CE9-606BAC024318}" dt="2024-10-02T03:25:02.077" v="6136" actId="1076"/>
          <ac:spMkLst>
            <pc:docMk/>
            <pc:sldMk cId="307763446" sldId="569"/>
            <ac:spMk id="12" creationId="{B1113A80-0596-2CA6-5AB1-50F5C4E91592}"/>
          </ac:spMkLst>
        </pc:spChg>
        <pc:picChg chg="add mod">
          <ac:chgData name="Zhe Shen" userId="01eaba4c-7cb5-4ff2-8cbf-2d7ece705b92" providerId="ADAL" clId="{DB0D2803-9665-4302-8CE9-606BAC024318}" dt="2024-10-02T03:24:45.219" v="6134" actId="1076"/>
          <ac:picMkLst>
            <pc:docMk/>
            <pc:sldMk cId="307763446" sldId="569"/>
            <ac:picMk id="3" creationId="{0668D122-2144-89F7-58C9-A595AF9EBF37}"/>
          </ac:picMkLst>
        </pc:picChg>
        <pc:picChg chg="add mod">
          <ac:chgData name="Zhe Shen" userId="01eaba4c-7cb5-4ff2-8cbf-2d7ece705b92" providerId="ADAL" clId="{DB0D2803-9665-4302-8CE9-606BAC024318}" dt="2024-10-02T03:19:00.958" v="6081" actId="1076"/>
          <ac:picMkLst>
            <pc:docMk/>
            <pc:sldMk cId="307763446" sldId="569"/>
            <ac:picMk id="8" creationId="{210E5078-1CBE-8D9E-C479-F99BDB63D09C}"/>
          </ac:picMkLst>
        </pc:picChg>
      </pc:sldChg>
      <pc:sldChg chg="addSp delSp modSp new mod modNotesTx">
        <pc:chgData name="Zhe Shen" userId="01eaba4c-7cb5-4ff2-8cbf-2d7ece705b92" providerId="ADAL" clId="{DB0D2803-9665-4302-8CE9-606BAC024318}" dt="2024-10-05T07:49:48.110" v="10362" actId="20577"/>
        <pc:sldMkLst>
          <pc:docMk/>
          <pc:sldMk cId="1498201835" sldId="570"/>
        </pc:sldMkLst>
        <pc:spChg chg="add mod">
          <ac:chgData name="Zhe Shen" userId="01eaba4c-7cb5-4ff2-8cbf-2d7ece705b92" providerId="ADAL" clId="{DB0D2803-9665-4302-8CE9-606BAC024318}" dt="2024-10-02T03:27:35.785" v="6143"/>
          <ac:spMkLst>
            <pc:docMk/>
            <pc:sldMk cId="1498201835" sldId="570"/>
            <ac:spMk id="4" creationId="{CDDCC243-8A68-A2C6-52F3-308333DFBB0F}"/>
          </ac:spMkLst>
        </pc:spChg>
        <pc:picChg chg="add del mod">
          <ac:chgData name="Zhe Shen" userId="01eaba4c-7cb5-4ff2-8cbf-2d7ece705b92" providerId="ADAL" clId="{DB0D2803-9665-4302-8CE9-606BAC024318}" dt="2024-10-02T03:28:08.051" v="6158" actId="478"/>
          <ac:picMkLst>
            <pc:docMk/>
            <pc:sldMk cId="1498201835" sldId="570"/>
            <ac:picMk id="3" creationId="{381B07BA-D238-3CCC-A863-9DF58C319105}"/>
          </ac:picMkLst>
        </pc:picChg>
        <pc:picChg chg="add mod">
          <ac:chgData name="Zhe Shen" userId="01eaba4c-7cb5-4ff2-8cbf-2d7ece705b92" providerId="ADAL" clId="{DB0D2803-9665-4302-8CE9-606BAC024318}" dt="2024-10-02T03:28:38.889" v="6174" actId="1036"/>
          <ac:picMkLst>
            <pc:docMk/>
            <pc:sldMk cId="1498201835" sldId="570"/>
            <ac:picMk id="6" creationId="{1E53685B-0217-64EF-B23B-1C4F9E4F9D1C}"/>
          </ac:picMkLst>
        </pc:picChg>
      </pc:sldChg>
      <pc:sldChg chg="addSp delSp modSp add mod delAnim modAnim modNotesTx">
        <pc:chgData name="Zhe Shen" userId="01eaba4c-7cb5-4ff2-8cbf-2d7ece705b92" providerId="ADAL" clId="{DB0D2803-9665-4302-8CE9-606BAC024318}" dt="2024-10-06T08:04:45.761" v="11350" actId="20577"/>
        <pc:sldMkLst>
          <pc:docMk/>
          <pc:sldMk cId="238405806" sldId="571"/>
        </pc:sldMkLst>
        <pc:spChg chg="mod">
          <ac:chgData name="Zhe Shen" userId="01eaba4c-7cb5-4ff2-8cbf-2d7ece705b92" providerId="ADAL" clId="{DB0D2803-9665-4302-8CE9-606BAC024318}" dt="2024-10-06T08:04:45.761" v="11350" actId="20577"/>
          <ac:spMkLst>
            <pc:docMk/>
            <pc:sldMk cId="238405806" sldId="571"/>
            <ac:spMk id="7" creationId="{14098B79-1FB6-F36A-A6D6-A943FEA05D66}"/>
          </ac:spMkLst>
        </pc:spChg>
        <pc:spChg chg="add mod">
          <ac:chgData name="Zhe Shen" userId="01eaba4c-7cb5-4ff2-8cbf-2d7ece705b92" providerId="ADAL" clId="{DB0D2803-9665-4302-8CE9-606BAC024318}" dt="2024-10-03T06:57:04.554" v="8319" actId="20577"/>
          <ac:spMkLst>
            <pc:docMk/>
            <pc:sldMk cId="238405806" sldId="571"/>
            <ac:spMk id="8" creationId="{4E04B764-BCD1-BCF7-9014-B75BAF38CA7F}"/>
          </ac:spMkLst>
        </pc:spChg>
        <pc:spChg chg="mod">
          <ac:chgData name="Zhe Shen" userId="01eaba4c-7cb5-4ff2-8cbf-2d7ece705b92" providerId="ADAL" clId="{DB0D2803-9665-4302-8CE9-606BAC024318}" dt="2024-10-02T15:25:27.443" v="7604" actId="20577"/>
          <ac:spMkLst>
            <pc:docMk/>
            <pc:sldMk cId="238405806" sldId="571"/>
            <ac:spMk id="9" creationId="{47CA5E24-C821-FCA2-17B0-D1F1086A8E9E}"/>
          </ac:spMkLst>
        </pc:spChg>
        <pc:spChg chg="mod">
          <ac:chgData name="Zhe Shen" userId="01eaba4c-7cb5-4ff2-8cbf-2d7ece705b92" providerId="ADAL" clId="{DB0D2803-9665-4302-8CE9-606BAC024318}" dt="2024-10-02T15:25:33.374" v="7620" actId="20577"/>
          <ac:spMkLst>
            <pc:docMk/>
            <pc:sldMk cId="238405806" sldId="571"/>
            <ac:spMk id="10" creationId="{95E5E609-B07E-3FD0-05BD-477AECDF4C12}"/>
          </ac:spMkLst>
        </pc:spChg>
        <pc:spChg chg="add del">
          <ac:chgData name="Zhe Shen" userId="01eaba4c-7cb5-4ff2-8cbf-2d7ece705b92" providerId="ADAL" clId="{DB0D2803-9665-4302-8CE9-606BAC024318}" dt="2024-10-03T06:48:18.707" v="7857" actId="478"/>
          <ac:spMkLst>
            <pc:docMk/>
            <pc:sldMk cId="238405806" sldId="571"/>
            <ac:spMk id="11" creationId="{2534B26B-B618-F455-2518-66FC89921F26}"/>
          </ac:spMkLst>
        </pc:spChg>
        <pc:spChg chg="add mod">
          <ac:chgData name="Zhe Shen" userId="01eaba4c-7cb5-4ff2-8cbf-2d7ece705b92" providerId="ADAL" clId="{DB0D2803-9665-4302-8CE9-606BAC024318}" dt="2024-10-03T06:59:19.266" v="8386" actId="1582"/>
          <ac:spMkLst>
            <pc:docMk/>
            <pc:sldMk cId="238405806" sldId="571"/>
            <ac:spMk id="15" creationId="{7F5A3CE2-E294-276F-4870-370DC26744C7}"/>
          </ac:spMkLst>
        </pc:spChg>
        <pc:picChg chg="add del mod">
          <ac:chgData name="Zhe Shen" userId="01eaba4c-7cb5-4ff2-8cbf-2d7ece705b92" providerId="ADAL" clId="{DB0D2803-9665-4302-8CE9-606BAC024318}" dt="2024-10-03T06:53:16.692" v="8145" actId="478"/>
          <ac:picMkLst>
            <pc:docMk/>
            <pc:sldMk cId="238405806" sldId="571"/>
            <ac:picMk id="12" creationId="{002585AA-A388-6734-86C2-89C0E63DE9F7}"/>
          </ac:picMkLst>
        </pc:picChg>
        <pc:picChg chg="add del mod">
          <ac:chgData name="Zhe Shen" userId="01eaba4c-7cb5-4ff2-8cbf-2d7ece705b92" providerId="ADAL" clId="{DB0D2803-9665-4302-8CE9-606BAC024318}" dt="2024-10-03T06:53:17.832" v="8146" actId="478"/>
          <ac:picMkLst>
            <pc:docMk/>
            <pc:sldMk cId="238405806" sldId="571"/>
            <ac:picMk id="13" creationId="{F0478283-BAB2-B82B-CC3D-09BD3F2600CA}"/>
          </ac:picMkLst>
        </pc:picChg>
        <pc:picChg chg="add del mod">
          <ac:chgData name="Zhe Shen" userId="01eaba4c-7cb5-4ff2-8cbf-2d7ece705b92" providerId="ADAL" clId="{DB0D2803-9665-4302-8CE9-606BAC024318}" dt="2024-10-03T06:54:21.320" v="8157" actId="478"/>
          <ac:picMkLst>
            <pc:docMk/>
            <pc:sldMk cId="238405806" sldId="571"/>
            <ac:picMk id="14" creationId="{426B3D52-D13C-BDDF-A1F7-CCF2D0E35E19}"/>
          </ac:picMkLst>
        </pc:picChg>
        <pc:picChg chg="add mod">
          <ac:chgData name="Zhe Shen" userId="01eaba4c-7cb5-4ff2-8cbf-2d7ece705b92" providerId="ADAL" clId="{DB0D2803-9665-4302-8CE9-606BAC024318}" dt="2024-10-03T06:55:59.179" v="8184" actId="1038"/>
          <ac:picMkLst>
            <pc:docMk/>
            <pc:sldMk cId="238405806" sldId="571"/>
            <ac:picMk id="1026" creationId="{07AD99D3-F986-D83B-92D9-9065E5063855}"/>
          </ac:picMkLst>
        </pc:picChg>
        <pc:picChg chg="del">
          <ac:chgData name="Zhe Shen" userId="01eaba4c-7cb5-4ff2-8cbf-2d7ece705b92" providerId="ADAL" clId="{DB0D2803-9665-4302-8CE9-606BAC024318}" dt="2024-10-02T15:25:35.319" v="7621" actId="478"/>
          <ac:picMkLst>
            <pc:docMk/>
            <pc:sldMk cId="238405806" sldId="571"/>
            <ac:picMk id="1026" creationId="{23379B5D-338B-1BFE-FF63-18A005D0B965}"/>
          </ac:picMkLst>
        </pc:picChg>
        <pc:picChg chg="add del">
          <ac:chgData name="Zhe Shen" userId="01eaba4c-7cb5-4ff2-8cbf-2d7ece705b92" providerId="ADAL" clId="{DB0D2803-9665-4302-8CE9-606BAC024318}" dt="2024-10-03T06:54:23.167" v="8159" actId="478"/>
          <ac:picMkLst>
            <pc:docMk/>
            <pc:sldMk cId="238405806" sldId="571"/>
            <ac:picMk id="1028" creationId="{9BB16972-0D1D-AEDF-6135-4FA268BEE824}"/>
          </ac:picMkLst>
        </pc:picChg>
        <pc:picChg chg="add del mod">
          <ac:chgData name="Zhe Shen" userId="01eaba4c-7cb5-4ff2-8cbf-2d7ece705b92" providerId="ADAL" clId="{DB0D2803-9665-4302-8CE9-606BAC024318}" dt="2024-10-03T06:54:48.770" v="8162" actId="478"/>
          <ac:picMkLst>
            <pc:docMk/>
            <pc:sldMk cId="238405806" sldId="571"/>
            <ac:picMk id="1030" creationId="{4CF883A2-0D65-9493-CB7B-51BA954CD78B}"/>
          </ac:picMkLst>
        </pc:picChg>
        <pc:picChg chg="add mod">
          <ac:chgData name="Zhe Shen" userId="01eaba4c-7cb5-4ff2-8cbf-2d7ece705b92" providerId="ADAL" clId="{DB0D2803-9665-4302-8CE9-606BAC024318}" dt="2024-10-03T06:55:51.550" v="8179" actId="1038"/>
          <ac:picMkLst>
            <pc:docMk/>
            <pc:sldMk cId="238405806" sldId="571"/>
            <ac:picMk id="1032" creationId="{262E3B74-6565-358A-C40D-7C5645616AB5}"/>
          </ac:picMkLst>
        </pc:picChg>
      </pc:sldChg>
      <pc:sldChg chg="addSp delSp modSp add mod modNotesTx">
        <pc:chgData name="Zhe Shen" userId="01eaba4c-7cb5-4ff2-8cbf-2d7ece705b92" providerId="ADAL" clId="{DB0D2803-9665-4302-8CE9-606BAC024318}" dt="2024-10-06T08:04:49.751" v="11351" actId="20577"/>
        <pc:sldMkLst>
          <pc:docMk/>
          <pc:sldMk cId="3909875243" sldId="572"/>
        </pc:sldMkLst>
        <pc:spChg chg="mod">
          <ac:chgData name="Zhe Shen" userId="01eaba4c-7cb5-4ff2-8cbf-2d7ece705b92" providerId="ADAL" clId="{DB0D2803-9665-4302-8CE9-606BAC024318}" dt="2024-10-06T08:04:49.751" v="11351" actId="20577"/>
          <ac:spMkLst>
            <pc:docMk/>
            <pc:sldMk cId="3909875243" sldId="572"/>
            <ac:spMk id="7" creationId="{14098B79-1FB6-F36A-A6D6-A943FEA05D66}"/>
          </ac:spMkLst>
        </pc:spChg>
        <pc:spChg chg="add mod">
          <ac:chgData name="Zhe Shen" userId="01eaba4c-7cb5-4ff2-8cbf-2d7ece705b92" providerId="ADAL" clId="{DB0D2803-9665-4302-8CE9-606BAC024318}" dt="2024-10-03T07:30:25.853" v="9539" actId="20577"/>
          <ac:spMkLst>
            <pc:docMk/>
            <pc:sldMk cId="3909875243" sldId="572"/>
            <ac:spMk id="8" creationId="{92515A34-B382-710C-FAED-5FC2A07348C0}"/>
          </ac:spMkLst>
        </pc:spChg>
        <pc:spChg chg="del">
          <ac:chgData name="Zhe Shen" userId="01eaba4c-7cb5-4ff2-8cbf-2d7ece705b92" providerId="ADAL" clId="{DB0D2803-9665-4302-8CE9-606BAC024318}" dt="2024-10-02T15:26:17.112" v="7626" actId="478"/>
          <ac:spMkLst>
            <pc:docMk/>
            <pc:sldMk cId="3909875243" sldId="572"/>
            <ac:spMk id="11" creationId="{2534B26B-B618-F455-2518-66FC89921F26}"/>
          </ac:spMkLst>
        </pc:spChg>
        <pc:spChg chg="add del mod">
          <ac:chgData name="Zhe Shen" userId="01eaba4c-7cb5-4ff2-8cbf-2d7ece705b92" providerId="ADAL" clId="{DB0D2803-9665-4302-8CE9-606BAC024318}" dt="2024-10-03T07:25:33.041" v="9142" actId="478"/>
          <ac:spMkLst>
            <pc:docMk/>
            <pc:sldMk cId="3909875243" sldId="572"/>
            <ac:spMk id="12" creationId="{E55F87B7-E698-48DD-E3FA-A53C63A709CB}"/>
          </ac:spMkLst>
        </pc:spChg>
        <pc:spChg chg="add mod">
          <ac:chgData name="Zhe Shen" userId="01eaba4c-7cb5-4ff2-8cbf-2d7ece705b92" providerId="ADAL" clId="{DB0D2803-9665-4302-8CE9-606BAC024318}" dt="2024-10-03T07:23:11.264" v="9074" actId="1035"/>
          <ac:spMkLst>
            <pc:docMk/>
            <pc:sldMk cId="3909875243" sldId="572"/>
            <ac:spMk id="13" creationId="{953FBE2C-A98B-EE6B-15B1-C685959A8953}"/>
          </ac:spMkLst>
        </pc:spChg>
        <pc:spChg chg="add mod">
          <ac:chgData name="Zhe Shen" userId="01eaba4c-7cb5-4ff2-8cbf-2d7ece705b92" providerId="ADAL" clId="{DB0D2803-9665-4302-8CE9-606BAC024318}" dt="2024-10-03T07:27:21.463" v="9196" actId="1037"/>
          <ac:spMkLst>
            <pc:docMk/>
            <pc:sldMk cId="3909875243" sldId="572"/>
            <ac:spMk id="14" creationId="{10139B71-4D73-9705-700A-AA28C258D9B0}"/>
          </ac:spMkLst>
        </pc:spChg>
        <pc:graphicFrameChg chg="add mod">
          <ac:chgData name="Zhe Shen" userId="01eaba4c-7cb5-4ff2-8cbf-2d7ece705b92" providerId="ADAL" clId="{DB0D2803-9665-4302-8CE9-606BAC024318}" dt="2024-10-03T07:23:13.989" v="9079" actId="1038"/>
          <ac:graphicFrameMkLst>
            <pc:docMk/>
            <pc:sldMk cId="3909875243" sldId="572"/>
            <ac:graphicFrameMk id="11" creationId="{C7DE7A97-34EA-F587-08FC-D140C93AF1A8}"/>
          </ac:graphicFrameMkLst>
        </pc:graphicFrameChg>
        <pc:picChg chg="add">
          <ac:chgData name="Zhe Shen" userId="01eaba4c-7cb5-4ff2-8cbf-2d7ece705b92" providerId="ADAL" clId="{DB0D2803-9665-4302-8CE9-606BAC024318}" dt="2024-10-03T07:11:46.440" v="8940"/>
          <ac:picMkLst>
            <pc:docMk/>
            <pc:sldMk cId="3909875243" sldId="572"/>
            <ac:picMk id="2050" creationId="{CF484B65-2A79-79A3-6815-B722DE5467CF}"/>
          </ac:picMkLst>
        </pc:picChg>
        <pc:picChg chg="add mod">
          <ac:chgData name="Zhe Shen" userId="01eaba4c-7cb5-4ff2-8cbf-2d7ece705b92" providerId="ADAL" clId="{DB0D2803-9665-4302-8CE9-606BAC024318}" dt="2024-10-03T07:23:23.610" v="9092" actId="1036"/>
          <ac:picMkLst>
            <pc:docMk/>
            <pc:sldMk cId="3909875243" sldId="572"/>
            <ac:picMk id="2052" creationId="{9F7DA8AB-85D4-5E82-C475-BE6E000C46A6}"/>
          </ac:picMkLst>
        </pc:picChg>
        <pc:picChg chg="add mod">
          <ac:chgData name="Zhe Shen" userId="01eaba4c-7cb5-4ff2-8cbf-2d7ece705b92" providerId="ADAL" clId="{DB0D2803-9665-4302-8CE9-606BAC024318}" dt="2024-10-03T07:27:17.612" v="9187" actId="1037"/>
          <ac:picMkLst>
            <pc:docMk/>
            <pc:sldMk cId="3909875243" sldId="572"/>
            <ac:picMk id="2054" creationId="{6F90730A-8CDE-92E9-BA55-C07844E2244A}"/>
          </ac:picMkLst>
        </pc:picChg>
      </pc:sldChg>
      <pc:sldChg chg="addSp delSp modSp add mod modAnim modNotesTx">
        <pc:chgData name="Zhe Shen" userId="01eaba4c-7cb5-4ff2-8cbf-2d7ece705b92" providerId="ADAL" clId="{DB0D2803-9665-4302-8CE9-606BAC024318}" dt="2024-10-06T08:04:53.399" v="11352" actId="20577"/>
        <pc:sldMkLst>
          <pc:docMk/>
          <pc:sldMk cId="950601261" sldId="573"/>
        </pc:sldMkLst>
        <pc:spChg chg="mod">
          <ac:chgData name="Zhe Shen" userId="01eaba4c-7cb5-4ff2-8cbf-2d7ece705b92" providerId="ADAL" clId="{DB0D2803-9665-4302-8CE9-606BAC024318}" dt="2024-10-06T08:04:53.399" v="11352" actId="20577"/>
          <ac:spMkLst>
            <pc:docMk/>
            <pc:sldMk cId="950601261" sldId="573"/>
            <ac:spMk id="7" creationId="{14098B79-1FB6-F36A-A6D6-A943FEA05D66}"/>
          </ac:spMkLst>
        </pc:spChg>
        <pc:spChg chg="add mod">
          <ac:chgData name="Zhe Shen" userId="01eaba4c-7cb5-4ff2-8cbf-2d7ece705b92" providerId="ADAL" clId="{DB0D2803-9665-4302-8CE9-606BAC024318}" dt="2024-10-03T07:30:30.269" v="9540" actId="20577"/>
          <ac:spMkLst>
            <pc:docMk/>
            <pc:sldMk cId="950601261" sldId="573"/>
            <ac:spMk id="8" creationId="{49F6D3F1-0716-68F0-8B59-93A32B0313C3}"/>
          </ac:spMkLst>
        </pc:spChg>
        <pc:spChg chg="add del mod">
          <ac:chgData name="Zhe Shen" userId="01eaba4c-7cb5-4ff2-8cbf-2d7ece705b92" providerId="ADAL" clId="{DB0D2803-9665-4302-8CE9-606BAC024318}" dt="2024-10-03T07:31:43.057" v="9637" actId="21"/>
          <ac:spMkLst>
            <pc:docMk/>
            <pc:sldMk cId="950601261" sldId="573"/>
            <ac:spMk id="11" creationId="{E796A383-D11F-4929-CF0A-3F0CB61A7580}"/>
          </ac:spMkLst>
        </pc:spChg>
        <pc:spChg chg="del">
          <ac:chgData name="Zhe Shen" userId="01eaba4c-7cb5-4ff2-8cbf-2d7ece705b92" providerId="ADAL" clId="{DB0D2803-9665-4302-8CE9-606BAC024318}" dt="2024-10-02T15:26:29.447" v="7630" actId="478"/>
          <ac:spMkLst>
            <pc:docMk/>
            <pc:sldMk cId="950601261" sldId="573"/>
            <ac:spMk id="12" creationId="{E55F87B7-E698-48DD-E3FA-A53C63A709CB}"/>
          </ac:spMkLst>
        </pc:spChg>
        <pc:spChg chg="add del mod">
          <ac:chgData name="Zhe Shen" userId="01eaba4c-7cb5-4ff2-8cbf-2d7ece705b92" providerId="ADAL" clId="{DB0D2803-9665-4302-8CE9-606BAC024318}" dt="2024-10-03T07:31:48.280" v="9640" actId="478"/>
          <ac:spMkLst>
            <pc:docMk/>
            <pc:sldMk cId="950601261" sldId="573"/>
            <ac:spMk id="12" creationId="{E796A383-D11F-4929-CF0A-3F0CB61A7580}"/>
          </ac:spMkLst>
        </pc:spChg>
        <pc:spChg chg="add mod">
          <ac:chgData name="Zhe Shen" userId="01eaba4c-7cb5-4ff2-8cbf-2d7ece705b92" providerId="ADAL" clId="{DB0D2803-9665-4302-8CE9-606BAC024318}" dt="2024-10-03T07:32:45.174" v="9641"/>
          <ac:spMkLst>
            <pc:docMk/>
            <pc:sldMk cId="950601261" sldId="573"/>
            <ac:spMk id="15" creationId="{180611B0-440E-128D-852D-4FFADBF60AED}"/>
          </ac:spMkLst>
        </pc:spChg>
        <pc:spChg chg="add mod">
          <ac:chgData name="Zhe Shen" userId="01eaba4c-7cb5-4ff2-8cbf-2d7ece705b92" providerId="ADAL" clId="{DB0D2803-9665-4302-8CE9-606BAC024318}" dt="2024-10-03T07:33:06.973" v="9642"/>
          <ac:spMkLst>
            <pc:docMk/>
            <pc:sldMk cId="950601261" sldId="573"/>
            <ac:spMk id="16" creationId="{D1B73680-0D5B-C0AB-8D56-1E9CB6B99355}"/>
          </ac:spMkLst>
        </pc:spChg>
        <pc:spChg chg="add mod">
          <ac:chgData name="Zhe Shen" userId="01eaba4c-7cb5-4ff2-8cbf-2d7ece705b92" providerId="ADAL" clId="{DB0D2803-9665-4302-8CE9-606BAC024318}" dt="2024-10-03T07:37:10.818" v="9892" actId="1076"/>
          <ac:spMkLst>
            <pc:docMk/>
            <pc:sldMk cId="950601261" sldId="573"/>
            <ac:spMk id="17" creationId="{D459C3BA-AAC9-7A37-2CBD-399C2D72E8F4}"/>
          </ac:spMkLst>
        </pc:spChg>
        <pc:picChg chg="add mod">
          <ac:chgData name="Zhe Shen" userId="01eaba4c-7cb5-4ff2-8cbf-2d7ece705b92" providerId="ADAL" clId="{DB0D2803-9665-4302-8CE9-606BAC024318}" dt="2024-10-03T07:32:45.174" v="9641"/>
          <ac:picMkLst>
            <pc:docMk/>
            <pc:sldMk cId="950601261" sldId="573"/>
            <ac:picMk id="13" creationId="{8B6FB85C-5762-63D4-BE25-FD31BFD29EE9}"/>
          </ac:picMkLst>
        </pc:picChg>
        <pc:picChg chg="add mod">
          <ac:chgData name="Zhe Shen" userId="01eaba4c-7cb5-4ff2-8cbf-2d7ece705b92" providerId="ADAL" clId="{DB0D2803-9665-4302-8CE9-606BAC024318}" dt="2024-10-03T07:32:45.174" v="9641"/>
          <ac:picMkLst>
            <pc:docMk/>
            <pc:sldMk cId="950601261" sldId="573"/>
            <ac:picMk id="14" creationId="{E46DC2BC-80A8-C681-A308-4E12E828572F}"/>
          </ac:picMkLst>
        </pc:picChg>
      </pc:sldChg>
      <pc:sldChg chg="add del">
        <pc:chgData name="Zhe Shen" userId="01eaba4c-7cb5-4ff2-8cbf-2d7ece705b92" providerId="ADAL" clId="{DB0D2803-9665-4302-8CE9-606BAC024318}" dt="2024-10-03T07:31:39.369" v="9636"/>
        <pc:sldMkLst>
          <pc:docMk/>
          <pc:sldMk cId="1842539132" sldId="574"/>
        </pc:sldMkLst>
      </pc:sldChg>
    </pc:docChg>
  </pc:docChgLst>
  <pc:docChgLst>
    <pc:chgData name="Zhe Shen" userId="01eaba4c-7cb5-4ff2-8cbf-2d7ece705b92" providerId="ADAL" clId="{87E4BC7F-7821-44A2-8CC7-FD314FE4C5CE}"/>
    <pc:docChg chg="undo custSel addSld delSld modSld">
      <pc:chgData name="Zhe Shen" userId="01eaba4c-7cb5-4ff2-8cbf-2d7ece705b92" providerId="ADAL" clId="{87E4BC7F-7821-44A2-8CC7-FD314FE4C5CE}" dt="2024-09-26T05:31:40.189" v="1963" actId="20577"/>
      <pc:docMkLst>
        <pc:docMk/>
      </pc:docMkLst>
      <pc:sldChg chg="modNotesTx">
        <pc:chgData name="Zhe Shen" userId="01eaba4c-7cb5-4ff2-8cbf-2d7ece705b92" providerId="ADAL" clId="{87E4BC7F-7821-44A2-8CC7-FD314FE4C5CE}" dt="2024-09-26T05:26:36.529" v="1842" actId="20577"/>
        <pc:sldMkLst>
          <pc:docMk/>
          <pc:sldMk cId="3372711554" sldId="426"/>
        </pc:sldMkLst>
      </pc:sldChg>
      <pc:sldChg chg="modNotesTx">
        <pc:chgData name="Zhe Shen" userId="01eaba4c-7cb5-4ff2-8cbf-2d7ece705b92" providerId="ADAL" clId="{87E4BC7F-7821-44A2-8CC7-FD314FE4C5CE}" dt="2024-09-26T05:30:04.916" v="1927" actId="20577"/>
        <pc:sldMkLst>
          <pc:docMk/>
          <pc:sldMk cId="568379845" sldId="430"/>
        </pc:sldMkLst>
      </pc:sldChg>
      <pc:sldChg chg="addSp delSp modSp mod modNotesTx">
        <pc:chgData name="Zhe Shen" userId="01eaba4c-7cb5-4ff2-8cbf-2d7ece705b92" providerId="ADAL" clId="{87E4BC7F-7821-44A2-8CC7-FD314FE4C5CE}" dt="2024-09-26T05:31:40.189" v="1963" actId="20577"/>
        <pc:sldMkLst>
          <pc:docMk/>
          <pc:sldMk cId="1289592244" sldId="435"/>
        </pc:sldMkLst>
        <pc:spChg chg="mod">
          <ac:chgData name="Zhe Shen" userId="01eaba4c-7cb5-4ff2-8cbf-2d7ece705b92" providerId="ADAL" clId="{87E4BC7F-7821-44A2-8CC7-FD314FE4C5CE}" dt="2024-09-13T14:24:33.069" v="378" actId="1038"/>
          <ac:spMkLst>
            <pc:docMk/>
            <pc:sldMk cId="1289592244" sldId="435"/>
            <ac:spMk id="58" creationId="{FD53093A-DFB0-FC09-1716-B7E40CB63DF9}"/>
          </ac:spMkLst>
        </pc:spChg>
        <pc:spChg chg="mod">
          <ac:chgData name="Zhe Shen" userId="01eaba4c-7cb5-4ff2-8cbf-2d7ece705b92" providerId="ADAL" clId="{87E4BC7F-7821-44A2-8CC7-FD314FE4C5CE}" dt="2024-09-13T14:18:49.322" v="341" actId="1038"/>
          <ac:spMkLst>
            <pc:docMk/>
            <pc:sldMk cId="1289592244" sldId="435"/>
            <ac:spMk id="61" creationId="{9B42A845-3FA5-BE65-7411-0294A5CE7D7F}"/>
          </ac:spMkLst>
        </pc:spChg>
        <pc:spChg chg="mod">
          <ac:chgData name="Zhe Shen" userId="01eaba4c-7cb5-4ff2-8cbf-2d7ece705b92" providerId="ADAL" clId="{87E4BC7F-7821-44A2-8CC7-FD314FE4C5CE}" dt="2024-09-13T14:18:29.089" v="331" actId="1038"/>
          <ac:spMkLst>
            <pc:docMk/>
            <pc:sldMk cId="1289592244" sldId="435"/>
            <ac:spMk id="62" creationId="{D450F6CA-2C08-543D-C224-9361747993DF}"/>
          </ac:spMkLst>
        </pc:spChg>
        <pc:spChg chg="mod">
          <ac:chgData name="Zhe Shen" userId="01eaba4c-7cb5-4ff2-8cbf-2d7ece705b92" providerId="ADAL" clId="{87E4BC7F-7821-44A2-8CC7-FD314FE4C5CE}" dt="2024-09-13T14:17:32.049" v="304" actId="1038"/>
          <ac:spMkLst>
            <pc:docMk/>
            <pc:sldMk cId="1289592244" sldId="435"/>
            <ac:spMk id="63" creationId="{B777D07F-2501-E876-9660-65BFF755C23E}"/>
          </ac:spMkLst>
        </pc:spChg>
        <pc:graphicFrameChg chg="add mod">
          <ac:chgData name="Zhe Shen" userId="01eaba4c-7cb5-4ff2-8cbf-2d7ece705b92" providerId="ADAL" clId="{87E4BC7F-7821-44A2-8CC7-FD314FE4C5CE}" dt="2024-09-13T14:17:16.933" v="283"/>
          <ac:graphicFrameMkLst>
            <pc:docMk/>
            <pc:sldMk cId="1289592244" sldId="435"/>
            <ac:graphicFrameMk id="7" creationId="{081D2D10-726B-0C65-27FD-340A9FA70FE4}"/>
          </ac:graphicFrameMkLst>
        </pc:graphicFrameChg>
        <pc:graphicFrameChg chg="del mod">
          <ac:chgData name="Zhe Shen" userId="01eaba4c-7cb5-4ff2-8cbf-2d7ece705b92" providerId="ADAL" clId="{87E4BC7F-7821-44A2-8CC7-FD314FE4C5CE}" dt="2024-09-13T14:17:16.652" v="282" actId="478"/>
          <ac:graphicFrameMkLst>
            <pc:docMk/>
            <pc:sldMk cId="1289592244" sldId="435"/>
            <ac:graphicFrameMk id="26" creationId="{C8A5C30B-AF33-DDF2-87A2-968B2ADDD08C}"/>
          </ac:graphicFrameMkLst>
        </pc:graphicFrameChg>
        <pc:graphicFrameChg chg="mod">
          <ac:chgData name="Zhe Shen" userId="01eaba4c-7cb5-4ff2-8cbf-2d7ece705b92" providerId="ADAL" clId="{87E4BC7F-7821-44A2-8CC7-FD314FE4C5CE}" dt="2024-09-13T15:50:16.939" v="925"/>
          <ac:graphicFrameMkLst>
            <pc:docMk/>
            <pc:sldMk cId="1289592244" sldId="435"/>
            <ac:graphicFrameMk id="40" creationId="{7AD99027-873D-4B8B-26FA-3EEBA7684C3B}"/>
          </ac:graphicFrameMkLst>
        </pc:graphicFrameChg>
      </pc:sldChg>
      <pc:sldChg chg="addSp delSp modSp mod modNotesTx">
        <pc:chgData name="Zhe Shen" userId="01eaba4c-7cb5-4ff2-8cbf-2d7ece705b92" providerId="ADAL" clId="{87E4BC7F-7821-44A2-8CC7-FD314FE4C5CE}" dt="2024-09-13T17:19:06.740" v="934" actId="478"/>
        <pc:sldMkLst>
          <pc:docMk/>
          <pc:sldMk cId="3894166518" sldId="436"/>
        </pc:sldMkLst>
        <pc:spChg chg="del">
          <ac:chgData name="Zhe Shen" userId="01eaba4c-7cb5-4ff2-8cbf-2d7ece705b92" providerId="ADAL" clId="{87E4BC7F-7821-44A2-8CC7-FD314FE4C5CE}" dt="2024-09-13T17:19:06.740" v="934" actId="478"/>
          <ac:spMkLst>
            <pc:docMk/>
            <pc:sldMk cId="3894166518" sldId="436"/>
            <ac:spMk id="8" creationId="{19967AD0-3676-EA02-6164-4EF463557CF8}"/>
          </ac:spMkLst>
        </pc:spChg>
        <pc:spChg chg="del">
          <ac:chgData name="Zhe Shen" userId="01eaba4c-7cb5-4ff2-8cbf-2d7ece705b92" providerId="ADAL" clId="{87E4BC7F-7821-44A2-8CC7-FD314FE4C5CE}" dt="2024-09-13T17:19:06.740" v="934" actId="478"/>
          <ac:spMkLst>
            <pc:docMk/>
            <pc:sldMk cId="3894166518" sldId="436"/>
            <ac:spMk id="22" creationId="{CC4632FC-D48F-3F01-14CD-24406775D50A}"/>
          </ac:spMkLst>
        </pc:spChg>
        <pc:graphicFrameChg chg="del">
          <ac:chgData name="Zhe Shen" userId="01eaba4c-7cb5-4ff2-8cbf-2d7ece705b92" providerId="ADAL" clId="{87E4BC7F-7821-44A2-8CC7-FD314FE4C5CE}" dt="2024-09-13T17:19:06.740" v="934" actId="478"/>
          <ac:graphicFrameMkLst>
            <pc:docMk/>
            <pc:sldMk cId="3894166518" sldId="436"/>
            <ac:graphicFrameMk id="9" creationId="{86868BC5-B428-AE28-0498-24B6920ABCD4}"/>
          </ac:graphicFrameMkLst>
        </pc:graphicFrameChg>
        <pc:graphicFrameChg chg="del">
          <ac:chgData name="Zhe Shen" userId="01eaba4c-7cb5-4ff2-8cbf-2d7ece705b92" providerId="ADAL" clId="{87E4BC7F-7821-44A2-8CC7-FD314FE4C5CE}" dt="2024-09-13T17:19:06.740" v="934" actId="478"/>
          <ac:graphicFrameMkLst>
            <pc:docMk/>
            <pc:sldMk cId="3894166518" sldId="436"/>
            <ac:graphicFrameMk id="10" creationId="{BDC8A4F9-D874-29EC-330E-36474368873F}"/>
          </ac:graphicFrameMkLst>
        </pc:graphicFrameChg>
        <pc:graphicFrameChg chg="del">
          <ac:chgData name="Zhe Shen" userId="01eaba4c-7cb5-4ff2-8cbf-2d7ece705b92" providerId="ADAL" clId="{87E4BC7F-7821-44A2-8CC7-FD314FE4C5CE}" dt="2024-09-13T17:19:06.740" v="934" actId="478"/>
          <ac:graphicFrameMkLst>
            <pc:docMk/>
            <pc:sldMk cId="3894166518" sldId="436"/>
            <ac:graphicFrameMk id="11" creationId="{DA2DA6F7-697B-E70F-0961-D8EE7424062D}"/>
          </ac:graphicFrameMkLst>
        </pc:graphicFrameChg>
        <pc:graphicFrameChg chg="del">
          <ac:chgData name="Zhe Shen" userId="01eaba4c-7cb5-4ff2-8cbf-2d7ece705b92" providerId="ADAL" clId="{87E4BC7F-7821-44A2-8CC7-FD314FE4C5CE}" dt="2024-09-13T17:19:06.740" v="934" actId="478"/>
          <ac:graphicFrameMkLst>
            <pc:docMk/>
            <pc:sldMk cId="3894166518" sldId="436"/>
            <ac:graphicFrameMk id="14" creationId="{FD4B088C-A01D-889A-42E5-422F52769CBB}"/>
          </ac:graphicFrameMkLst>
        </pc:graphicFrameChg>
        <pc:graphicFrameChg chg="del">
          <ac:chgData name="Zhe Shen" userId="01eaba4c-7cb5-4ff2-8cbf-2d7ece705b92" providerId="ADAL" clId="{87E4BC7F-7821-44A2-8CC7-FD314FE4C5CE}" dt="2024-09-13T17:19:06.740" v="934" actId="478"/>
          <ac:graphicFrameMkLst>
            <pc:docMk/>
            <pc:sldMk cId="3894166518" sldId="436"/>
            <ac:graphicFrameMk id="15" creationId="{EDF14F7B-1CAD-1DD3-8EB6-512F58CA96B4}"/>
          </ac:graphicFrameMkLst>
        </pc:graphicFrameChg>
        <pc:graphicFrameChg chg="del">
          <ac:chgData name="Zhe Shen" userId="01eaba4c-7cb5-4ff2-8cbf-2d7ece705b92" providerId="ADAL" clId="{87E4BC7F-7821-44A2-8CC7-FD314FE4C5CE}" dt="2024-09-13T17:19:06.740" v="934" actId="478"/>
          <ac:graphicFrameMkLst>
            <pc:docMk/>
            <pc:sldMk cId="3894166518" sldId="436"/>
            <ac:graphicFrameMk id="16" creationId="{484DC1BD-B250-CF16-49FF-3CAC844D63AC}"/>
          </ac:graphicFrameMkLst>
        </pc:graphicFrameChg>
        <pc:graphicFrameChg chg="del">
          <ac:chgData name="Zhe Shen" userId="01eaba4c-7cb5-4ff2-8cbf-2d7ece705b92" providerId="ADAL" clId="{87E4BC7F-7821-44A2-8CC7-FD314FE4C5CE}" dt="2024-09-13T17:19:06.740" v="934" actId="478"/>
          <ac:graphicFrameMkLst>
            <pc:docMk/>
            <pc:sldMk cId="3894166518" sldId="436"/>
            <ac:graphicFrameMk id="17" creationId="{7E113B1B-496B-8A2F-59F3-4CAE2190E72D}"/>
          </ac:graphicFrameMkLst>
        </pc:graphicFrameChg>
        <pc:graphicFrameChg chg="del">
          <ac:chgData name="Zhe Shen" userId="01eaba4c-7cb5-4ff2-8cbf-2d7ece705b92" providerId="ADAL" clId="{87E4BC7F-7821-44A2-8CC7-FD314FE4C5CE}" dt="2024-09-13T17:19:06.740" v="934" actId="478"/>
          <ac:graphicFrameMkLst>
            <pc:docMk/>
            <pc:sldMk cId="3894166518" sldId="436"/>
            <ac:graphicFrameMk id="18" creationId="{5A4DC2C3-567F-BF97-B18F-EF055035031E}"/>
          </ac:graphicFrameMkLst>
        </pc:graphicFrameChg>
        <pc:graphicFrameChg chg="del">
          <ac:chgData name="Zhe Shen" userId="01eaba4c-7cb5-4ff2-8cbf-2d7ece705b92" providerId="ADAL" clId="{87E4BC7F-7821-44A2-8CC7-FD314FE4C5CE}" dt="2024-09-13T17:19:06.740" v="934" actId="478"/>
          <ac:graphicFrameMkLst>
            <pc:docMk/>
            <pc:sldMk cId="3894166518" sldId="436"/>
            <ac:graphicFrameMk id="19" creationId="{17A0B1A1-588D-D1BA-B3F1-D009CFAC469A}"/>
          </ac:graphicFrameMkLst>
        </pc:graphicFrameChg>
        <pc:graphicFrameChg chg="del">
          <ac:chgData name="Zhe Shen" userId="01eaba4c-7cb5-4ff2-8cbf-2d7ece705b92" providerId="ADAL" clId="{87E4BC7F-7821-44A2-8CC7-FD314FE4C5CE}" dt="2024-09-13T17:19:06.740" v="934" actId="478"/>
          <ac:graphicFrameMkLst>
            <pc:docMk/>
            <pc:sldMk cId="3894166518" sldId="436"/>
            <ac:graphicFrameMk id="20" creationId="{D8F8932D-495F-8EE5-8CA0-A0929237EAB5}"/>
          </ac:graphicFrameMkLst>
        </pc:graphicFrameChg>
        <pc:graphicFrameChg chg="add del mod">
          <ac:chgData name="Zhe Shen" userId="01eaba4c-7cb5-4ff2-8cbf-2d7ece705b92" providerId="ADAL" clId="{87E4BC7F-7821-44A2-8CC7-FD314FE4C5CE}" dt="2024-09-13T14:30:40.775" v="409" actId="21"/>
          <ac:graphicFrameMkLst>
            <pc:docMk/>
            <pc:sldMk cId="3894166518" sldId="436"/>
            <ac:graphicFrameMk id="21" creationId="{DC32C506-ADA8-CF0A-0F44-B5A758678237}"/>
          </ac:graphicFrameMkLst>
        </pc:graphicFrameChg>
        <pc:graphicFrameChg chg="add mod">
          <ac:chgData name="Zhe Shen" userId="01eaba4c-7cb5-4ff2-8cbf-2d7ece705b92" providerId="ADAL" clId="{87E4BC7F-7821-44A2-8CC7-FD314FE4C5CE}" dt="2024-09-13T14:31:17.742" v="419" actId="1076"/>
          <ac:graphicFrameMkLst>
            <pc:docMk/>
            <pc:sldMk cId="3894166518" sldId="436"/>
            <ac:graphicFrameMk id="23" creationId="{944643AC-4B0F-1227-D65C-93184FB66E52}"/>
          </ac:graphicFrameMkLst>
        </pc:graphicFrameChg>
        <pc:graphicFrameChg chg="add mod">
          <ac:chgData name="Zhe Shen" userId="01eaba4c-7cb5-4ff2-8cbf-2d7ece705b92" providerId="ADAL" clId="{87E4BC7F-7821-44A2-8CC7-FD314FE4C5CE}" dt="2024-09-13T14:32:07.478" v="429" actId="1037"/>
          <ac:graphicFrameMkLst>
            <pc:docMk/>
            <pc:sldMk cId="3894166518" sldId="436"/>
            <ac:graphicFrameMk id="25" creationId="{8D2D757B-B0C4-F2F2-B993-6C55C5F22F1D}"/>
          </ac:graphicFrameMkLst>
        </pc:graphicFrameChg>
        <pc:graphicFrameChg chg="mod">
          <ac:chgData name="Zhe Shen" userId="01eaba4c-7cb5-4ff2-8cbf-2d7ece705b92" providerId="ADAL" clId="{87E4BC7F-7821-44A2-8CC7-FD314FE4C5CE}" dt="2024-09-13T15:50:09.182" v="923"/>
          <ac:graphicFrameMkLst>
            <pc:docMk/>
            <pc:sldMk cId="3894166518" sldId="436"/>
            <ac:graphicFrameMk id="26" creationId="{C8A5C30B-AF33-DDF2-87A2-968B2ADDD08C}"/>
          </ac:graphicFrameMkLst>
        </pc:graphicFrameChg>
      </pc:sldChg>
      <pc:sldChg chg="addSp delSp modSp mod modNotesTx">
        <pc:chgData name="Zhe Shen" userId="01eaba4c-7cb5-4ff2-8cbf-2d7ece705b92" providerId="ADAL" clId="{87E4BC7F-7821-44A2-8CC7-FD314FE4C5CE}" dt="2024-09-16T13:39:27.841" v="1641" actId="1035"/>
        <pc:sldMkLst>
          <pc:docMk/>
          <pc:sldMk cId="3562726234" sldId="437"/>
        </pc:sldMkLst>
        <pc:spChg chg="del">
          <ac:chgData name="Zhe Shen" userId="01eaba4c-7cb5-4ff2-8cbf-2d7ece705b92" providerId="ADAL" clId="{87E4BC7F-7821-44A2-8CC7-FD314FE4C5CE}" dt="2024-09-13T16:12:30.287" v="933" actId="478"/>
          <ac:spMkLst>
            <pc:docMk/>
            <pc:sldMk cId="3562726234" sldId="437"/>
            <ac:spMk id="8" creationId="{19967AD0-3676-EA02-6164-4EF463557CF8}"/>
          </ac:spMkLst>
        </pc:spChg>
        <pc:spChg chg="add del">
          <ac:chgData name="Zhe Shen" userId="01eaba4c-7cb5-4ff2-8cbf-2d7ece705b92" providerId="ADAL" clId="{87E4BC7F-7821-44A2-8CC7-FD314FE4C5CE}" dt="2024-09-14T13:24:26.149" v="980" actId="22"/>
          <ac:spMkLst>
            <pc:docMk/>
            <pc:sldMk cId="3562726234" sldId="437"/>
            <ac:spMk id="11" creationId="{001CF9CB-875A-8002-4B5C-3F2395057EE3}"/>
          </ac:spMkLst>
        </pc:spChg>
        <pc:spChg chg="add mod">
          <ac:chgData name="Zhe Shen" userId="01eaba4c-7cb5-4ff2-8cbf-2d7ece705b92" providerId="ADAL" clId="{87E4BC7F-7821-44A2-8CC7-FD314FE4C5CE}" dt="2024-09-14T14:35:09.620" v="1219" actId="1076"/>
          <ac:spMkLst>
            <pc:docMk/>
            <pc:sldMk cId="3562726234" sldId="437"/>
            <ac:spMk id="14" creationId="{2F8A2474-552F-329D-8CA3-CE9928C48F4E}"/>
          </ac:spMkLst>
        </pc:spChg>
        <pc:spChg chg="add del mod">
          <ac:chgData name="Zhe Shen" userId="01eaba4c-7cb5-4ff2-8cbf-2d7ece705b92" providerId="ADAL" clId="{87E4BC7F-7821-44A2-8CC7-FD314FE4C5CE}" dt="2024-09-14T13:25:59.048" v="1013" actId="478"/>
          <ac:spMkLst>
            <pc:docMk/>
            <pc:sldMk cId="3562726234" sldId="437"/>
            <ac:spMk id="15" creationId="{0B63A9DC-EB67-7D7E-3CE2-23D53D7E13C5}"/>
          </ac:spMkLst>
        </pc:spChg>
        <pc:spChg chg="add mod">
          <ac:chgData name="Zhe Shen" userId="01eaba4c-7cb5-4ff2-8cbf-2d7ece705b92" providerId="ADAL" clId="{87E4BC7F-7821-44A2-8CC7-FD314FE4C5CE}" dt="2024-09-14T13:52:59.482" v="1090" actId="1038"/>
          <ac:spMkLst>
            <pc:docMk/>
            <pc:sldMk cId="3562726234" sldId="437"/>
            <ac:spMk id="16" creationId="{9E472BE1-78F4-7056-926F-E234AE1FCA9B}"/>
          </ac:spMkLst>
        </pc:spChg>
        <pc:spChg chg="add mod">
          <ac:chgData name="Zhe Shen" userId="01eaba4c-7cb5-4ff2-8cbf-2d7ece705b92" providerId="ADAL" clId="{87E4BC7F-7821-44A2-8CC7-FD314FE4C5CE}" dt="2024-09-14T13:52:59.482" v="1090" actId="1038"/>
          <ac:spMkLst>
            <pc:docMk/>
            <pc:sldMk cId="3562726234" sldId="437"/>
            <ac:spMk id="17" creationId="{B8ED397A-63B9-4BC5-C572-B1C76030C0E7}"/>
          </ac:spMkLst>
        </pc:spChg>
        <pc:spChg chg="add del">
          <ac:chgData name="Zhe Shen" userId="01eaba4c-7cb5-4ff2-8cbf-2d7ece705b92" providerId="ADAL" clId="{87E4BC7F-7821-44A2-8CC7-FD314FE4C5CE}" dt="2024-09-14T13:42:15.719" v="1033" actId="22"/>
          <ac:spMkLst>
            <pc:docMk/>
            <pc:sldMk cId="3562726234" sldId="437"/>
            <ac:spMk id="19" creationId="{B6533AEA-05DC-5514-F177-706147B13A7C}"/>
          </ac:spMkLst>
        </pc:spChg>
        <pc:spChg chg="add mod">
          <ac:chgData name="Zhe Shen" userId="01eaba4c-7cb5-4ff2-8cbf-2d7ece705b92" providerId="ADAL" clId="{87E4BC7F-7821-44A2-8CC7-FD314FE4C5CE}" dt="2024-09-14T13:52:59.482" v="1090" actId="1038"/>
          <ac:spMkLst>
            <pc:docMk/>
            <pc:sldMk cId="3562726234" sldId="437"/>
            <ac:spMk id="20" creationId="{1C003C87-2F11-7EDE-A391-BDFB9DFC6C44}"/>
          </ac:spMkLst>
        </pc:spChg>
        <pc:spChg chg="del">
          <ac:chgData name="Zhe Shen" userId="01eaba4c-7cb5-4ff2-8cbf-2d7ece705b92" providerId="ADAL" clId="{87E4BC7F-7821-44A2-8CC7-FD314FE4C5CE}" dt="2024-09-13T16:12:30.287" v="933" actId="478"/>
          <ac:spMkLst>
            <pc:docMk/>
            <pc:sldMk cId="3562726234" sldId="437"/>
            <ac:spMk id="22" creationId="{CC4632FC-D48F-3F01-14CD-24406775D50A}"/>
          </ac:spMkLst>
        </pc:spChg>
        <pc:spChg chg="add mod">
          <ac:chgData name="Zhe Shen" userId="01eaba4c-7cb5-4ff2-8cbf-2d7ece705b92" providerId="ADAL" clId="{87E4BC7F-7821-44A2-8CC7-FD314FE4C5CE}" dt="2024-09-14T14:34:08.815" v="1190"/>
          <ac:spMkLst>
            <pc:docMk/>
            <pc:sldMk cId="3562726234" sldId="437"/>
            <ac:spMk id="28" creationId="{2333DCEA-7334-5A76-E946-87F7451DE3E4}"/>
          </ac:spMkLst>
        </pc:spChg>
        <pc:spChg chg="add del mod">
          <ac:chgData name="Zhe Shen" userId="01eaba4c-7cb5-4ff2-8cbf-2d7ece705b92" providerId="ADAL" clId="{87E4BC7F-7821-44A2-8CC7-FD314FE4C5CE}" dt="2024-09-13T15:45:59.609" v="790" actId="478"/>
          <ac:spMkLst>
            <pc:docMk/>
            <pc:sldMk cId="3562726234" sldId="437"/>
            <ac:spMk id="31" creationId="{C3CD8CC6-3F3C-B11B-924A-9F6A79D7F971}"/>
          </ac:spMkLst>
        </pc:spChg>
        <pc:graphicFrameChg chg="add mod">
          <ac:chgData name="Zhe Shen" userId="01eaba4c-7cb5-4ff2-8cbf-2d7ece705b92" providerId="ADAL" clId="{87E4BC7F-7821-44A2-8CC7-FD314FE4C5CE}" dt="2024-09-14T14:35:39.620" v="1254" actId="1035"/>
          <ac:graphicFrameMkLst>
            <pc:docMk/>
            <pc:sldMk cId="3562726234" sldId="437"/>
            <ac:graphicFrameMk id="8" creationId="{044783AE-92DD-CCBA-BE63-64F67BB3CA82}"/>
          </ac:graphicFrameMkLst>
        </pc:graphicFrameChg>
        <pc:graphicFrameChg chg="del mod">
          <ac:chgData name="Zhe Shen" userId="01eaba4c-7cb5-4ff2-8cbf-2d7ece705b92" providerId="ADAL" clId="{87E4BC7F-7821-44A2-8CC7-FD314FE4C5CE}" dt="2024-09-13T16:12:30.287" v="933" actId="478"/>
          <ac:graphicFrameMkLst>
            <pc:docMk/>
            <pc:sldMk cId="3562726234" sldId="437"/>
            <ac:graphicFrameMk id="9" creationId="{86868BC5-B428-AE28-0498-24B6920ABCD4}"/>
          </ac:graphicFrameMkLst>
        </pc:graphicFrameChg>
        <pc:graphicFrameChg chg="add mod">
          <ac:chgData name="Zhe Shen" userId="01eaba4c-7cb5-4ff2-8cbf-2d7ece705b92" providerId="ADAL" clId="{87E4BC7F-7821-44A2-8CC7-FD314FE4C5CE}" dt="2024-09-14T14:35:39.620" v="1254" actId="1035"/>
          <ac:graphicFrameMkLst>
            <pc:docMk/>
            <pc:sldMk cId="3562726234" sldId="437"/>
            <ac:graphicFrameMk id="9" creationId="{F0D1C58E-B911-6F77-0EBD-6B5287B8E0C4}"/>
          </ac:graphicFrameMkLst>
        </pc:graphicFrameChg>
        <pc:graphicFrameChg chg="del">
          <ac:chgData name="Zhe Shen" userId="01eaba4c-7cb5-4ff2-8cbf-2d7ece705b92" providerId="ADAL" clId="{87E4BC7F-7821-44A2-8CC7-FD314FE4C5CE}" dt="2024-09-13T16:12:30.287" v="933" actId="478"/>
          <ac:graphicFrameMkLst>
            <pc:docMk/>
            <pc:sldMk cId="3562726234" sldId="437"/>
            <ac:graphicFrameMk id="10" creationId="{BDC8A4F9-D874-29EC-330E-36474368873F}"/>
          </ac:graphicFrameMkLst>
        </pc:graphicFrameChg>
        <pc:graphicFrameChg chg="del">
          <ac:chgData name="Zhe Shen" userId="01eaba4c-7cb5-4ff2-8cbf-2d7ece705b92" providerId="ADAL" clId="{87E4BC7F-7821-44A2-8CC7-FD314FE4C5CE}" dt="2024-09-13T16:12:30.287" v="933" actId="478"/>
          <ac:graphicFrameMkLst>
            <pc:docMk/>
            <pc:sldMk cId="3562726234" sldId="437"/>
            <ac:graphicFrameMk id="11" creationId="{DA2DA6F7-697B-E70F-0961-D8EE7424062D}"/>
          </ac:graphicFrameMkLst>
        </pc:graphicFrameChg>
        <pc:graphicFrameChg chg="del">
          <ac:chgData name="Zhe Shen" userId="01eaba4c-7cb5-4ff2-8cbf-2d7ece705b92" providerId="ADAL" clId="{87E4BC7F-7821-44A2-8CC7-FD314FE4C5CE}" dt="2024-09-13T16:12:30.287" v="933" actId="478"/>
          <ac:graphicFrameMkLst>
            <pc:docMk/>
            <pc:sldMk cId="3562726234" sldId="437"/>
            <ac:graphicFrameMk id="14" creationId="{FD4B088C-A01D-889A-42E5-422F52769CBB}"/>
          </ac:graphicFrameMkLst>
        </pc:graphicFrameChg>
        <pc:graphicFrameChg chg="del">
          <ac:chgData name="Zhe Shen" userId="01eaba4c-7cb5-4ff2-8cbf-2d7ece705b92" providerId="ADAL" clId="{87E4BC7F-7821-44A2-8CC7-FD314FE4C5CE}" dt="2024-09-13T16:12:30.287" v="933" actId="478"/>
          <ac:graphicFrameMkLst>
            <pc:docMk/>
            <pc:sldMk cId="3562726234" sldId="437"/>
            <ac:graphicFrameMk id="15" creationId="{EDF14F7B-1CAD-1DD3-8EB6-512F58CA96B4}"/>
          </ac:graphicFrameMkLst>
        </pc:graphicFrameChg>
        <pc:graphicFrameChg chg="del">
          <ac:chgData name="Zhe Shen" userId="01eaba4c-7cb5-4ff2-8cbf-2d7ece705b92" providerId="ADAL" clId="{87E4BC7F-7821-44A2-8CC7-FD314FE4C5CE}" dt="2024-09-13T16:12:30.287" v="933" actId="478"/>
          <ac:graphicFrameMkLst>
            <pc:docMk/>
            <pc:sldMk cId="3562726234" sldId="437"/>
            <ac:graphicFrameMk id="16" creationId="{484DC1BD-B250-CF16-49FF-3CAC844D63AC}"/>
          </ac:graphicFrameMkLst>
        </pc:graphicFrameChg>
        <pc:graphicFrameChg chg="del">
          <ac:chgData name="Zhe Shen" userId="01eaba4c-7cb5-4ff2-8cbf-2d7ece705b92" providerId="ADAL" clId="{87E4BC7F-7821-44A2-8CC7-FD314FE4C5CE}" dt="2024-09-13T16:12:30.287" v="933" actId="478"/>
          <ac:graphicFrameMkLst>
            <pc:docMk/>
            <pc:sldMk cId="3562726234" sldId="437"/>
            <ac:graphicFrameMk id="17" creationId="{7E113B1B-496B-8A2F-59F3-4CAE2190E72D}"/>
          </ac:graphicFrameMkLst>
        </pc:graphicFrameChg>
        <pc:graphicFrameChg chg="del">
          <ac:chgData name="Zhe Shen" userId="01eaba4c-7cb5-4ff2-8cbf-2d7ece705b92" providerId="ADAL" clId="{87E4BC7F-7821-44A2-8CC7-FD314FE4C5CE}" dt="2024-09-13T16:12:30.287" v="933" actId="478"/>
          <ac:graphicFrameMkLst>
            <pc:docMk/>
            <pc:sldMk cId="3562726234" sldId="437"/>
            <ac:graphicFrameMk id="18" creationId="{5A4DC2C3-567F-BF97-B18F-EF055035031E}"/>
          </ac:graphicFrameMkLst>
        </pc:graphicFrameChg>
        <pc:graphicFrameChg chg="del">
          <ac:chgData name="Zhe Shen" userId="01eaba4c-7cb5-4ff2-8cbf-2d7ece705b92" providerId="ADAL" clId="{87E4BC7F-7821-44A2-8CC7-FD314FE4C5CE}" dt="2024-09-13T16:12:30.287" v="933" actId="478"/>
          <ac:graphicFrameMkLst>
            <pc:docMk/>
            <pc:sldMk cId="3562726234" sldId="437"/>
            <ac:graphicFrameMk id="19" creationId="{17A0B1A1-588D-D1BA-B3F1-D009CFAC469A}"/>
          </ac:graphicFrameMkLst>
        </pc:graphicFrameChg>
        <pc:graphicFrameChg chg="del">
          <ac:chgData name="Zhe Shen" userId="01eaba4c-7cb5-4ff2-8cbf-2d7ece705b92" providerId="ADAL" clId="{87E4BC7F-7821-44A2-8CC7-FD314FE4C5CE}" dt="2024-09-13T16:12:30.287" v="933" actId="478"/>
          <ac:graphicFrameMkLst>
            <pc:docMk/>
            <pc:sldMk cId="3562726234" sldId="437"/>
            <ac:graphicFrameMk id="20" creationId="{D8F8932D-495F-8EE5-8CA0-A0929237EAB5}"/>
          </ac:graphicFrameMkLst>
        </pc:graphicFrameChg>
        <pc:graphicFrameChg chg="add del mod">
          <ac:chgData name="Zhe Shen" userId="01eaba4c-7cb5-4ff2-8cbf-2d7ece705b92" providerId="ADAL" clId="{87E4BC7F-7821-44A2-8CC7-FD314FE4C5CE}" dt="2024-09-14T13:54:58.066" v="1124" actId="478"/>
          <ac:graphicFrameMkLst>
            <pc:docMk/>
            <pc:sldMk cId="3562726234" sldId="437"/>
            <ac:graphicFrameMk id="21" creationId="{BC05D8F8-C94F-8BFB-70CE-F5F373D66827}"/>
          </ac:graphicFrameMkLst>
        </pc:graphicFrameChg>
        <pc:graphicFrameChg chg="add del mod">
          <ac:chgData name="Zhe Shen" userId="01eaba4c-7cb5-4ff2-8cbf-2d7ece705b92" providerId="ADAL" clId="{87E4BC7F-7821-44A2-8CC7-FD314FE4C5CE}" dt="2024-09-13T14:30:49.137" v="412" actId="478"/>
          <ac:graphicFrameMkLst>
            <pc:docMk/>
            <pc:sldMk cId="3562726234" sldId="437"/>
            <ac:graphicFrameMk id="21" creationId="{E4919146-A4AC-1C80-49E4-48B0202C22F6}"/>
          </ac:graphicFrameMkLst>
        </pc:graphicFrameChg>
        <pc:graphicFrameChg chg="add mod">
          <ac:chgData name="Zhe Shen" userId="01eaba4c-7cb5-4ff2-8cbf-2d7ece705b92" providerId="ADAL" clId="{87E4BC7F-7821-44A2-8CC7-FD314FE4C5CE}" dt="2024-09-14T13:55:07.499" v="1129" actId="1076"/>
          <ac:graphicFrameMkLst>
            <pc:docMk/>
            <pc:sldMk cId="3562726234" sldId="437"/>
            <ac:graphicFrameMk id="22" creationId="{8660B602-A703-70FF-572B-BD10924B482E}"/>
          </ac:graphicFrameMkLst>
        </pc:graphicFrameChg>
        <pc:graphicFrameChg chg="add del mod">
          <ac:chgData name="Zhe Shen" userId="01eaba4c-7cb5-4ff2-8cbf-2d7ece705b92" providerId="ADAL" clId="{87E4BC7F-7821-44A2-8CC7-FD314FE4C5CE}" dt="2024-09-13T14:30:49.137" v="412" actId="478"/>
          <ac:graphicFrameMkLst>
            <pc:docMk/>
            <pc:sldMk cId="3562726234" sldId="437"/>
            <ac:graphicFrameMk id="23" creationId="{032C2CCC-019B-DB8E-7E8A-6464A35F58BA}"/>
          </ac:graphicFrameMkLst>
        </pc:graphicFrameChg>
        <pc:graphicFrameChg chg="add mod">
          <ac:chgData name="Zhe Shen" userId="01eaba4c-7cb5-4ff2-8cbf-2d7ece705b92" providerId="ADAL" clId="{87E4BC7F-7821-44A2-8CC7-FD314FE4C5CE}" dt="2024-09-14T14:09:41.207" v="1163"/>
          <ac:graphicFrameMkLst>
            <pc:docMk/>
            <pc:sldMk cId="3562726234" sldId="437"/>
            <ac:graphicFrameMk id="23" creationId="{2884D12F-3B77-38EF-9CAD-7F2088A84ECA}"/>
          </ac:graphicFrameMkLst>
        </pc:graphicFrameChg>
        <pc:graphicFrameChg chg="add del mod">
          <ac:chgData name="Zhe Shen" userId="01eaba4c-7cb5-4ff2-8cbf-2d7ece705b92" providerId="ADAL" clId="{87E4BC7F-7821-44A2-8CC7-FD314FE4C5CE}" dt="2024-09-14T14:08:47.297" v="1150" actId="478"/>
          <ac:graphicFrameMkLst>
            <pc:docMk/>
            <pc:sldMk cId="3562726234" sldId="437"/>
            <ac:graphicFrameMk id="25" creationId="{02543493-7AB5-EEFC-DD3E-29F69619E8ED}"/>
          </ac:graphicFrameMkLst>
        </pc:graphicFrameChg>
        <pc:graphicFrameChg chg="add del mod">
          <ac:chgData name="Zhe Shen" userId="01eaba4c-7cb5-4ff2-8cbf-2d7ece705b92" providerId="ADAL" clId="{87E4BC7F-7821-44A2-8CC7-FD314FE4C5CE}" dt="2024-09-13T14:30:51.121" v="413" actId="478"/>
          <ac:graphicFrameMkLst>
            <pc:docMk/>
            <pc:sldMk cId="3562726234" sldId="437"/>
            <ac:graphicFrameMk id="25" creationId="{E9227790-B12B-7234-C10E-633A1C77324E}"/>
          </ac:graphicFrameMkLst>
        </pc:graphicFrameChg>
        <pc:graphicFrameChg chg="add mod">
          <ac:chgData name="Zhe Shen" userId="01eaba4c-7cb5-4ff2-8cbf-2d7ece705b92" providerId="ADAL" clId="{87E4BC7F-7821-44A2-8CC7-FD314FE4C5CE}" dt="2024-09-14T14:09:52.997" v="1166" actId="1076"/>
          <ac:graphicFrameMkLst>
            <pc:docMk/>
            <pc:sldMk cId="3562726234" sldId="437"/>
            <ac:graphicFrameMk id="26" creationId="{75EE3AD2-31A6-D2E3-0185-3E91E3162E0E}"/>
          </ac:graphicFrameMkLst>
        </pc:graphicFrameChg>
        <pc:graphicFrameChg chg="del">
          <ac:chgData name="Zhe Shen" userId="01eaba4c-7cb5-4ff2-8cbf-2d7ece705b92" providerId="ADAL" clId="{87E4BC7F-7821-44A2-8CC7-FD314FE4C5CE}" dt="2024-09-13T14:19:02.524" v="342" actId="478"/>
          <ac:graphicFrameMkLst>
            <pc:docMk/>
            <pc:sldMk cId="3562726234" sldId="437"/>
            <ac:graphicFrameMk id="26" creationId="{C8A5C30B-AF33-DDF2-87A2-968B2ADDD08C}"/>
          </ac:graphicFrameMkLst>
        </pc:graphicFrameChg>
        <pc:graphicFrameChg chg="add del mod">
          <ac:chgData name="Zhe Shen" userId="01eaba4c-7cb5-4ff2-8cbf-2d7ece705b92" providerId="ADAL" clId="{87E4BC7F-7821-44A2-8CC7-FD314FE4C5CE}" dt="2024-09-13T15:15:12.762" v="761" actId="478"/>
          <ac:graphicFrameMkLst>
            <pc:docMk/>
            <pc:sldMk cId="3562726234" sldId="437"/>
            <ac:graphicFrameMk id="27" creationId="{7DAC41DA-3436-2DCD-F9D4-5281FFC30AA0}"/>
          </ac:graphicFrameMkLst>
        </pc:graphicFrameChg>
        <pc:graphicFrameChg chg="add mod">
          <ac:chgData name="Zhe Shen" userId="01eaba4c-7cb5-4ff2-8cbf-2d7ece705b92" providerId="ADAL" clId="{87E4BC7F-7821-44A2-8CC7-FD314FE4C5CE}" dt="2024-09-14T14:33:47.365" v="1180" actId="1076"/>
          <ac:graphicFrameMkLst>
            <pc:docMk/>
            <pc:sldMk cId="3562726234" sldId="437"/>
            <ac:graphicFrameMk id="27" creationId="{B2535DE1-B135-2563-3E23-677D7B9646F2}"/>
          </ac:graphicFrameMkLst>
        </pc:graphicFrameChg>
        <pc:graphicFrameChg chg="add del mod">
          <ac:chgData name="Zhe Shen" userId="01eaba4c-7cb5-4ff2-8cbf-2d7ece705b92" providerId="ADAL" clId="{87E4BC7F-7821-44A2-8CC7-FD314FE4C5CE}" dt="2024-09-13T15:15:12.762" v="761" actId="478"/>
          <ac:graphicFrameMkLst>
            <pc:docMk/>
            <pc:sldMk cId="3562726234" sldId="437"/>
            <ac:graphicFrameMk id="28" creationId="{DC32C506-ADA8-CF0A-0F44-B5A758678237}"/>
          </ac:graphicFrameMkLst>
        </pc:graphicFrameChg>
        <pc:graphicFrameChg chg="add del mod">
          <ac:chgData name="Zhe Shen" userId="01eaba4c-7cb5-4ff2-8cbf-2d7ece705b92" providerId="ADAL" clId="{87E4BC7F-7821-44A2-8CC7-FD314FE4C5CE}" dt="2024-09-13T15:16:07.410" v="784" actId="478"/>
          <ac:graphicFrameMkLst>
            <pc:docMk/>
            <pc:sldMk cId="3562726234" sldId="437"/>
            <ac:graphicFrameMk id="29" creationId="{ADF2BD45-77DE-2C49-92F2-BFAE711E3C47}"/>
          </ac:graphicFrameMkLst>
        </pc:graphicFrameChg>
        <pc:graphicFrameChg chg="add mod">
          <ac:chgData name="Zhe Shen" userId="01eaba4c-7cb5-4ff2-8cbf-2d7ece705b92" providerId="ADAL" clId="{87E4BC7F-7821-44A2-8CC7-FD314FE4C5CE}" dt="2024-09-16T13:39:27.841" v="1641" actId="1035"/>
          <ac:graphicFrameMkLst>
            <pc:docMk/>
            <pc:sldMk cId="3562726234" sldId="437"/>
            <ac:graphicFrameMk id="30" creationId="{F5EF8495-04B9-6ED3-5EF6-094CBBECEA17}"/>
          </ac:graphicFrameMkLst>
        </pc:graphicFrameChg>
        <pc:graphicFrameChg chg="add mod">
          <ac:chgData name="Zhe Shen" userId="01eaba4c-7cb5-4ff2-8cbf-2d7ece705b92" providerId="ADAL" clId="{87E4BC7F-7821-44A2-8CC7-FD314FE4C5CE}" dt="2024-09-16T13:39:27.841" v="1641" actId="1035"/>
          <ac:graphicFrameMkLst>
            <pc:docMk/>
            <pc:sldMk cId="3562726234" sldId="437"/>
            <ac:graphicFrameMk id="32" creationId="{D52BD713-D7E9-82F7-A14C-0CFC5F608209}"/>
          </ac:graphicFrameMkLst>
        </pc:graphicFrameChg>
      </pc:sldChg>
      <pc:sldChg chg="addSp delSp modSp add mod modNotesTx">
        <pc:chgData name="Zhe Shen" userId="01eaba4c-7cb5-4ff2-8cbf-2d7ece705b92" providerId="ADAL" clId="{87E4BC7F-7821-44A2-8CC7-FD314FE4C5CE}" dt="2024-09-16T13:43:10.163" v="1716"/>
        <pc:sldMkLst>
          <pc:docMk/>
          <pc:sldMk cId="4089083768" sldId="438"/>
        </pc:sldMkLst>
        <pc:spChg chg="mod">
          <ac:chgData name="Zhe Shen" userId="01eaba4c-7cb5-4ff2-8cbf-2d7ece705b92" providerId="ADAL" clId="{87E4BC7F-7821-44A2-8CC7-FD314FE4C5CE}" dt="2024-09-14T14:49:34.069" v="1257" actId="14100"/>
          <ac:spMkLst>
            <pc:docMk/>
            <pc:sldMk cId="4089083768" sldId="438"/>
            <ac:spMk id="13" creationId="{6754E07E-3E69-6B8E-2C8C-D339B562182A}"/>
          </ac:spMkLst>
        </pc:spChg>
        <pc:spChg chg="add mod">
          <ac:chgData name="Zhe Shen" userId="01eaba4c-7cb5-4ff2-8cbf-2d7ece705b92" providerId="ADAL" clId="{87E4BC7F-7821-44A2-8CC7-FD314FE4C5CE}" dt="2024-09-14T15:20:05.846" v="1435" actId="1036"/>
          <ac:spMkLst>
            <pc:docMk/>
            <pc:sldMk cId="4089083768" sldId="438"/>
            <ac:spMk id="15" creationId="{81673C02-5AAE-3B8E-6A79-32A21F79B93D}"/>
          </ac:spMkLst>
        </pc:spChg>
        <pc:spChg chg="add del">
          <ac:chgData name="Zhe Shen" userId="01eaba4c-7cb5-4ff2-8cbf-2d7ece705b92" providerId="ADAL" clId="{87E4BC7F-7821-44A2-8CC7-FD314FE4C5CE}" dt="2024-09-14T14:50:37.923" v="1260" actId="478"/>
          <ac:spMkLst>
            <pc:docMk/>
            <pc:sldMk cId="4089083768" sldId="438"/>
            <ac:spMk id="16" creationId="{9E472BE1-78F4-7056-926F-E234AE1FCA9B}"/>
          </ac:spMkLst>
        </pc:spChg>
        <pc:spChg chg="del">
          <ac:chgData name="Zhe Shen" userId="01eaba4c-7cb5-4ff2-8cbf-2d7ece705b92" providerId="ADAL" clId="{87E4BC7F-7821-44A2-8CC7-FD314FE4C5CE}" dt="2024-09-14T14:50:40.941" v="1261" actId="478"/>
          <ac:spMkLst>
            <pc:docMk/>
            <pc:sldMk cId="4089083768" sldId="438"/>
            <ac:spMk id="17" creationId="{B8ED397A-63B9-4BC5-C572-B1C76030C0E7}"/>
          </ac:spMkLst>
        </pc:spChg>
        <pc:spChg chg="add mod">
          <ac:chgData name="Zhe Shen" userId="01eaba4c-7cb5-4ff2-8cbf-2d7ece705b92" providerId="ADAL" clId="{87E4BC7F-7821-44A2-8CC7-FD314FE4C5CE}" dt="2024-09-16T13:26:19.255" v="1599" actId="1035"/>
          <ac:spMkLst>
            <pc:docMk/>
            <pc:sldMk cId="4089083768" sldId="438"/>
            <ac:spMk id="18" creationId="{098015CC-04CE-046D-7DE0-7FDFAEB586EE}"/>
          </ac:spMkLst>
        </pc:spChg>
        <pc:spChg chg="add mod">
          <ac:chgData name="Zhe Shen" userId="01eaba4c-7cb5-4ff2-8cbf-2d7ece705b92" providerId="ADAL" clId="{87E4BC7F-7821-44A2-8CC7-FD314FE4C5CE}" dt="2024-09-16T13:42:40.033" v="1712" actId="1036"/>
          <ac:spMkLst>
            <pc:docMk/>
            <pc:sldMk cId="4089083768" sldId="438"/>
            <ac:spMk id="19" creationId="{A918AB06-B9F1-865C-60C5-2D6F4BBF41E2}"/>
          </ac:spMkLst>
        </pc:spChg>
        <pc:spChg chg="del">
          <ac:chgData name="Zhe Shen" userId="01eaba4c-7cb5-4ff2-8cbf-2d7ece705b92" providerId="ADAL" clId="{87E4BC7F-7821-44A2-8CC7-FD314FE4C5CE}" dt="2024-09-14T14:50:42.424" v="1262" actId="478"/>
          <ac:spMkLst>
            <pc:docMk/>
            <pc:sldMk cId="4089083768" sldId="438"/>
            <ac:spMk id="20" creationId="{1C003C87-2F11-7EDE-A391-BDFB9DFC6C44}"/>
          </ac:spMkLst>
        </pc:spChg>
        <pc:spChg chg="add mod">
          <ac:chgData name="Zhe Shen" userId="01eaba4c-7cb5-4ff2-8cbf-2d7ece705b92" providerId="ADAL" clId="{87E4BC7F-7821-44A2-8CC7-FD314FE4C5CE}" dt="2024-09-16T13:42:40.033" v="1712" actId="1036"/>
          <ac:spMkLst>
            <pc:docMk/>
            <pc:sldMk cId="4089083768" sldId="438"/>
            <ac:spMk id="21" creationId="{8937E05A-58B6-49ED-93DB-394796C97B6F}"/>
          </ac:spMkLst>
        </pc:spChg>
        <pc:spChg chg="add del mod">
          <ac:chgData name="Zhe Shen" userId="01eaba4c-7cb5-4ff2-8cbf-2d7ece705b92" providerId="ADAL" clId="{87E4BC7F-7821-44A2-8CC7-FD314FE4C5CE}" dt="2024-09-16T13:43:09.917" v="1715" actId="478"/>
          <ac:spMkLst>
            <pc:docMk/>
            <pc:sldMk cId="4089083768" sldId="438"/>
            <ac:spMk id="22" creationId="{D84A0F4C-392E-B893-B61D-7B8C1D1CD537}"/>
          </ac:spMkLst>
        </pc:spChg>
        <pc:spChg chg="add mod">
          <ac:chgData name="Zhe Shen" userId="01eaba4c-7cb5-4ff2-8cbf-2d7ece705b92" providerId="ADAL" clId="{87E4BC7F-7821-44A2-8CC7-FD314FE4C5CE}" dt="2024-09-16T13:42:40.033" v="1712" actId="1036"/>
          <ac:spMkLst>
            <pc:docMk/>
            <pc:sldMk cId="4089083768" sldId="438"/>
            <ac:spMk id="25" creationId="{7FE8C5D5-F180-C0BD-69AE-B52C02917067}"/>
          </ac:spMkLst>
        </pc:spChg>
        <pc:spChg chg="del">
          <ac:chgData name="Zhe Shen" userId="01eaba4c-7cb5-4ff2-8cbf-2d7ece705b92" providerId="ADAL" clId="{87E4BC7F-7821-44A2-8CC7-FD314FE4C5CE}" dt="2024-09-14T14:50:40.941" v="1261" actId="478"/>
          <ac:spMkLst>
            <pc:docMk/>
            <pc:sldMk cId="4089083768" sldId="438"/>
            <ac:spMk id="28" creationId="{2333DCEA-7334-5A76-E946-87F7451DE3E4}"/>
          </ac:spMkLst>
        </pc:spChg>
        <pc:spChg chg="add mod">
          <ac:chgData name="Zhe Shen" userId="01eaba4c-7cb5-4ff2-8cbf-2d7ece705b92" providerId="ADAL" clId="{87E4BC7F-7821-44A2-8CC7-FD314FE4C5CE}" dt="2024-09-16T13:43:10.163" v="1716"/>
          <ac:spMkLst>
            <pc:docMk/>
            <pc:sldMk cId="4089083768" sldId="438"/>
            <ac:spMk id="31" creationId="{40D0F484-A808-358E-504E-F8F3D95E3304}"/>
          </ac:spMkLst>
        </pc:spChg>
        <pc:graphicFrameChg chg="add del">
          <ac:chgData name="Zhe Shen" userId="01eaba4c-7cb5-4ff2-8cbf-2d7ece705b92" providerId="ADAL" clId="{87E4BC7F-7821-44A2-8CC7-FD314FE4C5CE}" dt="2024-09-14T14:50:37.923" v="1260" actId="478"/>
          <ac:graphicFrameMkLst>
            <pc:docMk/>
            <pc:sldMk cId="4089083768" sldId="438"/>
            <ac:graphicFrameMk id="8" creationId="{044783AE-92DD-CCBA-BE63-64F67BB3CA82}"/>
          </ac:graphicFrameMkLst>
        </pc:graphicFrameChg>
        <pc:graphicFrameChg chg="add mod">
          <ac:chgData name="Zhe Shen" userId="01eaba4c-7cb5-4ff2-8cbf-2d7ece705b92" providerId="ADAL" clId="{87E4BC7F-7821-44A2-8CC7-FD314FE4C5CE}" dt="2024-09-16T13:22:44.275" v="1511" actId="1076"/>
          <ac:graphicFrameMkLst>
            <pc:docMk/>
            <pc:sldMk cId="4089083768" sldId="438"/>
            <ac:graphicFrameMk id="8" creationId="{225800C0-04E2-89F4-C27A-0CBD9AE13619}"/>
          </ac:graphicFrameMkLst>
        </pc:graphicFrameChg>
        <pc:graphicFrameChg chg="add mod">
          <ac:chgData name="Zhe Shen" userId="01eaba4c-7cb5-4ff2-8cbf-2d7ece705b92" providerId="ADAL" clId="{87E4BC7F-7821-44A2-8CC7-FD314FE4C5CE}" dt="2024-09-16T13:22:58.403" v="1518"/>
          <ac:graphicFrameMkLst>
            <pc:docMk/>
            <pc:sldMk cId="4089083768" sldId="438"/>
            <ac:graphicFrameMk id="9" creationId="{38918954-5F33-00BE-19AC-BDDEA608B8BD}"/>
          </ac:graphicFrameMkLst>
        </pc:graphicFrameChg>
        <pc:graphicFrameChg chg="add del">
          <ac:chgData name="Zhe Shen" userId="01eaba4c-7cb5-4ff2-8cbf-2d7ece705b92" providerId="ADAL" clId="{87E4BC7F-7821-44A2-8CC7-FD314FE4C5CE}" dt="2024-09-14T14:50:37.923" v="1260" actId="478"/>
          <ac:graphicFrameMkLst>
            <pc:docMk/>
            <pc:sldMk cId="4089083768" sldId="438"/>
            <ac:graphicFrameMk id="9" creationId="{F0D1C58E-B911-6F77-0EBD-6B5287B8E0C4}"/>
          </ac:graphicFrameMkLst>
        </pc:graphicFrameChg>
        <pc:graphicFrameChg chg="add mod">
          <ac:chgData name="Zhe Shen" userId="01eaba4c-7cb5-4ff2-8cbf-2d7ece705b92" providerId="ADAL" clId="{87E4BC7F-7821-44A2-8CC7-FD314FE4C5CE}" dt="2024-09-16T13:23:07.224" v="1521"/>
          <ac:graphicFrameMkLst>
            <pc:docMk/>
            <pc:sldMk cId="4089083768" sldId="438"/>
            <ac:graphicFrameMk id="16" creationId="{C88CED4E-8D59-B4AD-DD5C-65A987AE88F1}"/>
          </ac:graphicFrameMkLst>
        </pc:graphicFrameChg>
        <pc:graphicFrameChg chg="add mod">
          <ac:chgData name="Zhe Shen" userId="01eaba4c-7cb5-4ff2-8cbf-2d7ece705b92" providerId="ADAL" clId="{87E4BC7F-7821-44A2-8CC7-FD314FE4C5CE}" dt="2024-09-16T13:24:26.395" v="1533" actId="1076"/>
          <ac:graphicFrameMkLst>
            <pc:docMk/>
            <pc:sldMk cId="4089083768" sldId="438"/>
            <ac:graphicFrameMk id="17" creationId="{023C2582-F73C-1D0A-03C1-D7947031BA2B}"/>
          </ac:graphicFrameMkLst>
        </pc:graphicFrameChg>
        <pc:graphicFrameChg chg="add del">
          <ac:chgData name="Zhe Shen" userId="01eaba4c-7cb5-4ff2-8cbf-2d7ece705b92" providerId="ADAL" clId="{87E4BC7F-7821-44A2-8CC7-FD314FE4C5CE}" dt="2024-09-14T14:50:37.923" v="1260" actId="478"/>
          <ac:graphicFrameMkLst>
            <pc:docMk/>
            <pc:sldMk cId="4089083768" sldId="438"/>
            <ac:graphicFrameMk id="22" creationId="{8660B602-A703-70FF-572B-BD10924B482E}"/>
          </ac:graphicFrameMkLst>
        </pc:graphicFrameChg>
        <pc:graphicFrameChg chg="del">
          <ac:chgData name="Zhe Shen" userId="01eaba4c-7cb5-4ff2-8cbf-2d7ece705b92" providerId="ADAL" clId="{87E4BC7F-7821-44A2-8CC7-FD314FE4C5CE}" dt="2024-09-14T14:50:40.941" v="1261" actId="478"/>
          <ac:graphicFrameMkLst>
            <pc:docMk/>
            <pc:sldMk cId="4089083768" sldId="438"/>
            <ac:graphicFrameMk id="23" creationId="{2884D12F-3B77-38EF-9CAD-7F2088A84ECA}"/>
          </ac:graphicFrameMkLst>
        </pc:graphicFrameChg>
        <pc:graphicFrameChg chg="del">
          <ac:chgData name="Zhe Shen" userId="01eaba4c-7cb5-4ff2-8cbf-2d7ece705b92" providerId="ADAL" clId="{87E4BC7F-7821-44A2-8CC7-FD314FE4C5CE}" dt="2024-09-14T14:50:40.941" v="1261" actId="478"/>
          <ac:graphicFrameMkLst>
            <pc:docMk/>
            <pc:sldMk cId="4089083768" sldId="438"/>
            <ac:graphicFrameMk id="26" creationId="{75EE3AD2-31A6-D2E3-0185-3E91E3162E0E}"/>
          </ac:graphicFrameMkLst>
        </pc:graphicFrameChg>
        <pc:graphicFrameChg chg="add mod">
          <ac:chgData name="Zhe Shen" userId="01eaba4c-7cb5-4ff2-8cbf-2d7ece705b92" providerId="ADAL" clId="{87E4BC7F-7821-44A2-8CC7-FD314FE4C5CE}" dt="2024-09-16T13:39:32.978" v="1643"/>
          <ac:graphicFrameMkLst>
            <pc:docMk/>
            <pc:sldMk cId="4089083768" sldId="438"/>
            <ac:graphicFrameMk id="28" creationId="{3BA714A9-722E-925A-C0CF-7DC04483BD64}"/>
          </ac:graphicFrameMkLst>
        </pc:graphicFrameChg>
        <pc:graphicFrameChg chg="add mod">
          <ac:chgData name="Zhe Shen" userId="01eaba4c-7cb5-4ff2-8cbf-2d7ece705b92" providerId="ADAL" clId="{87E4BC7F-7821-44A2-8CC7-FD314FE4C5CE}" dt="2024-09-16T13:39:32.978" v="1643"/>
          <ac:graphicFrameMkLst>
            <pc:docMk/>
            <pc:sldMk cId="4089083768" sldId="438"/>
            <ac:graphicFrameMk id="29" creationId="{B9C2B670-316D-DF2E-C144-C2D4F9F7B8AE}"/>
          </ac:graphicFrameMkLst>
        </pc:graphicFrameChg>
        <pc:graphicFrameChg chg="add del">
          <ac:chgData name="Zhe Shen" userId="01eaba4c-7cb5-4ff2-8cbf-2d7ece705b92" providerId="ADAL" clId="{87E4BC7F-7821-44A2-8CC7-FD314FE4C5CE}" dt="2024-09-16T13:39:32.751" v="1642" actId="478"/>
          <ac:graphicFrameMkLst>
            <pc:docMk/>
            <pc:sldMk cId="4089083768" sldId="438"/>
            <ac:graphicFrameMk id="30" creationId="{F5EF8495-04B9-6ED3-5EF6-094CBBECEA17}"/>
          </ac:graphicFrameMkLst>
        </pc:graphicFrameChg>
        <pc:graphicFrameChg chg="add del">
          <ac:chgData name="Zhe Shen" userId="01eaba4c-7cb5-4ff2-8cbf-2d7ece705b92" providerId="ADAL" clId="{87E4BC7F-7821-44A2-8CC7-FD314FE4C5CE}" dt="2024-09-16T13:39:32.751" v="1642" actId="478"/>
          <ac:graphicFrameMkLst>
            <pc:docMk/>
            <pc:sldMk cId="4089083768" sldId="438"/>
            <ac:graphicFrameMk id="32" creationId="{D52BD713-D7E9-82F7-A14C-0CFC5F608209}"/>
          </ac:graphicFrameMkLst>
        </pc:graphicFrameChg>
        <pc:picChg chg="add mod">
          <ac:chgData name="Zhe Shen" userId="01eaba4c-7cb5-4ff2-8cbf-2d7ece705b92" providerId="ADAL" clId="{87E4BC7F-7821-44A2-8CC7-FD314FE4C5CE}" dt="2024-09-16T13:26:19.255" v="1599" actId="1035"/>
          <ac:picMkLst>
            <pc:docMk/>
            <pc:sldMk cId="4089083768" sldId="438"/>
            <ac:picMk id="10" creationId="{06688EF3-E8FE-471E-FCE0-B14BBF0FF51A}"/>
          </ac:picMkLst>
        </pc:picChg>
        <pc:picChg chg="add mod">
          <ac:chgData name="Zhe Shen" userId="01eaba4c-7cb5-4ff2-8cbf-2d7ece705b92" providerId="ADAL" clId="{87E4BC7F-7821-44A2-8CC7-FD314FE4C5CE}" dt="2024-09-14T15:20:05.846" v="1435" actId="1036"/>
          <ac:picMkLst>
            <pc:docMk/>
            <pc:sldMk cId="4089083768" sldId="438"/>
            <ac:picMk id="11" creationId="{1C7993AD-C974-16F2-7BE5-D5EDB563A745}"/>
          </ac:picMkLst>
        </pc:picChg>
        <pc:cxnChg chg="add mod">
          <ac:chgData name="Zhe Shen" userId="01eaba4c-7cb5-4ff2-8cbf-2d7ece705b92" providerId="ADAL" clId="{87E4BC7F-7821-44A2-8CC7-FD314FE4C5CE}" dt="2024-09-16T13:26:44.918" v="1604" actId="208"/>
          <ac:cxnSpMkLst>
            <pc:docMk/>
            <pc:sldMk cId="4089083768" sldId="438"/>
            <ac:cxnSpMk id="26" creationId="{52DCBD65-C6A9-B414-2EE4-0F5F64A78C47}"/>
          </ac:cxnSpMkLst>
        </pc:cxnChg>
      </pc:sldChg>
      <pc:sldChg chg="addSp delSp modSp add del mod">
        <pc:chgData name="Zhe Shen" userId="01eaba4c-7cb5-4ff2-8cbf-2d7ece705b92" providerId="ADAL" clId="{87E4BC7F-7821-44A2-8CC7-FD314FE4C5CE}" dt="2024-09-16T13:24:39.698" v="1535" actId="47"/>
        <pc:sldMkLst>
          <pc:docMk/>
          <pc:sldMk cId="1346440062" sldId="439"/>
        </pc:sldMkLst>
        <pc:spChg chg="mod">
          <ac:chgData name="Zhe Shen" userId="01eaba4c-7cb5-4ff2-8cbf-2d7ece705b92" providerId="ADAL" clId="{87E4BC7F-7821-44A2-8CC7-FD314FE4C5CE}" dt="2024-09-16T13:23:28.356" v="1523" actId="20577"/>
          <ac:spMkLst>
            <pc:docMk/>
            <pc:sldMk cId="1346440062" sldId="439"/>
            <ac:spMk id="13" creationId="{6754E07E-3E69-6B8E-2C8C-D339B562182A}"/>
          </ac:spMkLst>
        </pc:spChg>
        <pc:spChg chg="del">
          <ac:chgData name="Zhe Shen" userId="01eaba4c-7cb5-4ff2-8cbf-2d7ece705b92" providerId="ADAL" clId="{87E4BC7F-7821-44A2-8CC7-FD314FE4C5CE}" dt="2024-09-16T13:23:35.541" v="1524" actId="478"/>
          <ac:spMkLst>
            <pc:docMk/>
            <pc:sldMk cId="1346440062" sldId="439"/>
            <ac:spMk id="14" creationId="{2F8A2474-552F-329D-8CA3-CE9928C48F4E}"/>
          </ac:spMkLst>
        </pc:spChg>
        <pc:graphicFrameChg chg="add mod">
          <ac:chgData name="Zhe Shen" userId="01eaba4c-7cb5-4ff2-8cbf-2d7ece705b92" providerId="ADAL" clId="{87E4BC7F-7821-44A2-8CC7-FD314FE4C5CE}" dt="2024-09-16T13:24:03.135" v="1531" actId="1076"/>
          <ac:graphicFrameMkLst>
            <pc:docMk/>
            <pc:sldMk cId="1346440062" sldId="439"/>
            <ac:graphicFrameMk id="17" creationId="{93605FF4-4CB6-081B-577B-7DF926C45B91}"/>
          </ac:graphicFrameMkLst>
        </pc:graphicFrameChg>
      </pc:sldChg>
      <pc:sldChg chg="addSp delSp modSp add mod modTransition addAnim delAnim modAnim">
        <pc:chgData name="Zhe Shen" userId="01eaba4c-7cb5-4ff2-8cbf-2d7ece705b92" providerId="ADAL" clId="{87E4BC7F-7821-44A2-8CC7-FD314FE4C5CE}" dt="2024-09-16T13:45:13.691" v="1789" actId="1076"/>
        <pc:sldMkLst>
          <pc:docMk/>
          <pc:sldMk cId="540125400" sldId="440"/>
        </pc:sldMkLst>
        <pc:spChg chg="mod">
          <ac:chgData name="Zhe Shen" userId="01eaba4c-7cb5-4ff2-8cbf-2d7ece705b92" providerId="ADAL" clId="{87E4BC7F-7821-44A2-8CC7-FD314FE4C5CE}" dt="2024-09-16T13:28:26.892" v="1607" actId="20577"/>
          <ac:spMkLst>
            <pc:docMk/>
            <pc:sldMk cId="540125400" sldId="440"/>
            <ac:spMk id="13" creationId="{6754E07E-3E69-6B8E-2C8C-D339B562182A}"/>
          </ac:spMkLst>
        </pc:spChg>
        <pc:spChg chg="del">
          <ac:chgData name="Zhe Shen" userId="01eaba4c-7cb5-4ff2-8cbf-2d7ece705b92" providerId="ADAL" clId="{87E4BC7F-7821-44A2-8CC7-FD314FE4C5CE}" dt="2024-09-16T13:24:47.988" v="1536" actId="478"/>
          <ac:spMkLst>
            <pc:docMk/>
            <pc:sldMk cId="540125400" sldId="440"/>
            <ac:spMk id="14" creationId="{2F8A2474-552F-329D-8CA3-CE9928C48F4E}"/>
          </ac:spMkLst>
        </pc:spChg>
        <pc:spChg chg="del">
          <ac:chgData name="Zhe Shen" userId="01eaba4c-7cb5-4ff2-8cbf-2d7ece705b92" providerId="ADAL" clId="{87E4BC7F-7821-44A2-8CC7-FD314FE4C5CE}" dt="2024-09-16T13:24:47.988" v="1536" actId="478"/>
          <ac:spMkLst>
            <pc:docMk/>
            <pc:sldMk cId="540125400" sldId="440"/>
            <ac:spMk id="15" creationId="{81673C02-5AAE-3B8E-6A79-32A21F79B93D}"/>
          </ac:spMkLst>
        </pc:spChg>
        <pc:spChg chg="del">
          <ac:chgData name="Zhe Shen" userId="01eaba4c-7cb5-4ff2-8cbf-2d7ece705b92" providerId="ADAL" clId="{87E4BC7F-7821-44A2-8CC7-FD314FE4C5CE}" dt="2024-09-16T13:24:47.988" v="1536" actId="478"/>
          <ac:spMkLst>
            <pc:docMk/>
            <pc:sldMk cId="540125400" sldId="440"/>
            <ac:spMk id="18" creationId="{098015CC-04CE-046D-7DE0-7FDFAEB586EE}"/>
          </ac:spMkLst>
        </pc:spChg>
        <pc:spChg chg="del">
          <ac:chgData name="Zhe Shen" userId="01eaba4c-7cb5-4ff2-8cbf-2d7ece705b92" providerId="ADAL" clId="{87E4BC7F-7821-44A2-8CC7-FD314FE4C5CE}" dt="2024-09-16T13:24:47.988" v="1536" actId="478"/>
          <ac:spMkLst>
            <pc:docMk/>
            <pc:sldMk cId="540125400" sldId="440"/>
            <ac:spMk id="19" creationId="{A918AB06-B9F1-865C-60C5-2D6F4BBF41E2}"/>
          </ac:spMkLst>
        </pc:spChg>
        <pc:spChg chg="del">
          <ac:chgData name="Zhe Shen" userId="01eaba4c-7cb5-4ff2-8cbf-2d7ece705b92" providerId="ADAL" clId="{87E4BC7F-7821-44A2-8CC7-FD314FE4C5CE}" dt="2024-09-16T13:24:47.988" v="1536" actId="478"/>
          <ac:spMkLst>
            <pc:docMk/>
            <pc:sldMk cId="540125400" sldId="440"/>
            <ac:spMk id="21" creationId="{8937E05A-58B6-49ED-93DB-394796C97B6F}"/>
          </ac:spMkLst>
        </pc:spChg>
        <pc:spChg chg="del">
          <ac:chgData name="Zhe Shen" userId="01eaba4c-7cb5-4ff2-8cbf-2d7ece705b92" providerId="ADAL" clId="{87E4BC7F-7821-44A2-8CC7-FD314FE4C5CE}" dt="2024-09-16T13:24:47.988" v="1536" actId="478"/>
          <ac:spMkLst>
            <pc:docMk/>
            <pc:sldMk cId="540125400" sldId="440"/>
            <ac:spMk id="25" creationId="{7FE8C5D5-F180-C0BD-69AE-B52C02917067}"/>
          </ac:spMkLst>
        </pc:spChg>
        <pc:spChg chg="add del mod">
          <ac:chgData name="Zhe Shen" userId="01eaba4c-7cb5-4ff2-8cbf-2d7ece705b92" providerId="ADAL" clId="{87E4BC7F-7821-44A2-8CC7-FD314FE4C5CE}" dt="2024-09-16T13:40:33.331" v="1684" actId="478"/>
          <ac:spMkLst>
            <pc:docMk/>
            <pc:sldMk cId="540125400" sldId="440"/>
            <ac:spMk id="31" creationId="{40438759-8FA6-EC5B-867A-FC4FF782773C}"/>
          </ac:spMkLst>
        </pc:spChg>
        <pc:spChg chg="add mod">
          <ac:chgData name="Zhe Shen" userId="01eaba4c-7cb5-4ff2-8cbf-2d7ece705b92" providerId="ADAL" clId="{87E4BC7F-7821-44A2-8CC7-FD314FE4C5CE}" dt="2024-09-16T13:40:40.499" v="1687" actId="20577"/>
          <ac:spMkLst>
            <pc:docMk/>
            <pc:sldMk cId="540125400" sldId="440"/>
            <ac:spMk id="33" creationId="{F42C4411-290D-599B-426A-29E2986E15CD}"/>
          </ac:spMkLst>
        </pc:spChg>
        <pc:spChg chg="add mod">
          <ac:chgData name="Zhe Shen" userId="01eaba4c-7cb5-4ff2-8cbf-2d7ece705b92" providerId="ADAL" clId="{87E4BC7F-7821-44A2-8CC7-FD314FE4C5CE}" dt="2024-09-16T13:43:04.885" v="1714" actId="14100"/>
          <ac:spMkLst>
            <pc:docMk/>
            <pc:sldMk cId="540125400" sldId="440"/>
            <ac:spMk id="35" creationId="{70689AD2-CE4F-6EB1-03EB-5468CDB70932}"/>
          </ac:spMkLst>
        </pc:spChg>
        <pc:spChg chg="add mod">
          <ac:chgData name="Zhe Shen" userId="01eaba4c-7cb5-4ff2-8cbf-2d7ece705b92" providerId="ADAL" clId="{87E4BC7F-7821-44A2-8CC7-FD314FE4C5CE}" dt="2024-09-16T13:45:13.691" v="1789" actId="1076"/>
          <ac:spMkLst>
            <pc:docMk/>
            <pc:sldMk cId="540125400" sldId="440"/>
            <ac:spMk id="36" creationId="{A9378DC1-1432-22FC-49F2-34A07FE70E8D}"/>
          </ac:spMkLst>
        </pc:spChg>
        <pc:graphicFrameChg chg="del">
          <ac:chgData name="Zhe Shen" userId="01eaba4c-7cb5-4ff2-8cbf-2d7ece705b92" providerId="ADAL" clId="{87E4BC7F-7821-44A2-8CC7-FD314FE4C5CE}" dt="2024-09-16T13:24:47.988" v="1536" actId="478"/>
          <ac:graphicFrameMkLst>
            <pc:docMk/>
            <pc:sldMk cId="540125400" sldId="440"/>
            <ac:graphicFrameMk id="8" creationId="{225800C0-04E2-89F4-C27A-0CBD9AE13619}"/>
          </ac:graphicFrameMkLst>
        </pc:graphicFrameChg>
        <pc:graphicFrameChg chg="del">
          <ac:chgData name="Zhe Shen" userId="01eaba4c-7cb5-4ff2-8cbf-2d7ece705b92" providerId="ADAL" clId="{87E4BC7F-7821-44A2-8CC7-FD314FE4C5CE}" dt="2024-09-16T13:24:47.988" v="1536" actId="478"/>
          <ac:graphicFrameMkLst>
            <pc:docMk/>
            <pc:sldMk cId="540125400" sldId="440"/>
            <ac:graphicFrameMk id="9" creationId="{38918954-5F33-00BE-19AC-BDDEA608B8BD}"/>
          </ac:graphicFrameMkLst>
        </pc:graphicFrameChg>
        <pc:graphicFrameChg chg="del">
          <ac:chgData name="Zhe Shen" userId="01eaba4c-7cb5-4ff2-8cbf-2d7ece705b92" providerId="ADAL" clId="{87E4BC7F-7821-44A2-8CC7-FD314FE4C5CE}" dt="2024-09-16T13:24:47.988" v="1536" actId="478"/>
          <ac:graphicFrameMkLst>
            <pc:docMk/>
            <pc:sldMk cId="540125400" sldId="440"/>
            <ac:graphicFrameMk id="16" creationId="{C88CED4E-8D59-B4AD-DD5C-65A987AE88F1}"/>
          </ac:graphicFrameMkLst>
        </pc:graphicFrameChg>
        <pc:graphicFrameChg chg="del">
          <ac:chgData name="Zhe Shen" userId="01eaba4c-7cb5-4ff2-8cbf-2d7ece705b92" providerId="ADAL" clId="{87E4BC7F-7821-44A2-8CC7-FD314FE4C5CE}" dt="2024-09-16T13:24:47.988" v="1536" actId="478"/>
          <ac:graphicFrameMkLst>
            <pc:docMk/>
            <pc:sldMk cId="540125400" sldId="440"/>
            <ac:graphicFrameMk id="27" creationId="{B2535DE1-B135-2563-3E23-677D7B9646F2}"/>
          </ac:graphicFrameMkLst>
        </pc:graphicFrameChg>
        <pc:graphicFrameChg chg="add mod">
          <ac:chgData name="Zhe Shen" userId="01eaba4c-7cb5-4ff2-8cbf-2d7ece705b92" providerId="ADAL" clId="{87E4BC7F-7821-44A2-8CC7-FD314FE4C5CE}" dt="2024-09-16T13:39:35.083" v="1644"/>
          <ac:graphicFrameMkLst>
            <pc:docMk/>
            <pc:sldMk cId="540125400" sldId="440"/>
            <ac:graphicFrameMk id="28" creationId="{EE072B3B-D9FF-13C6-6F9A-56DF2B7303A6}"/>
          </ac:graphicFrameMkLst>
        </pc:graphicFrameChg>
        <pc:graphicFrameChg chg="add mod">
          <ac:chgData name="Zhe Shen" userId="01eaba4c-7cb5-4ff2-8cbf-2d7ece705b92" providerId="ADAL" clId="{87E4BC7F-7821-44A2-8CC7-FD314FE4C5CE}" dt="2024-09-16T13:39:35.083" v="1644"/>
          <ac:graphicFrameMkLst>
            <pc:docMk/>
            <pc:sldMk cId="540125400" sldId="440"/>
            <ac:graphicFrameMk id="29" creationId="{09FB3ADF-B31A-494F-ADAC-8B745076112E}"/>
          </ac:graphicFrameMkLst>
        </pc:graphicFrameChg>
        <pc:graphicFrameChg chg="del">
          <ac:chgData name="Zhe Shen" userId="01eaba4c-7cb5-4ff2-8cbf-2d7ece705b92" providerId="ADAL" clId="{87E4BC7F-7821-44A2-8CC7-FD314FE4C5CE}" dt="2024-09-16T13:24:47.988" v="1536" actId="478"/>
          <ac:graphicFrameMkLst>
            <pc:docMk/>
            <pc:sldMk cId="540125400" sldId="440"/>
            <ac:graphicFrameMk id="30" creationId="{F5EF8495-04B9-6ED3-5EF6-094CBBECEA17}"/>
          </ac:graphicFrameMkLst>
        </pc:graphicFrameChg>
        <pc:graphicFrameChg chg="del">
          <ac:chgData name="Zhe Shen" userId="01eaba4c-7cb5-4ff2-8cbf-2d7ece705b92" providerId="ADAL" clId="{87E4BC7F-7821-44A2-8CC7-FD314FE4C5CE}" dt="2024-09-16T13:24:47.988" v="1536" actId="478"/>
          <ac:graphicFrameMkLst>
            <pc:docMk/>
            <pc:sldMk cId="540125400" sldId="440"/>
            <ac:graphicFrameMk id="32" creationId="{D52BD713-D7E9-82F7-A14C-0CFC5F608209}"/>
          </ac:graphicFrameMkLst>
        </pc:graphicFrameChg>
        <pc:picChg chg="del">
          <ac:chgData name="Zhe Shen" userId="01eaba4c-7cb5-4ff2-8cbf-2d7ece705b92" providerId="ADAL" clId="{87E4BC7F-7821-44A2-8CC7-FD314FE4C5CE}" dt="2024-09-16T13:24:47.988" v="1536" actId="478"/>
          <ac:picMkLst>
            <pc:docMk/>
            <pc:sldMk cId="540125400" sldId="440"/>
            <ac:picMk id="10" creationId="{06688EF3-E8FE-471E-FCE0-B14BBF0FF51A}"/>
          </ac:picMkLst>
        </pc:picChg>
        <pc:picChg chg="del">
          <ac:chgData name="Zhe Shen" userId="01eaba4c-7cb5-4ff2-8cbf-2d7ece705b92" providerId="ADAL" clId="{87E4BC7F-7821-44A2-8CC7-FD314FE4C5CE}" dt="2024-09-16T13:24:47.988" v="1536" actId="478"/>
          <ac:picMkLst>
            <pc:docMk/>
            <pc:sldMk cId="540125400" sldId="440"/>
            <ac:picMk id="11" creationId="{1C7993AD-C974-16F2-7BE5-D5EDB563A745}"/>
          </ac:picMkLst>
        </pc:picChg>
        <pc:picChg chg="add del mod">
          <ac:chgData name="Zhe Shen" userId="01eaba4c-7cb5-4ff2-8cbf-2d7ece705b92" providerId="ADAL" clId="{87E4BC7F-7821-44A2-8CC7-FD314FE4C5CE}" dt="2024-09-16T13:35:34.809" v="1613" actId="478"/>
          <ac:picMkLst>
            <pc:docMk/>
            <pc:sldMk cId="540125400" sldId="440"/>
            <ac:picMk id="20" creationId="{442716C4-44EB-9BDE-30FE-3DF8D4AC0CF5}"/>
          </ac:picMkLst>
        </pc:picChg>
        <pc:picChg chg="add del mod">
          <ac:chgData name="Zhe Shen" userId="01eaba4c-7cb5-4ff2-8cbf-2d7ece705b92" providerId="ADAL" clId="{87E4BC7F-7821-44A2-8CC7-FD314FE4C5CE}" dt="2024-09-16T13:36:45.301" v="1616" actId="478"/>
          <ac:picMkLst>
            <pc:docMk/>
            <pc:sldMk cId="540125400" sldId="440"/>
            <ac:picMk id="22" creationId="{DAE99A0E-F74B-C999-B83A-D76F16FE84F8}"/>
          </ac:picMkLst>
        </pc:picChg>
        <pc:picChg chg="add mod">
          <ac:chgData name="Zhe Shen" userId="01eaba4c-7cb5-4ff2-8cbf-2d7ece705b92" providerId="ADAL" clId="{87E4BC7F-7821-44A2-8CC7-FD314FE4C5CE}" dt="2024-09-16T13:39:16.897" v="1629" actId="1076"/>
          <ac:picMkLst>
            <pc:docMk/>
            <pc:sldMk cId="540125400" sldId="440"/>
            <ac:picMk id="23" creationId="{5ABA93F1-2840-1EDF-3276-D1A6F40FFBD7}"/>
          </ac:picMkLst>
        </pc:picChg>
        <pc:picChg chg="add del mod">
          <ac:chgData name="Zhe Shen" userId="01eaba4c-7cb5-4ff2-8cbf-2d7ece705b92" providerId="ADAL" clId="{87E4BC7F-7821-44A2-8CC7-FD314FE4C5CE}" dt="2024-09-16T13:38:56.468" v="1624" actId="478"/>
          <ac:picMkLst>
            <pc:docMk/>
            <pc:sldMk cId="540125400" sldId="440"/>
            <ac:picMk id="26" creationId="{9643CC01-0D38-301B-22AD-7FD137BFAA6D}"/>
          </ac:picMkLst>
        </pc:picChg>
        <pc:picChg chg="add mod">
          <ac:chgData name="Zhe Shen" userId="01eaba4c-7cb5-4ff2-8cbf-2d7ece705b92" providerId="ADAL" clId="{87E4BC7F-7821-44A2-8CC7-FD314FE4C5CE}" dt="2024-09-16T13:44:02.935" v="1730" actId="1035"/>
          <ac:picMkLst>
            <pc:docMk/>
            <pc:sldMk cId="540125400" sldId="440"/>
            <ac:picMk id="34" creationId="{16FDD222-3450-EFE3-7C14-D5457FB84B70}"/>
          </ac:picMkLst>
        </pc:picChg>
      </pc:sldChg>
      <pc:sldChg chg="delSp modSp add mod">
        <pc:chgData name="Zhe Shen" userId="01eaba4c-7cb5-4ff2-8cbf-2d7ece705b92" providerId="ADAL" clId="{87E4BC7F-7821-44A2-8CC7-FD314FE4C5CE}" dt="2024-09-16T13:47:54.228" v="1835" actId="20577"/>
        <pc:sldMkLst>
          <pc:docMk/>
          <pc:sldMk cId="99857790" sldId="441"/>
        </pc:sldMkLst>
        <pc:spChg chg="mod">
          <ac:chgData name="Zhe Shen" userId="01eaba4c-7cb5-4ff2-8cbf-2d7ece705b92" providerId="ADAL" clId="{87E4BC7F-7821-44A2-8CC7-FD314FE4C5CE}" dt="2024-09-16T13:46:37.084" v="1820" actId="20577"/>
          <ac:spMkLst>
            <pc:docMk/>
            <pc:sldMk cId="99857790" sldId="441"/>
            <ac:spMk id="7" creationId="{2AEC4058-7A52-4977-A0C6-767A4C4918C3}"/>
          </ac:spMkLst>
        </pc:spChg>
        <pc:spChg chg="mod">
          <ac:chgData name="Zhe Shen" userId="01eaba4c-7cb5-4ff2-8cbf-2d7ece705b92" providerId="ADAL" clId="{87E4BC7F-7821-44A2-8CC7-FD314FE4C5CE}" dt="2024-09-16T13:47:46.673" v="1828" actId="20577"/>
          <ac:spMkLst>
            <pc:docMk/>
            <pc:sldMk cId="99857790" sldId="441"/>
            <ac:spMk id="12" creationId="{00000000-0000-0000-0000-000000000000}"/>
          </ac:spMkLst>
        </pc:spChg>
        <pc:spChg chg="mod">
          <ac:chgData name="Zhe Shen" userId="01eaba4c-7cb5-4ff2-8cbf-2d7ece705b92" providerId="ADAL" clId="{87E4BC7F-7821-44A2-8CC7-FD314FE4C5CE}" dt="2024-09-16T13:46:20.547" v="1791" actId="20577"/>
          <ac:spMkLst>
            <pc:docMk/>
            <pc:sldMk cId="99857790" sldId="441"/>
            <ac:spMk id="13" creationId="{6754E07E-3E69-6B8E-2C8C-D339B562182A}"/>
          </ac:spMkLst>
        </pc:spChg>
        <pc:spChg chg="del">
          <ac:chgData name="Zhe Shen" userId="01eaba4c-7cb5-4ff2-8cbf-2d7ece705b92" providerId="ADAL" clId="{87E4BC7F-7821-44A2-8CC7-FD314FE4C5CE}" dt="2024-09-16T13:46:43.093" v="1822" actId="478"/>
          <ac:spMkLst>
            <pc:docMk/>
            <pc:sldMk cId="99857790" sldId="441"/>
            <ac:spMk id="14" creationId="{2F8A2474-552F-329D-8CA3-CE9928C48F4E}"/>
          </ac:spMkLst>
        </pc:spChg>
        <pc:spChg chg="del">
          <ac:chgData name="Zhe Shen" userId="01eaba4c-7cb5-4ff2-8cbf-2d7ece705b92" providerId="ADAL" clId="{87E4BC7F-7821-44A2-8CC7-FD314FE4C5CE}" dt="2024-09-16T13:46:46.620" v="1824" actId="478"/>
          <ac:spMkLst>
            <pc:docMk/>
            <pc:sldMk cId="99857790" sldId="441"/>
            <ac:spMk id="15" creationId="{81673C02-5AAE-3B8E-6A79-32A21F79B93D}"/>
          </ac:spMkLst>
        </pc:spChg>
        <pc:spChg chg="del">
          <ac:chgData name="Zhe Shen" userId="01eaba4c-7cb5-4ff2-8cbf-2d7ece705b92" providerId="ADAL" clId="{87E4BC7F-7821-44A2-8CC7-FD314FE4C5CE}" dt="2024-09-16T13:46:46.620" v="1824" actId="478"/>
          <ac:spMkLst>
            <pc:docMk/>
            <pc:sldMk cId="99857790" sldId="441"/>
            <ac:spMk id="18" creationId="{098015CC-04CE-046D-7DE0-7FDFAEB586EE}"/>
          </ac:spMkLst>
        </pc:spChg>
        <pc:spChg chg="del">
          <ac:chgData name="Zhe Shen" userId="01eaba4c-7cb5-4ff2-8cbf-2d7ece705b92" providerId="ADAL" clId="{87E4BC7F-7821-44A2-8CC7-FD314FE4C5CE}" dt="2024-09-16T13:46:43.093" v="1822" actId="478"/>
          <ac:spMkLst>
            <pc:docMk/>
            <pc:sldMk cId="99857790" sldId="441"/>
            <ac:spMk id="19" creationId="{A918AB06-B9F1-865C-60C5-2D6F4BBF41E2}"/>
          </ac:spMkLst>
        </pc:spChg>
        <pc:spChg chg="del">
          <ac:chgData name="Zhe Shen" userId="01eaba4c-7cb5-4ff2-8cbf-2d7ece705b92" providerId="ADAL" clId="{87E4BC7F-7821-44A2-8CC7-FD314FE4C5CE}" dt="2024-09-16T13:46:43.093" v="1822" actId="478"/>
          <ac:spMkLst>
            <pc:docMk/>
            <pc:sldMk cId="99857790" sldId="441"/>
            <ac:spMk id="21" creationId="{8937E05A-58B6-49ED-93DB-394796C97B6F}"/>
          </ac:spMkLst>
        </pc:spChg>
        <pc:spChg chg="mod">
          <ac:chgData name="Zhe Shen" userId="01eaba4c-7cb5-4ff2-8cbf-2d7ece705b92" providerId="ADAL" clId="{87E4BC7F-7821-44A2-8CC7-FD314FE4C5CE}" dt="2024-09-16T13:47:54.228" v="1835" actId="20577"/>
          <ac:spMkLst>
            <pc:docMk/>
            <pc:sldMk cId="99857790" sldId="441"/>
            <ac:spMk id="24" creationId="{382A7386-7FA3-FAE6-3202-45531FF36B71}"/>
          </ac:spMkLst>
        </pc:spChg>
        <pc:spChg chg="del">
          <ac:chgData name="Zhe Shen" userId="01eaba4c-7cb5-4ff2-8cbf-2d7ece705b92" providerId="ADAL" clId="{87E4BC7F-7821-44A2-8CC7-FD314FE4C5CE}" dt="2024-09-16T13:46:43.093" v="1822" actId="478"/>
          <ac:spMkLst>
            <pc:docMk/>
            <pc:sldMk cId="99857790" sldId="441"/>
            <ac:spMk id="25" creationId="{7FE8C5D5-F180-C0BD-69AE-B52C02917067}"/>
          </ac:spMkLst>
        </pc:spChg>
        <pc:spChg chg="del">
          <ac:chgData name="Zhe Shen" userId="01eaba4c-7cb5-4ff2-8cbf-2d7ece705b92" providerId="ADAL" clId="{87E4BC7F-7821-44A2-8CC7-FD314FE4C5CE}" dt="2024-09-16T13:46:50.808" v="1826" actId="478"/>
          <ac:spMkLst>
            <pc:docMk/>
            <pc:sldMk cId="99857790" sldId="441"/>
            <ac:spMk id="31" creationId="{40D0F484-A808-358E-504E-F8F3D95E3304}"/>
          </ac:spMkLst>
        </pc:spChg>
        <pc:graphicFrameChg chg="del">
          <ac:chgData name="Zhe Shen" userId="01eaba4c-7cb5-4ff2-8cbf-2d7ece705b92" providerId="ADAL" clId="{87E4BC7F-7821-44A2-8CC7-FD314FE4C5CE}" dt="2024-09-16T13:46:43.093" v="1822" actId="478"/>
          <ac:graphicFrameMkLst>
            <pc:docMk/>
            <pc:sldMk cId="99857790" sldId="441"/>
            <ac:graphicFrameMk id="8" creationId="{225800C0-04E2-89F4-C27A-0CBD9AE13619}"/>
          </ac:graphicFrameMkLst>
        </pc:graphicFrameChg>
        <pc:graphicFrameChg chg="del">
          <ac:chgData name="Zhe Shen" userId="01eaba4c-7cb5-4ff2-8cbf-2d7ece705b92" providerId="ADAL" clId="{87E4BC7F-7821-44A2-8CC7-FD314FE4C5CE}" dt="2024-09-16T13:46:43.093" v="1822" actId="478"/>
          <ac:graphicFrameMkLst>
            <pc:docMk/>
            <pc:sldMk cId="99857790" sldId="441"/>
            <ac:graphicFrameMk id="9" creationId="{38918954-5F33-00BE-19AC-BDDEA608B8BD}"/>
          </ac:graphicFrameMkLst>
        </pc:graphicFrameChg>
        <pc:graphicFrameChg chg="del">
          <ac:chgData name="Zhe Shen" userId="01eaba4c-7cb5-4ff2-8cbf-2d7ece705b92" providerId="ADAL" clId="{87E4BC7F-7821-44A2-8CC7-FD314FE4C5CE}" dt="2024-09-16T13:46:43.093" v="1822" actId="478"/>
          <ac:graphicFrameMkLst>
            <pc:docMk/>
            <pc:sldMk cId="99857790" sldId="441"/>
            <ac:graphicFrameMk id="16" creationId="{C88CED4E-8D59-B4AD-DD5C-65A987AE88F1}"/>
          </ac:graphicFrameMkLst>
        </pc:graphicFrameChg>
        <pc:graphicFrameChg chg="del">
          <ac:chgData name="Zhe Shen" userId="01eaba4c-7cb5-4ff2-8cbf-2d7ece705b92" providerId="ADAL" clId="{87E4BC7F-7821-44A2-8CC7-FD314FE4C5CE}" dt="2024-09-16T13:46:43.812" v="1823" actId="478"/>
          <ac:graphicFrameMkLst>
            <pc:docMk/>
            <pc:sldMk cId="99857790" sldId="441"/>
            <ac:graphicFrameMk id="17" creationId="{023C2582-F73C-1D0A-03C1-D7947031BA2B}"/>
          </ac:graphicFrameMkLst>
        </pc:graphicFrameChg>
        <pc:graphicFrameChg chg="del">
          <ac:chgData name="Zhe Shen" userId="01eaba4c-7cb5-4ff2-8cbf-2d7ece705b92" providerId="ADAL" clId="{87E4BC7F-7821-44A2-8CC7-FD314FE4C5CE}" dt="2024-09-16T13:46:43.093" v="1822" actId="478"/>
          <ac:graphicFrameMkLst>
            <pc:docMk/>
            <pc:sldMk cId="99857790" sldId="441"/>
            <ac:graphicFrameMk id="27" creationId="{B2535DE1-B135-2563-3E23-677D7B9646F2}"/>
          </ac:graphicFrameMkLst>
        </pc:graphicFrameChg>
        <pc:graphicFrameChg chg="del">
          <ac:chgData name="Zhe Shen" userId="01eaba4c-7cb5-4ff2-8cbf-2d7ece705b92" providerId="ADAL" clId="{87E4BC7F-7821-44A2-8CC7-FD314FE4C5CE}" dt="2024-09-16T13:46:48.028" v="1825" actId="478"/>
          <ac:graphicFrameMkLst>
            <pc:docMk/>
            <pc:sldMk cId="99857790" sldId="441"/>
            <ac:graphicFrameMk id="28" creationId="{3BA714A9-722E-925A-C0CF-7DC04483BD64}"/>
          </ac:graphicFrameMkLst>
        </pc:graphicFrameChg>
        <pc:graphicFrameChg chg="del">
          <ac:chgData name="Zhe Shen" userId="01eaba4c-7cb5-4ff2-8cbf-2d7ece705b92" providerId="ADAL" clId="{87E4BC7F-7821-44A2-8CC7-FD314FE4C5CE}" dt="2024-09-16T13:46:40.628" v="1821" actId="478"/>
          <ac:graphicFrameMkLst>
            <pc:docMk/>
            <pc:sldMk cId="99857790" sldId="441"/>
            <ac:graphicFrameMk id="29" creationId="{B9C2B670-316D-DF2E-C144-C2D4F9F7B8AE}"/>
          </ac:graphicFrameMkLst>
        </pc:graphicFrameChg>
        <pc:picChg chg="del">
          <ac:chgData name="Zhe Shen" userId="01eaba4c-7cb5-4ff2-8cbf-2d7ece705b92" providerId="ADAL" clId="{87E4BC7F-7821-44A2-8CC7-FD314FE4C5CE}" dt="2024-09-16T13:46:46.620" v="1824" actId="478"/>
          <ac:picMkLst>
            <pc:docMk/>
            <pc:sldMk cId="99857790" sldId="441"/>
            <ac:picMk id="10" creationId="{06688EF3-E8FE-471E-FCE0-B14BBF0FF51A}"/>
          </ac:picMkLst>
        </pc:picChg>
        <pc:picChg chg="del">
          <ac:chgData name="Zhe Shen" userId="01eaba4c-7cb5-4ff2-8cbf-2d7ece705b92" providerId="ADAL" clId="{87E4BC7F-7821-44A2-8CC7-FD314FE4C5CE}" dt="2024-09-16T13:46:46.620" v="1824" actId="478"/>
          <ac:picMkLst>
            <pc:docMk/>
            <pc:sldMk cId="99857790" sldId="441"/>
            <ac:picMk id="11" creationId="{1C7993AD-C974-16F2-7BE5-D5EDB563A745}"/>
          </ac:picMkLst>
        </pc:picChg>
        <pc:cxnChg chg="del">
          <ac:chgData name="Zhe Shen" userId="01eaba4c-7cb5-4ff2-8cbf-2d7ece705b92" providerId="ADAL" clId="{87E4BC7F-7821-44A2-8CC7-FD314FE4C5CE}" dt="2024-09-16T13:46:46.620" v="1824" actId="478"/>
          <ac:cxnSpMkLst>
            <pc:docMk/>
            <pc:sldMk cId="99857790" sldId="441"/>
            <ac:cxnSpMk id="26" creationId="{52DCBD65-C6A9-B414-2EE4-0F5F64A78C47}"/>
          </ac:cxnSpMkLst>
        </pc:cxnChg>
      </pc:sldChg>
    </pc:docChg>
  </pc:docChgLst>
  <pc:docChgLst>
    <pc:chgData name="Zhe Shen" userId="01eaba4c-7cb5-4ff2-8cbf-2d7ece705b92" providerId="ADAL" clId="{61F01612-762C-48C2-AFA3-D43EE7B1D5D7}"/>
    <pc:docChg chg="modSld">
      <pc:chgData name="Zhe Shen" userId="01eaba4c-7cb5-4ff2-8cbf-2d7ece705b92" providerId="ADAL" clId="{61F01612-762C-48C2-AFA3-D43EE7B1D5D7}" dt="2024-10-17T09:53:53.642" v="50" actId="20577"/>
      <pc:docMkLst>
        <pc:docMk/>
      </pc:docMkLst>
      <pc:sldChg chg="modSp mod">
        <pc:chgData name="Zhe Shen" userId="01eaba4c-7cb5-4ff2-8cbf-2d7ece705b92" providerId="ADAL" clId="{61F01612-762C-48C2-AFA3-D43EE7B1D5D7}" dt="2024-10-17T09:53:53.642" v="50" actId="20577"/>
        <pc:sldMkLst>
          <pc:docMk/>
          <pc:sldMk cId="145414902" sldId="259"/>
        </pc:sldMkLst>
        <pc:spChg chg="mod">
          <ac:chgData name="Zhe Shen" userId="01eaba4c-7cb5-4ff2-8cbf-2d7ece705b92" providerId="ADAL" clId="{61F01612-762C-48C2-AFA3-D43EE7B1D5D7}" dt="2024-10-17T09:53:53.642" v="50" actId="20577"/>
          <ac:spMkLst>
            <pc:docMk/>
            <pc:sldMk cId="145414902" sldId="259"/>
            <ac:spMk id="6" creationId="{E0CB9A12-6F38-F6FB-C6BC-C7843EA8BD4D}"/>
          </ac:spMkLst>
        </pc:spChg>
      </pc:sldChg>
      <pc:sldChg chg="modNotesTx">
        <pc:chgData name="Zhe Shen" userId="01eaba4c-7cb5-4ff2-8cbf-2d7ece705b92" providerId="ADAL" clId="{61F01612-762C-48C2-AFA3-D43EE7B1D5D7}" dt="2024-10-16T02:22:21.101" v="44" actId="20577"/>
        <pc:sldMkLst>
          <pc:docMk/>
          <pc:sldMk cId="441303853" sldId="446"/>
        </pc:sldMkLst>
      </pc:sldChg>
      <pc:sldChg chg="modNotesTx">
        <pc:chgData name="Zhe Shen" userId="01eaba4c-7cb5-4ff2-8cbf-2d7ece705b92" providerId="ADAL" clId="{61F01612-762C-48C2-AFA3-D43EE7B1D5D7}" dt="2024-10-16T02:21:48.914" v="3" actId="20577"/>
        <pc:sldMkLst>
          <pc:docMk/>
          <pc:sldMk cId="1498201835" sldId="570"/>
        </pc:sldMkLst>
      </pc:sldChg>
      <pc:sldChg chg="modNotesTx">
        <pc:chgData name="Zhe Shen" userId="01eaba4c-7cb5-4ff2-8cbf-2d7ece705b92" providerId="ADAL" clId="{61F01612-762C-48C2-AFA3-D43EE7B1D5D7}" dt="2024-10-16T04:09:12.572" v="45" actId="20577"/>
        <pc:sldMkLst>
          <pc:docMk/>
          <pc:sldMk cId="3909875243" sldId="572"/>
        </pc:sldMkLst>
      </pc:sldChg>
    </pc:docChg>
  </pc:docChgLst>
  <pc:docChgLst>
    <pc:chgData name="Zhe Shen" userId="01eaba4c-7cb5-4ff2-8cbf-2d7ece705b92" providerId="ADAL" clId="{173FBDC3-3587-4701-A87B-468530415A7F}"/>
    <pc:docChg chg="undo redo custSel addSld delSld modSld sldOrd">
      <pc:chgData name="Zhe Shen" userId="01eaba4c-7cb5-4ff2-8cbf-2d7ece705b92" providerId="ADAL" clId="{173FBDC3-3587-4701-A87B-468530415A7F}" dt="2024-09-12T08:19:32.259" v="8842" actId="20577"/>
      <pc:docMkLst>
        <pc:docMk/>
      </pc:docMkLst>
      <pc:sldChg chg="addSp delSp modSp add del mod modNotesTx">
        <pc:chgData name="Zhe Shen" userId="01eaba4c-7cb5-4ff2-8cbf-2d7ece705b92" providerId="ADAL" clId="{173FBDC3-3587-4701-A87B-468530415A7F}" dt="2024-09-08T13:44:22.728" v="1407" actId="20577"/>
        <pc:sldMkLst>
          <pc:docMk/>
          <pc:sldMk cId="0" sldId="257"/>
        </pc:sldMkLst>
        <pc:spChg chg="mod">
          <ac:chgData name="Zhe Shen" userId="01eaba4c-7cb5-4ff2-8cbf-2d7ece705b92" providerId="ADAL" clId="{173FBDC3-3587-4701-A87B-468530415A7F}" dt="2024-09-08T13:15:36.665" v="866" actId="20577"/>
          <ac:spMkLst>
            <pc:docMk/>
            <pc:sldMk cId="0" sldId="257"/>
            <ac:spMk id="4" creationId="{00000000-0000-0000-0000-000000000000}"/>
          </ac:spMkLst>
        </pc:spChg>
        <pc:spChg chg="mod">
          <ac:chgData name="Zhe Shen" userId="01eaba4c-7cb5-4ff2-8cbf-2d7ece705b92" providerId="ADAL" clId="{173FBDC3-3587-4701-A87B-468530415A7F}" dt="2024-09-08T09:14:40.914" v="10" actId="20577"/>
          <ac:spMkLst>
            <pc:docMk/>
            <pc:sldMk cId="0" sldId="257"/>
            <ac:spMk id="9" creationId="{00000000-0000-0000-0000-000000000000}"/>
          </ac:spMkLst>
        </pc:spChg>
        <pc:spChg chg="add del">
          <ac:chgData name="Zhe Shen" userId="01eaba4c-7cb5-4ff2-8cbf-2d7ece705b92" providerId="ADAL" clId="{173FBDC3-3587-4701-A87B-468530415A7F}" dt="2024-09-08T13:16:06.285" v="868" actId="478"/>
          <ac:spMkLst>
            <pc:docMk/>
            <pc:sldMk cId="0" sldId="257"/>
            <ac:spMk id="10" creationId="{00000000-0000-0000-0000-000000000000}"/>
          </ac:spMkLst>
        </pc:spChg>
      </pc:sldChg>
      <pc:sldChg chg="delSp modSp add mod modNotesTx">
        <pc:chgData name="Zhe Shen" userId="01eaba4c-7cb5-4ff2-8cbf-2d7ece705b92" providerId="ADAL" clId="{173FBDC3-3587-4701-A87B-468530415A7F}" dt="2024-09-08T15:20:32.010" v="2242" actId="1036"/>
        <pc:sldMkLst>
          <pc:docMk/>
          <pc:sldMk cId="0" sldId="258"/>
        </pc:sldMkLst>
        <pc:spChg chg="mod">
          <ac:chgData name="Zhe Shen" userId="01eaba4c-7cb5-4ff2-8cbf-2d7ece705b92" providerId="ADAL" clId="{173FBDC3-3587-4701-A87B-468530415A7F}" dt="2024-09-08T13:42:24.453" v="1389" actId="20577"/>
          <ac:spMkLst>
            <pc:docMk/>
            <pc:sldMk cId="0" sldId="258"/>
            <ac:spMk id="5" creationId="{00000000-0000-0000-0000-000000000000}"/>
          </ac:spMkLst>
        </pc:spChg>
        <pc:spChg chg="mod">
          <ac:chgData name="Zhe Shen" userId="01eaba4c-7cb5-4ff2-8cbf-2d7ece705b92" providerId="ADAL" clId="{173FBDC3-3587-4701-A87B-468530415A7F}" dt="2024-09-08T15:20:32.010" v="2242" actId="1036"/>
          <ac:spMkLst>
            <pc:docMk/>
            <pc:sldMk cId="0" sldId="258"/>
            <ac:spMk id="6" creationId="{00000000-0000-0000-0000-000000000000}"/>
          </ac:spMkLst>
        </pc:spChg>
        <pc:spChg chg="mod">
          <ac:chgData name="Zhe Shen" userId="01eaba4c-7cb5-4ff2-8cbf-2d7ece705b92" providerId="ADAL" clId="{173FBDC3-3587-4701-A87B-468530415A7F}" dt="2024-09-08T15:20:29.359" v="2240" actId="1036"/>
          <ac:spMkLst>
            <pc:docMk/>
            <pc:sldMk cId="0" sldId="258"/>
            <ac:spMk id="7" creationId="{00000000-0000-0000-0000-000000000000}"/>
          </ac:spMkLst>
        </pc:spChg>
        <pc:spChg chg="del mod">
          <ac:chgData name="Zhe Shen" userId="01eaba4c-7cb5-4ff2-8cbf-2d7ece705b92" providerId="ADAL" clId="{173FBDC3-3587-4701-A87B-468530415A7F}" dt="2024-09-08T15:20:12.057" v="2202" actId="478"/>
          <ac:spMkLst>
            <pc:docMk/>
            <pc:sldMk cId="0" sldId="258"/>
            <ac:spMk id="8" creationId="{00000000-0000-0000-0000-000000000000}"/>
          </ac:spMkLst>
        </pc:spChg>
        <pc:spChg chg="mod">
          <ac:chgData name="Zhe Shen" userId="01eaba4c-7cb5-4ff2-8cbf-2d7ece705b92" providerId="ADAL" clId="{173FBDC3-3587-4701-A87B-468530415A7F}" dt="2024-09-08T15:20:32.010" v="2242" actId="103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Zhe Shen" userId="01eaba4c-7cb5-4ff2-8cbf-2d7ece705b92" providerId="ADAL" clId="{173FBDC3-3587-4701-A87B-468530415A7F}" dt="2024-09-08T15:20:29.359" v="2240" actId="1036"/>
          <ac:spMkLst>
            <pc:docMk/>
            <pc:sldMk cId="0" sldId="258"/>
            <ac:spMk id="12" creationId="{00000000-0000-0000-0000-000000000000}"/>
          </ac:spMkLst>
        </pc:spChg>
        <pc:spChg chg="del">
          <ac:chgData name="Zhe Shen" userId="01eaba4c-7cb5-4ff2-8cbf-2d7ece705b92" providerId="ADAL" clId="{173FBDC3-3587-4701-A87B-468530415A7F}" dt="2024-09-08T15:20:12.057" v="2202" actId="478"/>
          <ac:spMkLst>
            <pc:docMk/>
            <pc:sldMk cId="0" sldId="258"/>
            <ac:spMk id="13" creationId="{00000000-0000-0000-0000-000000000000}"/>
          </ac:spMkLst>
        </pc:spChg>
        <pc:spChg chg="mod">
          <ac:chgData name="Zhe Shen" userId="01eaba4c-7cb5-4ff2-8cbf-2d7ece705b92" providerId="ADAL" clId="{173FBDC3-3587-4701-A87B-468530415A7F}" dt="2024-09-08T15:20:32.010" v="2242" actId="103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Zhe Shen" userId="01eaba4c-7cb5-4ff2-8cbf-2d7ece705b92" providerId="ADAL" clId="{173FBDC3-3587-4701-A87B-468530415A7F}" dt="2024-09-08T15:20:29.359" v="2240" actId="1036"/>
          <ac:spMkLst>
            <pc:docMk/>
            <pc:sldMk cId="0" sldId="258"/>
            <ac:spMk id="17" creationId="{00000000-0000-0000-0000-000000000000}"/>
          </ac:spMkLst>
        </pc:spChg>
        <pc:spChg chg="del">
          <ac:chgData name="Zhe Shen" userId="01eaba4c-7cb5-4ff2-8cbf-2d7ece705b92" providerId="ADAL" clId="{173FBDC3-3587-4701-A87B-468530415A7F}" dt="2024-09-08T15:20:12.057" v="2202" actId="478"/>
          <ac:spMkLst>
            <pc:docMk/>
            <pc:sldMk cId="0" sldId="258"/>
            <ac:spMk id="18" creationId="{00000000-0000-0000-0000-000000000000}"/>
          </ac:spMkLst>
        </pc:spChg>
      </pc:sldChg>
      <pc:sldChg chg="new del">
        <pc:chgData name="Zhe Shen" userId="01eaba4c-7cb5-4ff2-8cbf-2d7ece705b92" providerId="ADAL" clId="{173FBDC3-3587-4701-A87B-468530415A7F}" dt="2024-09-08T09:15:23.241" v="13" actId="47"/>
        <pc:sldMkLst>
          <pc:docMk/>
          <pc:sldMk cId="3832981233" sldId="259"/>
        </pc:sldMkLst>
      </pc:sldChg>
      <pc:sldChg chg="addSp delSp modSp add mod modNotesTx">
        <pc:chgData name="Zhe Shen" userId="01eaba4c-7cb5-4ff2-8cbf-2d7ece705b92" providerId="ADAL" clId="{173FBDC3-3587-4701-A87B-468530415A7F}" dt="2024-09-11T09:58:42.712" v="2544"/>
        <pc:sldMkLst>
          <pc:docMk/>
          <pc:sldMk cId="1392636089" sldId="260"/>
        </pc:sldMkLst>
        <pc:spChg chg="add mod">
          <ac:chgData name="Zhe Shen" userId="01eaba4c-7cb5-4ff2-8cbf-2d7ece705b92" providerId="ADAL" clId="{173FBDC3-3587-4701-A87B-468530415A7F}" dt="2024-09-11T09:58:28.192" v="2543"/>
          <ac:spMkLst>
            <pc:docMk/>
            <pc:sldMk cId="1392636089" sldId="260"/>
            <ac:spMk id="2" creationId="{374384A4-0474-BB1C-03E8-F11EA81C3E78}"/>
          </ac:spMkLst>
        </pc:spChg>
        <pc:spChg chg="add mod">
          <ac:chgData name="Zhe Shen" userId="01eaba4c-7cb5-4ff2-8cbf-2d7ece705b92" providerId="ADAL" clId="{173FBDC3-3587-4701-A87B-468530415A7F}" dt="2024-09-11T09:58:42.712" v="2544"/>
          <ac:spMkLst>
            <pc:docMk/>
            <pc:sldMk cId="1392636089" sldId="260"/>
            <ac:spMk id="3" creationId="{B9267232-37E7-B420-B0CE-CD463959D660}"/>
          </ac:spMkLst>
        </pc:spChg>
        <pc:spChg chg="del">
          <ac:chgData name="Zhe Shen" userId="01eaba4c-7cb5-4ff2-8cbf-2d7ece705b92" providerId="ADAL" clId="{173FBDC3-3587-4701-A87B-468530415A7F}" dt="2024-09-08T09:15:24.820" v="14" actId="478"/>
          <ac:spMkLst>
            <pc:docMk/>
            <pc:sldMk cId="1392636089" sldId="260"/>
            <ac:spMk id="4" creationId="{00000000-0000-0000-0000-000000000000}"/>
          </ac:spMkLst>
        </pc:spChg>
        <pc:spChg chg="add mod">
          <ac:chgData name="Zhe Shen" userId="01eaba4c-7cb5-4ff2-8cbf-2d7ece705b92" providerId="ADAL" clId="{173FBDC3-3587-4701-A87B-468530415A7F}" dt="2024-09-08T09:55:59.216" v="160" actId="1036"/>
          <ac:spMkLst>
            <pc:docMk/>
            <pc:sldMk cId="1392636089" sldId="260"/>
            <ac:spMk id="5" creationId="{FE3B969C-8DCF-3F89-1DA0-2C1E98B95018}"/>
          </ac:spMkLst>
        </pc:spChg>
        <pc:spChg chg="add mod">
          <ac:chgData name="Zhe Shen" userId="01eaba4c-7cb5-4ff2-8cbf-2d7ece705b92" providerId="ADAL" clId="{173FBDC3-3587-4701-A87B-468530415A7F}" dt="2024-09-08T09:55:59.216" v="160" actId="1036"/>
          <ac:spMkLst>
            <pc:docMk/>
            <pc:sldMk cId="1392636089" sldId="260"/>
            <ac:spMk id="6" creationId="{6065B0D5-3D89-CA95-400B-94B6F05908DC}"/>
          </ac:spMkLst>
        </pc:spChg>
        <pc:spChg chg="del">
          <ac:chgData name="Zhe Shen" userId="01eaba4c-7cb5-4ff2-8cbf-2d7ece705b92" providerId="ADAL" clId="{173FBDC3-3587-4701-A87B-468530415A7F}" dt="2024-09-08T09:15:24.820" v="14" actId="478"/>
          <ac:spMkLst>
            <pc:docMk/>
            <pc:sldMk cId="1392636089" sldId="260"/>
            <ac:spMk id="7" creationId="{0F850359-1B73-3BF9-B2B0-0B9F6EC5D307}"/>
          </ac:spMkLst>
        </pc:spChg>
        <pc:spChg chg="add mod">
          <ac:chgData name="Zhe Shen" userId="01eaba4c-7cb5-4ff2-8cbf-2d7ece705b92" providerId="ADAL" clId="{173FBDC3-3587-4701-A87B-468530415A7F}" dt="2024-09-08T09:55:59.216" v="160" actId="1036"/>
          <ac:spMkLst>
            <pc:docMk/>
            <pc:sldMk cId="1392636089" sldId="260"/>
            <ac:spMk id="8" creationId="{C4A8BF24-0925-BADA-56D7-FFF93A40905C}"/>
          </ac:spMkLst>
        </pc:spChg>
        <pc:spChg chg="del">
          <ac:chgData name="Zhe Shen" userId="01eaba4c-7cb5-4ff2-8cbf-2d7ece705b92" providerId="ADAL" clId="{173FBDC3-3587-4701-A87B-468530415A7F}" dt="2024-09-08T09:15:24.820" v="14" actId="478"/>
          <ac:spMkLst>
            <pc:docMk/>
            <pc:sldMk cId="1392636089" sldId="260"/>
            <ac:spMk id="9" creationId="{00000000-0000-0000-0000-000000000000}"/>
          </ac:spMkLst>
        </pc:spChg>
        <pc:spChg chg="del">
          <ac:chgData name="Zhe Shen" userId="01eaba4c-7cb5-4ff2-8cbf-2d7ece705b92" providerId="ADAL" clId="{173FBDC3-3587-4701-A87B-468530415A7F}" dt="2024-09-08T09:15:24.820" v="14" actId="478"/>
          <ac:spMkLst>
            <pc:docMk/>
            <pc:sldMk cId="1392636089" sldId="260"/>
            <ac:spMk id="10" creationId="{00000000-0000-0000-0000-000000000000}"/>
          </ac:spMkLst>
        </pc:spChg>
        <pc:spChg chg="add mod">
          <ac:chgData name="Zhe Shen" userId="01eaba4c-7cb5-4ff2-8cbf-2d7ece705b92" providerId="ADAL" clId="{173FBDC3-3587-4701-A87B-468530415A7F}" dt="2024-09-08T09:55:59.216" v="160" actId="1036"/>
          <ac:spMkLst>
            <pc:docMk/>
            <pc:sldMk cId="1392636089" sldId="260"/>
            <ac:spMk id="11" creationId="{5BF3BC95-19E7-42F4-A399-2EC5D1E9A44A}"/>
          </ac:spMkLst>
        </pc:spChg>
        <pc:spChg chg="add del mod">
          <ac:chgData name="Zhe Shen" userId="01eaba4c-7cb5-4ff2-8cbf-2d7ece705b92" providerId="ADAL" clId="{173FBDC3-3587-4701-A87B-468530415A7F}" dt="2024-09-08T09:17:52.145" v="87"/>
          <ac:spMkLst>
            <pc:docMk/>
            <pc:sldMk cId="1392636089" sldId="260"/>
            <ac:spMk id="12" creationId="{8D6DDC4B-1EF7-AD5B-382D-EA8329E3B469}"/>
          </ac:spMkLst>
        </pc:spChg>
        <pc:spChg chg="add mod">
          <ac:chgData name="Zhe Shen" userId="01eaba4c-7cb5-4ff2-8cbf-2d7ece705b92" providerId="ADAL" clId="{173FBDC3-3587-4701-A87B-468530415A7F}" dt="2024-09-08T09:55:59.216" v="160" actId="1036"/>
          <ac:spMkLst>
            <pc:docMk/>
            <pc:sldMk cId="1392636089" sldId="260"/>
            <ac:spMk id="13" creationId="{A46B980D-D888-6A7A-71D8-145AC6D9B536}"/>
          </ac:spMkLst>
        </pc:spChg>
        <pc:spChg chg="mod">
          <ac:chgData name="Zhe Shen" userId="01eaba4c-7cb5-4ff2-8cbf-2d7ece705b92" providerId="ADAL" clId="{173FBDC3-3587-4701-A87B-468530415A7F}" dt="2024-09-08T09:35:20.418" v="98"/>
          <ac:spMkLst>
            <pc:docMk/>
            <pc:sldMk cId="1392636089" sldId="260"/>
            <ac:spMk id="15" creationId="{76069F1B-EF76-E06E-AD9A-8F2158387C36}"/>
          </ac:spMkLst>
        </pc:spChg>
        <pc:spChg chg="mod">
          <ac:chgData name="Zhe Shen" userId="01eaba4c-7cb5-4ff2-8cbf-2d7ece705b92" providerId="ADAL" clId="{173FBDC3-3587-4701-A87B-468530415A7F}" dt="2024-09-08T09:35:23.782" v="100"/>
          <ac:spMkLst>
            <pc:docMk/>
            <pc:sldMk cId="1392636089" sldId="260"/>
            <ac:spMk id="17" creationId="{106EE1BE-0A18-8865-5E2C-BC5BF465C5A4}"/>
          </ac:spMkLst>
        </pc:spChg>
        <pc:spChg chg="add mod">
          <ac:chgData name="Zhe Shen" userId="01eaba4c-7cb5-4ff2-8cbf-2d7ece705b92" providerId="ADAL" clId="{173FBDC3-3587-4701-A87B-468530415A7F}" dt="2024-09-08T09:55:59.216" v="160" actId="1036"/>
          <ac:spMkLst>
            <pc:docMk/>
            <pc:sldMk cId="1392636089" sldId="260"/>
            <ac:spMk id="18" creationId="{50F1E998-DD44-1C44-0E61-D9BDC7CAFAE2}"/>
          </ac:spMkLst>
        </pc:spChg>
        <pc:spChg chg="mod">
          <ac:chgData name="Zhe Shen" userId="01eaba4c-7cb5-4ff2-8cbf-2d7ece705b92" providerId="ADAL" clId="{173FBDC3-3587-4701-A87B-468530415A7F}" dt="2024-09-08T09:35:45.987" v="108"/>
          <ac:spMkLst>
            <pc:docMk/>
            <pc:sldMk cId="1392636089" sldId="260"/>
            <ac:spMk id="20" creationId="{FDBCC987-53A3-59E3-C2A7-D1AC8F431BF4}"/>
          </ac:spMkLst>
        </pc:spChg>
        <pc:spChg chg="add mod">
          <ac:chgData name="Zhe Shen" userId="01eaba4c-7cb5-4ff2-8cbf-2d7ece705b92" providerId="ADAL" clId="{173FBDC3-3587-4701-A87B-468530415A7F}" dt="2024-09-08T09:55:59.216" v="160" actId="1036"/>
          <ac:spMkLst>
            <pc:docMk/>
            <pc:sldMk cId="1392636089" sldId="260"/>
            <ac:spMk id="21" creationId="{F89017E7-AED0-F63E-B6E0-663860244196}"/>
          </ac:spMkLst>
        </pc:spChg>
        <pc:grpChg chg="del">
          <ac:chgData name="Zhe Shen" userId="01eaba4c-7cb5-4ff2-8cbf-2d7ece705b92" providerId="ADAL" clId="{173FBDC3-3587-4701-A87B-468530415A7F}" dt="2024-09-08T09:15:24.820" v="14" actId="478"/>
          <ac:grpSpMkLst>
            <pc:docMk/>
            <pc:sldMk cId="1392636089" sldId="260"/>
            <ac:grpSpMk id="2" creationId="{00000000-0000-0000-0000-000000000000}"/>
          </ac:grpSpMkLst>
        </pc:grpChg>
        <pc:grpChg chg="add mod">
          <ac:chgData name="Zhe Shen" userId="01eaba4c-7cb5-4ff2-8cbf-2d7ece705b92" providerId="ADAL" clId="{173FBDC3-3587-4701-A87B-468530415A7F}" dt="2024-09-08T09:35:20.418" v="98"/>
          <ac:grpSpMkLst>
            <pc:docMk/>
            <pc:sldMk cId="1392636089" sldId="260"/>
            <ac:grpSpMk id="14" creationId="{97AC7076-F056-E077-BA96-B440AC32F7ED}"/>
          </ac:grpSpMkLst>
        </pc:grpChg>
        <pc:grpChg chg="add mod">
          <ac:chgData name="Zhe Shen" userId="01eaba4c-7cb5-4ff2-8cbf-2d7ece705b92" providerId="ADAL" clId="{173FBDC3-3587-4701-A87B-468530415A7F}" dt="2024-09-08T09:35:23.782" v="100"/>
          <ac:grpSpMkLst>
            <pc:docMk/>
            <pc:sldMk cId="1392636089" sldId="260"/>
            <ac:grpSpMk id="16" creationId="{516D2A80-109C-7F50-63BD-DB0AB2EB7435}"/>
          </ac:grpSpMkLst>
        </pc:grpChg>
        <pc:grpChg chg="add mod">
          <ac:chgData name="Zhe Shen" userId="01eaba4c-7cb5-4ff2-8cbf-2d7ece705b92" providerId="ADAL" clId="{173FBDC3-3587-4701-A87B-468530415A7F}" dt="2024-09-08T09:35:45.987" v="108"/>
          <ac:grpSpMkLst>
            <pc:docMk/>
            <pc:sldMk cId="1392636089" sldId="260"/>
            <ac:grpSpMk id="19" creationId="{7889FC02-9BD8-4AA5-E88A-00A5BDDFADE5}"/>
          </ac:grpSpMkLst>
        </pc:grpChg>
      </pc:sldChg>
      <pc:sldChg chg="addSp delSp modSp add mod modNotesTx">
        <pc:chgData name="Zhe Shen" userId="01eaba4c-7cb5-4ff2-8cbf-2d7ece705b92" providerId="ADAL" clId="{173FBDC3-3587-4701-A87B-468530415A7F}" dt="2024-09-09T11:13:41.148" v="2295" actId="20577"/>
        <pc:sldMkLst>
          <pc:docMk/>
          <pc:sldMk cId="1732188176" sldId="264"/>
        </pc:sldMkLst>
        <pc:spChg chg="del">
          <ac:chgData name="Zhe Shen" userId="01eaba4c-7cb5-4ff2-8cbf-2d7ece705b92" providerId="ADAL" clId="{173FBDC3-3587-4701-A87B-468530415A7F}" dt="2024-09-08T15:07:38.479" v="2198" actId="478"/>
          <ac:spMkLst>
            <pc:docMk/>
            <pc:sldMk cId="1732188176" sldId="264"/>
            <ac:spMk id="11" creationId="{00000000-0000-0000-0000-000000000000}"/>
          </ac:spMkLst>
        </pc:spChg>
        <pc:spChg chg="add mod">
          <ac:chgData name="Zhe Shen" userId="01eaba4c-7cb5-4ff2-8cbf-2d7ece705b92" providerId="ADAL" clId="{173FBDC3-3587-4701-A87B-468530415A7F}" dt="2024-09-09T11:13:41.148" v="2295" actId="20577"/>
          <ac:spMkLst>
            <pc:docMk/>
            <pc:sldMk cId="1732188176" sldId="264"/>
            <ac:spMk id="18" creationId="{46B3C27D-C2AA-D83B-21F5-9593BDB7374F}"/>
          </ac:spMkLst>
        </pc:spChg>
      </pc:sldChg>
      <pc:sldChg chg="modSp add mod modNotesTx">
        <pc:chgData name="Zhe Shen" userId="01eaba4c-7cb5-4ff2-8cbf-2d7ece705b92" providerId="ADAL" clId="{173FBDC3-3587-4701-A87B-468530415A7F}" dt="2024-09-08T15:01:30.420" v="2008" actId="20577"/>
        <pc:sldMkLst>
          <pc:docMk/>
          <pc:sldMk cId="0" sldId="409"/>
        </pc:sldMkLst>
        <pc:spChg chg="mod">
          <ac:chgData name="Zhe Shen" userId="01eaba4c-7cb5-4ff2-8cbf-2d7ece705b92" providerId="ADAL" clId="{173FBDC3-3587-4701-A87B-468530415A7F}" dt="2024-09-08T14:38:36.570" v="1468" actId="20577"/>
          <ac:spMkLst>
            <pc:docMk/>
            <pc:sldMk cId="0" sldId="409"/>
            <ac:spMk id="19" creationId="{383880DD-49AC-1B63-BD16-63C1382FBB14}"/>
          </ac:spMkLst>
        </pc:spChg>
      </pc:sldChg>
      <pc:sldChg chg="add del">
        <pc:chgData name="Zhe Shen" userId="01eaba4c-7cb5-4ff2-8cbf-2d7ece705b92" providerId="ADAL" clId="{173FBDC3-3587-4701-A87B-468530415A7F}" dt="2024-09-08T15:05:11.907" v="2023" actId="47"/>
        <pc:sldMkLst>
          <pc:docMk/>
          <pc:sldMk cId="3249462820" sldId="422"/>
        </pc:sldMkLst>
      </pc:sldChg>
      <pc:sldChg chg="addSp delSp modSp add mod modNotesTx">
        <pc:chgData name="Zhe Shen" userId="01eaba4c-7cb5-4ff2-8cbf-2d7ece705b92" providerId="ADAL" clId="{173FBDC3-3587-4701-A87B-468530415A7F}" dt="2024-09-09T11:05:56.825" v="2272" actId="20577"/>
        <pc:sldMkLst>
          <pc:docMk/>
          <pc:sldMk cId="2664695660" sldId="425"/>
        </pc:sldMkLst>
        <pc:spChg chg="del">
          <ac:chgData name="Zhe Shen" userId="01eaba4c-7cb5-4ff2-8cbf-2d7ece705b92" providerId="ADAL" clId="{173FBDC3-3587-4701-A87B-468530415A7F}" dt="2024-09-08T15:07:42.428" v="2200" actId="478"/>
          <ac:spMkLst>
            <pc:docMk/>
            <pc:sldMk cId="2664695660" sldId="425"/>
            <ac:spMk id="11" creationId="{00000000-0000-0000-0000-000000000000}"/>
          </ac:spMkLst>
        </pc:spChg>
        <pc:spChg chg="mod">
          <ac:chgData name="Zhe Shen" userId="01eaba4c-7cb5-4ff2-8cbf-2d7ece705b92" providerId="ADAL" clId="{173FBDC3-3587-4701-A87B-468530415A7F}" dt="2024-09-08T15:07:18.873" v="2197" actId="20577"/>
          <ac:spMkLst>
            <pc:docMk/>
            <pc:sldMk cId="2664695660" sldId="425"/>
            <ac:spMk id="13" creationId="{6754E07E-3E69-6B8E-2C8C-D339B562182A}"/>
          </ac:spMkLst>
        </pc:spChg>
        <pc:spChg chg="mod">
          <ac:chgData name="Zhe Shen" userId="01eaba4c-7cb5-4ff2-8cbf-2d7ece705b92" providerId="ADAL" clId="{173FBDC3-3587-4701-A87B-468530415A7F}" dt="2024-09-08T15:06:52.835" v="2196" actId="1038"/>
          <ac:spMkLst>
            <pc:docMk/>
            <pc:sldMk cId="2664695660" sldId="425"/>
            <ac:spMk id="18" creationId="{B774BAF0-7828-AFAA-2F44-55188C11F51A}"/>
          </ac:spMkLst>
        </pc:spChg>
        <pc:spChg chg="add mod">
          <ac:chgData name="Zhe Shen" userId="01eaba4c-7cb5-4ff2-8cbf-2d7ece705b92" providerId="ADAL" clId="{173FBDC3-3587-4701-A87B-468530415A7F}" dt="2024-09-08T15:07:42.670" v="2201"/>
          <ac:spMkLst>
            <pc:docMk/>
            <pc:sldMk cId="2664695660" sldId="425"/>
            <ac:spMk id="22" creationId="{27B9774A-AD20-158E-D466-F727D0D35FD1}"/>
          </ac:spMkLst>
        </pc:spChg>
      </pc:sldChg>
      <pc:sldChg chg="addSp delSp modSp add mod modNotesTx">
        <pc:chgData name="Zhe Shen" userId="01eaba4c-7cb5-4ff2-8cbf-2d7ece705b92" providerId="ADAL" clId="{173FBDC3-3587-4701-A87B-468530415A7F}" dt="2024-09-11T10:52:12.344" v="4364" actId="1038"/>
        <pc:sldMkLst>
          <pc:docMk/>
          <pc:sldMk cId="3372711554" sldId="426"/>
        </pc:sldMkLst>
        <pc:spChg chg="del">
          <ac:chgData name="Zhe Shen" userId="01eaba4c-7cb5-4ff2-8cbf-2d7ece705b92" providerId="ADAL" clId="{173FBDC3-3587-4701-A87B-468530415A7F}" dt="2024-09-09T11:15:03.153" v="2299" actId="478"/>
          <ac:spMkLst>
            <pc:docMk/>
            <pc:sldMk cId="3372711554" sldId="426"/>
            <ac:spMk id="10" creationId="{D4392BD3-2EDF-3582-61A4-FAD702E824F6}"/>
          </ac:spMkLst>
        </pc:spChg>
        <pc:spChg chg="add mod">
          <ac:chgData name="Zhe Shen" userId="01eaba4c-7cb5-4ff2-8cbf-2d7ece705b92" providerId="ADAL" clId="{173FBDC3-3587-4701-A87B-468530415A7F}" dt="2024-09-09T11:13:45.368" v="2296"/>
          <ac:spMkLst>
            <pc:docMk/>
            <pc:sldMk cId="3372711554" sldId="426"/>
            <ac:spMk id="11" creationId="{69E0709C-8A58-5DDC-2A32-2FF004F7BC3C}"/>
          </ac:spMkLst>
        </pc:spChg>
        <pc:spChg chg="mod">
          <ac:chgData name="Zhe Shen" userId="01eaba4c-7cb5-4ff2-8cbf-2d7ece705b92" providerId="ADAL" clId="{173FBDC3-3587-4701-A87B-468530415A7F}" dt="2024-09-09T11:13:13.093" v="2274" actId="20577"/>
          <ac:spMkLst>
            <pc:docMk/>
            <pc:sldMk cId="3372711554" sldId="426"/>
            <ac:spMk id="12" creationId="{00000000-0000-0000-0000-000000000000}"/>
          </ac:spMkLst>
        </pc:spChg>
        <pc:spChg chg="mod">
          <ac:chgData name="Zhe Shen" userId="01eaba4c-7cb5-4ff2-8cbf-2d7ece705b92" providerId="ADAL" clId="{173FBDC3-3587-4701-A87B-468530415A7F}" dt="2024-09-09T11:16:58.374" v="2306" actId="20577"/>
          <ac:spMkLst>
            <pc:docMk/>
            <pc:sldMk cId="3372711554" sldId="426"/>
            <ac:spMk id="13" creationId="{6754E07E-3E69-6B8E-2C8C-D339B562182A}"/>
          </ac:spMkLst>
        </pc:spChg>
        <pc:spChg chg="del">
          <ac:chgData name="Zhe Shen" userId="01eaba4c-7cb5-4ff2-8cbf-2d7ece705b92" providerId="ADAL" clId="{173FBDC3-3587-4701-A87B-468530415A7F}" dt="2024-09-09T11:15:03.153" v="2299" actId="478"/>
          <ac:spMkLst>
            <pc:docMk/>
            <pc:sldMk cId="3372711554" sldId="426"/>
            <ac:spMk id="14" creationId="{31D0DEAD-D7F0-859A-A123-59168A3BDD06}"/>
          </ac:spMkLst>
        </pc:spChg>
        <pc:spChg chg="add mod">
          <ac:chgData name="Zhe Shen" userId="01eaba4c-7cb5-4ff2-8cbf-2d7ece705b92" providerId="ADAL" clId="{173FBDC3-3587-4701-A87B-468530415A7F}" dt="2024-09-11T10:51:35.888" v="4315" actId="1035"/>
          <ac:spMkLst>
            <pc:docMk/>
            <pc:sldMk cId="3372711554" sldId="426"/>
            <ac:spMk id="14" creationId="{77C9E5A0-2EC9-F528-EC12-AA3026D12521}"/>
          </ac:spMkLst>
        </pc:spChg>
        <pc:spChg chg="del">
          <ac:chgData name="Zhe Shen" userId="01eaba4c-7cb5-4ff2-8cbf-2d7ece705b92" providerId="ADAL" clId="{173FBDC3-3587-4701-A87B-468530415A7F}" dt="2024-09-09T11:15:03.153" v="2299" actId="478"/>
          <ac:spMkLst>
            <pc:docMk/>
            <pc:sldMk cId="3372711554" sldId="426"/>
            <ac:spMk id="15" creationId="{516F2FCC-8E82-7922-11BF-1B551BD43403}"/>
          </ac:spMkLst>
        </pc:spChg>
        <pc:spChg chg="add del mod">
          <ac:chgData name="Zhe Shen" userId="01eaba4c-7cb5-4ff2-8cbf-2d7ece705b92" providerId="ADAL" clId="{173FBDC3-3587-4701-A87B-468530415A7F}" dt="2024-09-11T10:51:24.353" v="4296" actId="478"/>
          <ac:spMkLst>
            <pc:docMk/>
            <pc:sldMk cId="3372711554" sldId="426"/>
            <ac:spMk id="15" creationId="{B7FD6216-7A18-B474-15DE-0C8874847E7F}"/>
          </ac:spMkLst>
        </pc:spChg>
        <pc:spChg chg="del">
          <ac:chgData name="Zhe Shen" userId="01eaba4c-7cb5-4ff2-8cbf-2d7ece705b92" providerId="ADAL" clId="{173FBDC3-3587-4701-A87B-468530415A7F}" dt="2024-09-09T11:15:03.153" v="2299" actId="478"/>
          <ac:spMkLst>
            <pc:docMk/>
            <pc:sldMk cId="3372711554" sldId="426"/>
            <ac:spMk id="16" creationId="{65F4F4C8-2C85-22DB-C900-D8BEFFEEA5BC}"/>
          </ac:spMkLst>
        </pc:spChg>
        <pc:spChg chg="del">
          <ac:chgData name="Zhe Shen" userId="01eaba4c-7cb5-4ff2-8cbf-2d7ece705b92" providerId="ADAL" clId="{173FBDC3-3587-4701-A87B-468530415A7F}" dt="2024-09-09T11:15:06.914" v="2300" actId="478"/>
          <ac:spMkLst>
            <pc:docMk/>
            <pc:sldMk cId="3372711554" sldId="426"/>
            <ac:spMk id="17" creationId="{7BA467BE-2E36-62B9-FE9D-587039125E11}"/>
          </ac:spMkLst>
        </pc:spChg>
        <pc:spChg chg="del">
          <ac:chgData name="Zhe Shen" userId="01eaba4c-7cb5-4ff2-8cbf-2d7ece705b92" providerId="ADAL" clId="{173FBDC3-3587-4701-A87B-468530415A7F}" dt="2024-09-09T11:15:03.153" v="2299" actId="478"/>
          <ac:spMkLst>
            <pc:docMk/>
            <pc:sldMk cId="3372711554" sldId="426"/>
            <ac:spMk id="18" creationId="{B774BAF0-7828-AFAA-2F44-55188C11F51A}"/>
          </ac:spMkLst>
        </pc:spChg>
        <pc:spChg chg="del">
          <ac:chgData name="Zhe Shen" userId="01eaba4c-7cb5-4ff2-8cbf-2d7ece705b92" providerId="ADAL" clId="{173FBDC3-3587-4701-A87B-468530415A7F}" dt="2024-09-09T11:15:03.153" v="2299" actId="478"/>
          <ac:spMkLst>
            <pc:docMk/>
            <pc:sldMk cId="3372711554" sldId="426"/>
            <ac:spMk id="19" creationId="{2520CD93-B95A-53DC-48DD-14BB17E1DBA6}"/>
          </ac:spMkLst>
        </pc:spChg>
        <pc:spChg chg="del">
          <ac:chgData name="Zhe Shen" userId="01eaba4c-7cb5-4ff2-8cbf-2d7ece705b92" providerId="ADAL" clId="{173FBDC3-3587-4701-A87B-468530415A7F}" dt="2024-09-09T11:15:06.914" v="2300" actId="478"/>
          <ac:spMkLst>
            <pc:docMk/>
            <pc:sldMk cId="3372711554" sldId="426"/>
            <ac:spMk id="20" creationId="{F9C23117-6720-115D-B60C-2D17E8C38BF6}"/>
          </ac:spMkLst>
        </pc:spChg>
        <pc:spChg chg="del">
          <ac:chgData name="Zhe Shen" userId="01eaba4c-7cb5-4ff2-8cbf-2d7ece705b92" providerId="ADAL" clId="{173FBDC3-3587-4701-A87B-468530415A7F}" dt="2024-09-09T11:15:03.153" v="2299" actId="478"/>
          <ac:spMkLst>
            <pc:docMk/>
            <pc:sldMk cId="3372711554" sldId="426"/>
            <ac:spMk id="21" creationId="{BBD3EE01-15D4-12FE-48EF-0CF73E2A47BC}"/>
          </ac:spMkLst>
        </pc:spChg>
        <pc:spChg chg="del">
          <ac:chgData name="Zhe Shen" userId="01eaba4c-7cb5-4ff2-8cbf-2d7ece705b92" providerId="ADAL" clId="{173FBDC3-3587-4701-A87B-468530415A7F}" dt="2024-09-09T11:13:48.742" v="2297" actId="478"/>
          <ac:spMkLst>
            <pc:docMk/>
            <pc:sldMk cId="3372711554" sldId="426"/>
            <ac:spMk id="22" creationId="{27B9774A-AD20-158E-D466-F727D0D35FD1}"/>
          </ac:spMkLst>
        </pc:spChg>
        <pc:spChg chg="add del mod">
          <ac:chgData name="Zhe Shen" userId="01eaba4c-7cb5-4ff2-8cbf-2d7ece705b92" providerId="ADAL" clId="{173FBDC3-3587-4701-A87B-468530415A7F}" dt="2024-09-11T10:09:56.730" v="2669" actId="478"/>
          <ac:spMkLst>
            <pc:docMk/>
            <pc:sldMk cId="3372711554" sldId="426"/>
            <ac:spMk id="23" creationId="{5C924028-3615-06CF-BE0F-4D9CC2C7B49C}"/>
          </ac:spMkLst>
        </pc:spChg>
        <pc:spChg chg="del">
          <ac:chgData name="Zhe Shen" userId="01eaba4c-7cb5-4ff2-8cbf-2d7ece705b92" providerId="ADAL" clId="{173FBDC3-3587-4701-A87B-468530415A7F}" dt="2024-09-09T11:15:06.914" v="2300" actId="478"/>
          <ac:spMkLst>
            <pc:docMk/>
            <pc:sldMk cId="3372711554" sldId="426"/>
            <ac:spMk id="23" creationId="{6907F432-836E-FBDD-8560-3DA259303CD6}"/>
          </ac:spMkLst>
        </pc:spChg>
        <pc:spChg chg="add mod">
          <ac:chgData name="Zhe Shen" userId="01eaba4c-7cb5-4ff2-8cbf-2d7ece705b92" providerId="ADAL" clId="{173FBDC3-3587-4701-A87B-468530415A7F}" dt="2024-09-09T11:13:48.953" v="2298"/>
          <ac:spMkLst>
            <pc:docMk/>
            <pc:sldMk cId="3372711554" sldId="426"/>
            <ac:spMk id="24" creationId="{382A7386-7FA3-FAE6-3202-45531FF36B71}"/>
          </ac:spMkLst>
        </pc:spChg>
        <pc:spChg chg="add mod">
          <ac:chgData name="Zhe Shen" userId="01eaba4c-7cb5-4ff2-8cbf-2d7ece705b92" providerId="ADAL" clId="{173FBDC3-3587-4701-A87B-468530415A7F}" dt="2024-09-09T11:16:34.229" v="2301"/>
          <ac:spMkLst>
            <pc:docMk/>
            <pc:sldMk cId="3372711554" sldId="426"/>
            <ac:spMk id="25" creationId="{14292B80-FCD7-C794-CCFA-AEA70051CDF9}"/>
          </ac:spMkLst>
        </pc:spChg>
        <pc:spChg chg="add mod">
          <ac:chgData name="Zhe Shen" userId="01eaba4c-7cb5-4ff2-8cbf-2d7ece705b92" providerId="ADAL" clId="{173FBDC3-3587-4701-A87B-468530415A7F}" dt="2024-09-09T11:16:34.229" v="2301"/>
          <ac:spMkLst>
            <pc:docMk/>
            <pc:sldMk cId="3372711554" sldId="426"/>
            <ac:spMk id="26" creationId="{85D645AE-810B-47C3-4395-DC2D4314E651}"/>
          </ac:spMkLst>
        </pc:spChg>
        <pc:spChg chg="add del mod">
          <ac:chgData name="Zhe Shen" userId="01eaba4c-7cb5-4ff2-8cbf-2d7ece705b92" providerId="ADAL" clId="{173FBDC3-3587-4701-A87B-468530415A7F}" dt="2024-09-09T11:16:49.184" v="2304" actId="478"/>
          <ac:spMkLst>
            <pc:docMk/>
            <pc:sldMk cId="3372711554" sldId="426"/>
            <ac:spMk id="27" creationId="{5F0BB856-F935-F6E0-108B-393C724421E0}"/>
          </ac:spMkLst>
        </pc:spChg>
        <pc:spChg chg="add mod">
          <ac:chgData name="Zhe Shen" userId="01eaba4c-7cb5-4ff2-8cbf-2d7ece705b92" providerId="ADAL" clId="{173FBDC3-3587-4701-A87B-468530415A7F}" dt="2024-09-11T10:52:04.101" v="4347" actId="1036"/>
          <ac:spMkLst>
            <pc:docMk/>
            <pc:sldMk cId="3372711554" sldId="426"/>
            <ac:spMk id="27" creationId="{6E9D0628-C141-82C2-A025-876599C706E3}"/>
          </ac:spMkLst>
        </pc:spChg>
        <pc:spChg chg="add mod">
          <ac:chgData name="Zhe Shen" userId="01eaba4c-7cb5-4ff2-8cbf-2d7ece705b92" providerId="ADAL" clId="{173FBDC3-3587-4701-A87B-468530415A7F}" dt="2024-09-11T10:19:28.814" v="3286" actId="1076"/>
          <ac:spMkLst>
            <pc:docMk/>
            <pc:sldMk cId="3372711554" sldId="426"/>
            <ac:spMk id="28" creationId="{601818F8-D51B-B980-4C19-000995010E7C}"/>
          </ac:spMkLst>
        </pc:spChg>
        <pc:spChg chg="add del mod">
          <ac:chgData name="Zhe Shen" userId="01eaba4c-7cb5-4ff2-8cbf-2d7ece705b92" providerId="ADAL" clId="{173FBDC3-3587-4701-A87B-468530415A7F}" dt="2024-09-09T11:16:49.978" v="2305" actId="478"/>
          <ac:spMkLst>
            <pc:docMk/>
            <pc:sldMk cId="3372711554" sldId="426"/>
            <ac:spMk id="28" creationId="{A7C8E77C-98A6-4DD1-C70F-52245325A208}"/>
          </ac:spMkLst>
        </pc:spChg>
        <pc:spChg chg="add mod">
          <ac:chgData name="Zhe Shen" userId="01eaba4c-7cb5-4ff2-8cbf-2d7ece705b92" providerId="ADAL" clId="{173FBDC3-3587-4701-A87B-468530415A7F}" dt="2024-09-11T10:52:12.344" v="4364" actId="1038"/>
          <ac:spMkLst>
            <pc:docMk/>
            <pc:sldMk cId="3372711554" sldId="426"/>
            <ac:spMk id="29" creationId="{202B054D-D27B-A969-C4BD-EF2633C80928}"/>
          </ac:spMkLst>
        </pc:spChg>
        <pc:spChg chg="add del mod">
          <ac:chgData name="Zhe Shen" userId="01eaba4c-7cb5-4ff2-8cbf-2d7ece705b92" providerId="ADAL" clId="{173FBDC3-3587-4701-A87B-468530415A7F}" dt="2024-09-09T11:16:48.088" v="2303" actId="478"/>
          <ac:spMkLst>
            <pc:docMk/>
            <pc:sldMk cId="3372711554" sldId="426"/>
            <ac:spMk id="29" creationId="{B6A79465-FB71-B8C1-AAE6-80DB71F0AB9A}"/>
          </ac:spMkLst>
        </pc:spChg>
        <pc:spChg chg="add mod">
          <ac:chgData name="Zhe Shen" userId="01eaba4c-7cb5-4ff2-8cbf-2d7ece705b92" providerId="ADAL" clId="{173FBDC3-3587-4701-A87B-468530415A7F}" dt="2024-09-11T10:51:24.596" v="4297"/>
          <ac:spMkLst>
            <pc:docMk/>
            <pc:sldMk cId="3372711554" sldId="426"/>
            <ac:spMk id="30" creationId="{39336344-5C62-6D83-5849-651891348716}"/>
          </ac:spMkLst>
        </pc:spChg>
        <pc:spChg chg="add del mod">
          <ac:chgData name="Zhe Shen" userId="01eaba4c-7cb5-4ff2-8cbf-2d7ece705b92" providerId="ADAL" clId="{173FBDC3-3587-4701-A87B-468530415A7F}" dt="2024-09-09T11:16:48.088" v="2303" actId="478"/>
          <ac:spMkLst>
            <pc:docMk/>
            <pc:sldMk cId="3372711554" sldId="426"/>
            <ac:spMk id="30" creationId="{AFC56E5F-48DC-3B84-B616-E250BC63B542}"/>
          </ac:spMkLst>
        </pc:spChg>
        <pc:spChg chg="add mod">
          <ac:chgData name="Zhe Shen" userId="01eaba4c-7cb5-4ff2-8cbf-2d7ece705b92" providerId="ADAL" clId="{173FBDC3-3587-4701-A87B-468530415A7F}" dt="2024-09-09T11:16:34.229" v="2301"/>
          <ac:spMkLst>
            <pc:docMk/>
            <pc:sldMk cId="3372711554" sldId="426"/>
            <ac:spMk id="34" creationId="{CCB832FE-7E9B-BB13-F437-A724EDB2FF1D}"/>
          </ac:spMkLst>
        </pc:spChg>
        <pc:spChg chg="add mod">
          <ac:chgData name="Zhe Shen" userId="01eaba4c-7cb5-4ff2-8cbf-2d7ece705b92" providerId="ADAL" clId="{173FBDC3-3587-4701-A87B-468530415A7F}" dt="2024-09-09T11:16:42.221" v="2302"/>
          <ac:spMkLst>
            <pc:docMk/>
            <pc:sldMk cId="3372711554" sldId="426"/>
            <ac:spMk id="35" creationId="{0DB36333-2037-1C84-ED0B-E802F9C38A93}"/>
          </ac:spMkLst>
        </pc:spChg>
        <pc:spChg chg="add mod">
          <ac:chgData name="Zhe Shen" userId="01eaba4c-7cb5-4ff2-8cbf-2d7ece705b92" providerId="ADAL" clId="{173FBDC3-3587-4701-A87B-468530415A7F}" dt="2024-09-09T11:16:42.221" v="2302"/>
          <ac:spMkLst>
            <pc:docMk/>
            <pc:sldMk cId="3372711554" sldId="426"/>
            <ac:spMk id="36" creationId="{B9A89E68-BBF4-A669-BC3A-1F433F751FF2}"/>
          </ac:spMkLst>
        </pc:spChg>
        <pc:spChg chg="add mod">
          <ac:chgData name="Zhe Shen" userId="01eaba4c-7cb5-4ff2-8cbf-2d7ece705b92" providerId="ADAL" clId="{173FBDC3-3587-4701-A87B-468530415A7F}" dt="2024-09-09T11:16:42.221" v="2302"/>
          <ac:spMkLst>
            <pc:docMk/>
            <pc:sldMk cId="3372711554" sldId="426"/>
            <ac:spMk id="37" creationId="{7D9DB4B9-E4A4-9B3D-59CD-F4AA762A8E82}"/>
          </ac:spMkLst>
        </pc:spChg>
        <pc:graphicFrameChg chg="add del mod">
          <ac:chgData name="Zhe Shen" userId="01eaba4c-7cb5-4ff2-8cbf-2d7ece705b92" providerId="ADAL" clId="{173FBDC3-3587-4701-A87B-468530415A7F}" dt="2024-09-09T14:44:30.630" v="2406" actId="478"/>
          <ac:graphicFrameMkLst>
            <pc:docMk/>
            <pc:sldMk cId="3372711554" sldId="426"/>
            <ac:graphicFrameMk id="7" creationId="{9CDD6D1F-1258-10AD-69B4-88F25A27A64E}"/>
          </ac:graphicFrameMkLst>
        </pc:graphicFrameChg>
        <pc:graphicFrameChg chg="add mod">
          <ac:chgData name="Zhe Shen" userId="01eaba4c-7cb5-4ff2-8cbf-2d7ece705b92" providerId="ADAL" clId="{173FBDC3-3587-4701-A87B-468530415A7F}" dt="2024-09-11T10:01:51.432" v="2551"/>
          <ac:graphicFrameMkLst>
            <pc:docMk/>
            <pc:sldMk cId="3372711554" sldId="426"/>
            <ac:graphicFrameMk id="7" creationId="{CAC5212E-F4F3-120B-ED9E-48CC97AA6B57}"/>
          </ac:graphicFrameMkLst>
        </pc:graphicFrameChg>
        <pc:graphicFrameChg chg="add del mod">
          <ac:chgData name="Zhe Shen" userId="01eaba4c-7cb5-4ff2-8cbf-2d7ece705b92" providerId="ADAL" clId="{173FBDC3-3587-4701-A87B-468530415A7F}" dt="2024-09-09T14:44:29.205" v="2403" actId="478"/>
          <ac:graphicFrameMkLst>
            <pc:docMk/>
            <pc:sldMk cId="3372711554" sldId="426"/>
            <ac:graphicFrameMk id="8" creationId="{AB77F316-0536-C6F2-B765-E354F786C234}"/>
          </ac:graphicFrameMkLst>
        </pc:graphicFrameChg>
        <pc:graphicFrameChg chg="add mod">
          <ac:chgData name="Zhe Shen" userId="01eaba4c-7cb5-4ff2-8cbf-2d7ece705b92" providerId="ADAL" clId="{173FBDC3-3587-4701-A87B-468530415A7F}" dt="2024-09-11T10:51:35.888" v="4315" actId="1035"/>
          <ac:graphicFrameMkLst>
            <pc:docMk/>
            <pc:sldMk cId="3372711554" sldId="426"/>
            <ac:graphicFrameMk id="8" creationId="{CC8976CD-E3CE-3A53-F47E-50BF29CF0142}"/>
          </ac:graphicFrameMkLst>
        </pc:graphicFrameChg>
        <pc:graphicFrameChg chg="add del mod">
          <ac:chgData name="Zhe Shen" userId="01eaba4c-7cb5-4ff2-8cbf-2d7ece705b92" providerId="ADAL" clId="{173FBDC3-3587-4701-A87B-468530415A7F}" dt="2024-09-09T14:44:29.576" v="2404" actId="478"/>
          <ac:graphicFrameMkLst>
            <pc:docMk/>
            <pc:sldMk cId="3372711554" sldId="426"/>
            <ac:graphicFrameMk id="9" creationId="{2B4D744B-E18B-ED4F-7343-919D0EEC52A9}"/>
          </ac:graphicFrameMkLst>
        </pc:graphicFrameChg>
        <pc:graphicFrameChg chg="add mod">
          <ac:chgData name="Zhe Shen" userId="01eaba4c-7cb5-4ff2-8cbf-2d7ece705b92" providerId="ADAL" clId="{173FBDC3-3587-4701-A87B-468530415A7F}" dt="2024-09-11T10:51:35.888" v="4315" actId="1035"/>
          <ac:graphicFrameMkLst>
            <pc:docMk/>
            <pc:sldMk cId="3372711554" sldId="426"/>
            <ac:graphicFrameMk id="9" creationId="{B53EC175-7310-61A0-A55C-62A0BB7FA129}"/>
          </ac:graphicFrameMkLst>
        </pc:graphicFrameChg>
        <pc:graphicFrameChg chg="add del mod">
          <ac:chgData name="Zhe Shen" userId="01eaba4c-7cb5-4ff2-8cbf-2d7ece705b92" providerId="ADAL" clId="{173FBDC3-3587-4701-A87B-468530415A7F}" dt="2024-09-09T14:44:30.025" v="2405" actId="478"/>
          <ac:graphicFrameMkLst>
            <pc:docMk/>
            <pc:sldMk cId="3372711554" sldId="426"/>
            <ac:graphicFrameMk id="10" creationId="{1E8D9E36-5996-20A7-6E11-4EC73CCC1218}"/>
          </ac:graphicFrameMkLst>
        </pc:graphicFrameChg>
        <pc:graphicFrameChg chg="add mod">
          <ac:chgData name="Zhe Shen" userId="01eaba4c-7cb5-4ff2-8cbf-2d7ece705b92" providerId="ADAL" clId="{173FBDC3-3587-4701-A87B-468530415A7F}" dt="2024-09-11T10:51:35.888" v="4315" actId="1035"/>
          <ac:graphicFrameMkLst>
            <pc:docMk/>
            <pc:sldMk cId="3372711554" sldId="426"/>
            <ac:graphicFrameMk id="10" creationId="{8E71EFDD-94BA-6BA9-8B26-05A156101847}"/>
          </ac:graphicFrameMkLst>
        </pc:graphicFrameChg>
        <pc:graphicFrameChg chg="add mod">
          <ac:chgData name="Zhe Shen" userId="01eaba4c-7cb5-4ff2-8cbf-2d7ece705b92" providerId="ADAL" clId="{173FBDC3-3587-4701-A87B-468530415A7F}" dt="2024-09-11T10:51:35.888" v="4315" actId="1035"/>
          <ac:graphicFrameMkLst>
            <pc:docMk/>
            <pc:sldMk cId="3372711554" sldId="426"/>
            <ac:graphicFrameMk id="11" creationId="{E04AD34C-F470-7835-23D1-701723F3C5E7}"/>
          </ac:graphicFrameMkLst>
        </pc:graphicFrameChg>
        <pc:graphicFrameChg chg="add del mod">
          <ac:chgData name="Zhe Shen" userId="01eaba4c-7cb5-4ff2-8cbf-2d7ece705b92" providerId="ADAL" clId="{173FBDC3-3587-4701-A87B-468530415A7F}" dt="2024-09-11T10:51:24.353" v="4296" actId="478"/>
          <ac:graphicFrameMkLst>
            <pc:docMk/>
            <pc:sldMk cId="3372711554" sldId="426"/>
            <ac:graphicFrameMk id="16" creationId="{564981E9-4F70-071F-F73F-CE0D59B2859E}"/>
          </ac:graphicFrameMkLst>
        </pc:graphicFrameChg>
        <pc:graphicFrameChg chg="add del mod">
          <ac:chgData name="Zhe Shen" userId="01eaba4c-7cb5-4ff2-8cbf-2d7ece705b92" providerId="ADAL" clId="{173FBDC3-3587-4701-A87B-468530415A7F}" dt="2024-09-11T10:51:24.353" v="4296" actId="478"/>
          <ac:graphicFrameMkLst>
            <pc:docMk/>
            <pc:sldMk cId="3372711554" sldId="426"/>
            <ac:graphicFrameMk id="17" creationId="{7033ED74-3B77-DC36-EB97-38B1780D3461}"/>
          </ac:graphicFrameMkLst>
        </pc:graphicFrameChg>
        <pc:graphicFrameChg chg="add mod">
          <ac:chgData name="Zhe Shen" userId="01eaba4c-7cb5-4ff2-8cbf-2d7ece705b92" providerId="ADAL" clId="{173FBDC3-3587-4701-A87B-468530415A7F}" dt="2024-09-11T10:07:22.573" v="2630"/>
          <ac:graphicFrameMkLst>
            <pc:docMk/>
            <pc:sldMk cId="3372711554" sldId="426"/>
            <ac:graphicFrameMk id="18" creationId="{8D958F5A-1758-C9F1-3966-2EAE2A040F3B}"/>
          </ac:graphicFrameMkLst>
        </pc:graphicFrameChg>
        <pc:graphicFrameChg chg="add del mod">
          <ac:chgData name="Zhe Shen" userId="01eaba4c-7cb5-4ff2-8cbf-2d7ece705b92" providerId="ADAL" clId="{173FBDC3-3587-4701-A87B-468530415A7F}" dt="2024-09-11T10:51:24.353" v="4296" actId="478"/>
          <ac:graphicFrameMkLst>
            <pc:docMk/>
            <pc:sldMk cId="3372711554" sldId="426"/>
            <ac:graphicFrameMk id="19" creationId="{5006758D-CCF2-48E1-F8CB-5C7802371375}"/>
          </ac:graphicFrameMkLst>
        </pc:graphicFrameChg>
        <pc:graphicFrameChg chg="add del mod">
          <ac:chgData name="Zhe Shen" userId="01eaba4c-7cb5-4ff2-8cbf-2d7ece705b92" providerId="ADAL" clId="{173FBDC3-3587-4701-A87B-468530415A7F}" dt="2024-09-11T10:51:24.353" v="4296" actId="478"/>
          <ac:graphicFrameMkLst>
            <pc:docMk/>
            <pc:sldMk cId="3372711554" sldId="426"/>
            <ac:graphicFrameMk id="20" creationId="{CBAA4C0C-DEAD-1D79-EF65-9258576EFCF7}"/>
          </ac:graphicFrameMkLst>
        </pc:graphicFrameChg>
        <pc:graphicFrameChg chg="add del mod">
          <ac:chgData name="Zhe Shen" userId="01eaba4c-7cb5-4ff2-8cbf-2d7ece705b92" providerId="ADAL" clId="{173FBDC3-3587-4701-A87B-468530415A7F}" dt="2024-09-11T10:51:24.353" v="4296" actId="478"/>
          <ac:graphicFrameMkLst>
            <pc:docMk/>
            <pc:sldMk cId="3372711554" sldId="426"/>
            <ac:graphicFrameMk id="21" creationId="{2278026E-BAE0-7AC1-55F0-A987C38A10BB}"/>
          </ac:graphicFrameMkLst>
        </pc:graphicFrameChg>
        <pc:graphicFrameChg chg="add del mod">
          <ac:chgData name="Zhe Shen" userId="01eaba4c-7cb5-4ff2-8cbf-2d7ece705b92" providerId="ADAL" clId="{173FBDC3-3587-4701-A87B-468530415A7F}" dt="2024-09-11T10:51:24.353" v="4296" actId="478"/>
          <ac:graphicFrameMkLst>
            <pc:docMk/>
            <pc:sldMk cId="3372711554" sldId="426"/>
            <ac:graphicFrameMk id="22" creationId="{B692BA2E-9B69-DF5C-B77E-FE42BC9FA980}"/>
          </ac:graphicFrameMkLst>
        </pc:graphicFrameChg>
        <pc:graphicFrameChg chg="add mod">
          <ac:chgData name="Zhe Shen" userId="01eaba4c-7cb5-4ff2-8cbf-2d7ece705b92" providerId="ADAL" clId="{173FBDC3-3587-4701-A87B-468530415A7F}" dt="2024-09-11T10:51:24.596" v="4297"/>
          <ac:graphicFrameMkLst>
            <pc:docMk/>
            <pc:sldMk cId="3372711554" sldId="426"/>
            <ac:graphicFrameMk id="32" creationId="{C318B1F6-2D69-0551-2DA3-08A7C190125F}"/>
          </ac:graphicFrameMkLst>
        </pc:graphicFrameChg>
        <pc:graphicFrameChg chg="add mod">
          <ac:chgData name="Zhe Shen" userId="01eaba4c-7cb5-4ff2-8cbf-2d7ece705b92" providerId="ADAL" clId="{173FBDC3-3587-4701-A87B-468530415A7F}" dt="2024-09-11T10:51:24.596" v="4297"/>
          <ac:graphicFrameMkLst>
            <pc:docMk/>
            <pc:sldMk cId="3372711554" sldId="426"/>
            <ac:graphicFrameMk id="33" creationId="{FAD7C898-513B-F1CD-9DE0-74D6BC44CDCC}"/>
          </ac:graphicFrameMkLst>
        </pc:graphicFrameChg>
        <pc:graphicFrameChg chg="add mod">
          <ac:chgData name="Zhe Shen" userId="01eaba4c-7cb5-4ff2-8cbf-2d7ece705b92" providerId="ADAL" clId="{173FBDC3-3587-4701-A87B-468530415A7F}" dt="2024-09-11T10:51:24.596" v="4297"/>
          <ac:graphicFrameMkLst>
            <pc:docMk/>
            <pc:sldMk cId="3372711554" sldId="426"/>
            <ac:graphicFrameMk id="38" creationId="{942528A1-B9BB-5E41-2621-80E987064EC8}"/>
          </ac:graphicFrameMkLst>
        </pc:graphicFrameChg>
        <pc:graphicFrameChg chg="add mod">
          <ac:chgData name="Zhe Shen" userId="01eaba4c-7cb5-4ff2-8cbf-2d7ece705b92" providerId="ADAL" clId="{173FBDC3-3587-4701-A87B-468530415A7F}" dt="2024-09-11T10:51:24.596" v="4297"/>
          <ac:graphicFrameMkLst>
            <pc:docMk/>
            <pc:sldMk cId="3372711554" sldId="426"/>
            <ac:graphicFrameMk id="39" creationId="{6D3530DA-A18E-2A9B-6E7C-D7D8C79F4BEC}"/>
          </ac:graphicFrameMkLst>
        </pc:graphicFrameChg>
        <pc:graphicFrameChg chg="add mod">
          <ac:chgData name="Zhe Shen" userId="01eaba4c-7cb5-4ff2-8cbf-2d7ece705b92" providerId="ADAL" clId="{173FBDC3-3587-4701-A87B-468530415A7F}" dt="2024-09-11T10:51:24.596" v="4297"/>
          <ac:graphicFrameMkLst>
            <pc:docMk/>
            <pc:sldMk cId="3372711554" sldId="426"/>
            <ac:graphicFrameMk id="40" creationId="{EF365D46-0709-FA38-9995-ECF07873B7C6}"/>
          </ac:graphicFrameMkLst>
        </pc:graphicFrameChg>
        <pc:graphicFrameChg chg="add mod">
          <ac:chgData name="Zhe Shen" userId="01eaba4c-7cb5-4ff2-8cbf-2d7ece705b92" providerId="ADAL" clId="{173FBDC3-3587-4701-A87B-468530415A7F}" dt="2024-09-11T10:51:24.596" v="4297"/>
          <ac:graphicFrameMkLst>
            <pc:docMk/>
            <pc:sldMk cId="3372711554" sldId="426"/>
            <ac:graphicFrameMk id="41" creationId="{48CFF921-7619-DB06-2EA7-89DCC4118253}"/>
          </ac:graphicFrameMkLst>
        </pc:graphicFrameChg>
        <pc:picChg chg="del">
          <ac:chgData name="Zhe Shen" userId="01eaba4c-7cb5-4ff2-8cbf-2d7ece705b92" providerId="ADAL" clId="{173FBDC3-3587-4701-A87B-468530415A7F}" dt="2024-09-09T11:15:03.153" v="2299" actId="478"/>
          <ac:picMkLst>
            <pc:docMk/>
            <pc:sldMk cId="3372711554" sldId="426"/>
            <ac:picMk id="7" creationId="{86483AD9-7170-29DE-50AB-CC57434D78E6}"/>
          </ac:picMkLst>
        </pc:picChg>
        <pc:picChg chg="del">
          <ac:chgData name="Zhe Shen" userId="01eaba4c-7cb5-4ff2-8cbf-2d7ece705b92" providerId="ADAL" clId="{173FBDC3-3587-4701-A87B-468530415A7F}" dt="2024-09-09T11:15:03.153" v="2299" actId="478"/>
          <ac:picMkLst>
            <pc:docMk/>
            <pc:sldMk cId="3372711554" sldId="426"/>
            <ac:picMk id="8" creationId="{9833C585-2C55-9793-AAAF-80D6B0A5777D}"/>
          </ac:picMkLst>
        </pc:picChg>
        <pc:picChg chg="del">
          <ac:chgData name="Zhe Shen" userId="01eaba4c-7cb5-4ff2-8cbf-2d7ece705b92" providerId="ADAL" clId="{173FBDC3-3587-4701-A87B-468530415A7F}" dt="2024-09-09T11:15:03.153" v="2299" actId="478"/>
          <ac:picMkLst>
            <pc:docMk/>
            <pc:sldMk cId="3372711554" sldId="426"/>
            <ac:picMk id="9" creationId="{E022FD0F-3EA1-F98B-5F75-15EE22314FB4}"/>
          </ac:picMkLst>
        </pc:picChg>
        <pc:picChg chg="add mod">
          <ac:chgData name="Zhe Shen" userId="01eaba4c-7cb5-4ff2-8cbf-2d7ece705b92" providerId="ADAL" clId="{173FBDC3-3587-4701-A87B-468530415A7F}" dt="2024-09-09T11:16:34.229" v="2301"/>
          <ac:picMkLst>
            <pc:docMk/>
            <pc:sldMk cId="3372711554" sldId="426"/>
            <ac:picMk id="31" creationId="{6980036D-DD30-484D-295C-369B76B6BDCB}"/>
          </ac:picMkLst>
        </pc:picChg>
        <pc:picChg chg="add del mod">
          <ac:chgData name="Zhe Shen" userId="01eaba4c-7cb5-4ff2-8cbf-2d7ece705b92" providerId="ADAL" clId="{173FBDC3-3587-4701-A87B-468530415A7F}" dt="2024-09-09T11:16:48.088" v="2303" actId="478"/>
          <ac:picMkLst>
            <pc:docMk/>
            <pc:sldMk cId="3372711554" sldId="426"/>
            <ac:picMk id="32" creationId="{D410D6CD-EA45-229E-1A0B-36ABFE7A4529}"/>
          </ac:picMkLst>
        </pc:picChg>
        <pc:picChg chg="add del mod">
          <ac:chgData name="Zhe Shen" userId="01eaba4c-7cb5-4ff2-8cbf-2d7ece705b92" providerId="ADAL" clId="{173FBDC3-3587-4701-A87B-468530415A7F}" dt="2024-09-09T11:16:48.088" v="2303" actId="478"/>
          <ac:picMkLst>
            <pc:docMk/>
            <pc:sldMk cId="3372711554" sldId="426"/>
            <ac:picMk id="33" creationId="{FC09B9C2-7EB7-7EEB-C5D5-9EFA3F521BD5}"/>
          </ac:picMkLst>
        </pc:picChg>
      </pc:sldChg>
      <pc:sldChg chg="add del">
        <pc:chgData name="Zhe Shen" userId="01eaba4c-7cb5-4ff2-8cbf-2d7ece705b92" providerId="ADAL" clId="{173FBDC3-3587-4701-A87B-468530415A7F}" dt="2024-09-08T15:05:11.907" v="2023" actId="47"/>
        <pc:sldMkLst>
          <pc:docMk/>
          <pc:sldMk cId="1590189471" sldId="427"/>
        </pc:sldMkLst>
      </pc:sldChg>
      <pc:sldChg chg="addSp delSp new mod">
        <pc:chgData name="Zhe Shen" userId="01eaba4c-7cb5-4ff2-8cbf-2d7ece705b92" providerId="ADAL" clId="{173FBDC3-3587-4701-A87B-468530415A7F}" dt="2024-09-09T16:38:36.355" v="2421" actId="21"/>
        <pc:sldMkLst>
          <pc:docMk/>
          <pc:sldMk cId="3791732161" sldId="427"/>
        </pc:sldMkLst>
        <pc:picChg chg="add del">
          <ac:chgData name="Zhe Shen" userId="01eaba4c-7cb5-4ff2-8cbf-2d7ece705b92" providerId="ADAL" clId="{173FBDC3-3587-4701-A87B-468530415A7F}" dt="2024-09-09T16:38:36.355" v="2421" actId="21"/>
          <ac:picMkLst>
            <pc:docMk/>
            <pc:sldMk cId="3791732161" sldId="427"/>
            <ac:picMk id="3" creationId="{4F3C9AEE-8C30-AF54-DC10-1AB679371677}"/>
          </ac:picMkLst>
        </pc:picChg>
      </pc:sldChg>
      <pc:sldChg chg="addSp delSp modSp add del mod">
        <pc:chgData name="Zhe Shen" userId="01eaba4c-7cb5-4ff2-8cbf-2d7ece705b92" providerId="ADAL" clId="{173FBDC3-3587-4701-A87B-468530415A7F}" dt="2024-09-10T15:08:09.723" v="2542" actId="47"/>
        <pc:sldMkLst>
          <pc:docMk/>
          <pc:sldMk cId="2151869502" sldId="428"/>
        </pc:sldMkLst>
        <pc:spChg chg="del">
          <ac:chgData name="Zhe Shen" userId="01eaba4c-7cb5-4ff2-8cbf-2d7ece705b92" providerId="ADAL" clId="{173FBDC3-3587-4701-A87B-468530415A7F}" dt="2024-09-09T16:38:19.185" v="2416" actId="478"/>
          <ac:spMkLst>
            <pc:docMk/>
            <pc:sldMk cId="2151869502" sldId="428"/>
            <ac:spMk id="25" creationId="{14292B80-FCD7-C794-CCFA-AEA70051CDF9}"/>
          </ac:spMkLst>
        </pc:spChg>
        <pc:spChg chg="add del mod">
          <ac:chgData name="Zhe Shen" userId="01eaba4c-7cb5-4ff2-8cbf-2d7ece705b92" providerId="ADAL" clId="{173FBDC3-3587-4701-A87B-468530415A7F}" dt="2024-09-09T16:38:18" v="2415" actId="478"/>
          <ac:spMkLst>
            <pc:docMk/>
            <pc:sldMk cId="2151869502" sldId="428"/>
            <ac:spMk id="26" creationId="{85D645AE-810B-47C3-4395-DC2D4314E651}"/>
          </ac:spMkLst>
        </pc:spChg>
        <pc:spChg chg="del">
          <ac:chgData name="Zhe Shen" userId="01eaba4c-7cb5-4ff2-8cbf-2d7ece705b92" providerId="ADAL" clId="{173FBDC3-3587-4701-A87B-468530415A7F}" dt="2024-09-09T16:38:12.702" v="2411" actId="478"/>
          <ac:spMkLst>
            <pc:docMk/>
            <pc:sldMk cId="2151869502" sldId="428"/>
            <ac:spMk id="34" creationId="{CCB832FE-7E9B-BB13-F437-A724EDB2FF1D}"/>
          </ac:spMkLst>
        </pc:spChg>
        <pc:spChg chg="del">
          <ac:chgData name="Zhe Shen" userId="01eaba4c-7cb5-4ff2-8cbf-2d7ece705b92" providerId="ADAL" clId="{173FBDC3-3587-4701-A87B-468530415A7F}" dt="2024-09-09T16:38:21.985" v="2419" actId="478"/>
          <ac:spMkLst>
            <pc:docMk/>
            <pc:sldMk cId="2151869502" sldId="428"/>
            <ac:spMk id="35" creationId="{0DB36333-2037-1C84-ED0B-E802F9C38A93}"/>
          </ac:spMkLst>
        </pc:spChg>
        <pc:spChg chg="del">
          <ac:chgData name="Zhe Shen" userId="01eaba4c-7cb5-4ff2-8cbf-2d7ece705b92" providerId="ADAL" clId="{173FBDC3-3587-4701-A87B-468530415A7F}" dt="2024-09-09T16:38:20.520" v="2417" actId="478"/>
          <ac:spMkLst>
            <pc:docMk/>
            <pc:sldMk cId="2151869502" sldId="428"/>
            <ac:spMk id="36" creationId="{B9A89E68-BBF4-A669-BC3A-1F433F751FF2}"/>
          </ac:spMkLst>
        </pc:spChg>
        <pc:spChg chg="del">
          <ac:chgData name="Zhe Shen" userId="01eaba4c-7cb5-4ff2-8cbf-2d7ece705b92" providerId="ADAL" clId="{173FBDC3-3587-4701-A87B-468530415A7F}" dt="2024-09-09T16:38:21.423" v="2418" actId="478"/>
          <ac:spMkLst>
            <pc:docMk/>
            <pc:sldMk cId="2151869502" sldId="428"/>
            <ac:spMk id="37" creationId="{7D9DB4B9-E4A4-9B3D-59CD-F4AA762A8E82}"/>
          </ac:spMkLst>
        </pc:spChg>
        <pc:picChg chg="add del mod">
          <ac:chgData name="Zhe Shen" userId="01eaba4c-7cb5-4ff2-8cbf-2d7ece705b92" providerId="ADAL" clId="{173FBDC3-3587-4701-A87B-468530415A7F}" dt="2024-09-10T13:57:37.214" v="2489" actId="478"/>
          <ac:picMkLst>
            <pc:docMk/>
            <pc:sldMk cId="2151869502" sldId="428"/>
            <ac:picMk id="7" creationId="{4F3C9AEE-8C30-AF54-DC10-1AB679371677}"/>
          </ac:picMkLst>
        </pc:picChg>
        <pc:picChg chg="add mod">
          <ac:chgData name="Zhe Shen" userId="01eaba4c-7cb5-4ff2-8cbf-2d7ece705b92" providerId="ADAL" clId="{173FBDC3-3587-4701-A87B-468530415A7F}" dt="2024-09-09T17:06:23.283" v="2471" actId="1076"/>
          <ac:picMkLst>
            <pc:docMk/>
            <pc:sldMk cId="2151869502" sldId="428"/>
            <ac:picMk id="9" creationId="{19FF8BEA-AB74-B125-B5DD-5FCBA16C7600}"/>
          </ac:picMkLst>
        </pc:picChg>
        <pc:picChg chg="add mod">
          <ac:chgData name="Zhe Shen" userId="01eaba4c-7cb5-4ff2-8cbf-2d7ece705b92" providerId="ADAL" clId="{173FBDC3-3587-4701-A87B-468530415A7F}" dt="2024-09-09T17:07:25.631" v="2486" actId="1076"/>
          <ac:picMkLst>
            <pc:docMk/>
            <pc:sldMk cId="2151869502" sldId="428"/>
            <ac:picMk id="11" creationId="{1903B8C1-CF38-98BB-D540-70A4CA1A3619}"/>
          </ac:picMkLst>
        </pc:picChg>
        <pc:picChg chg="add del mod">
          <ac:chgData name="Zhe Shen" userId="01eaba4c-7cb5-4ff2-8cbf-2d7ece705b92" providerId="ADAL" clId="{173FBDC3-3587-4701-A87B-468530415A7F}" dt="2024-09-10T13:57:37.453" v="2490" actId="478"/>
          <ac:picMkLst>
            <pc:docMk/>
            <pc:sldMk cId="2151869502" sldId="428"/>
            <ac:picMk id="15" creationId="{1FABED4E-18DB-786F-E7B2-9B6679CE0E2B}"/>
          </ac:picMkLst>
        </pc:picChg>
        <pc:picChg chg="add del mod">
          <ac:chgData name="Zhe Shen" userId="01eaba4c-7cb5-4ff2-8cbf-2d7ece705b92" providerId="ADAL" clId="{173FBDC3-3587-4701-A87B-468530415A7F}" dt="2024-09-09T17:07:07.687" v="2479" actId="478"/>
          <ac:picMkLst>
            <pc:docMk/>
            <pc:sldMk cId="2151869502" sldId="428"/>
            <ac:picMk id="17" creationId="{8E8E933B-F0E0-1F37-02CC-86D8B9D87648}"/>
          </ac:picMkLst>
        </pc:picChg>
        <pc:picChg chg="add mod">
          <ac:chgData name="Zhe Shen" userId="01eaba4c-7cb5-4ff2-8cbf-2d7ece705b92" providerId="ADAL" clId="{173FBDC3-3587-4701-A87B-468530415A7F}" dt="2024-09-09T17:07:21.499" v="2485" actId="1076"/>
          <ac:picMkLst>
            <pc:docMk/>
            <pc:sldMk cId="2151869502" sldId="428"/>
            <ac:picMk id="19" creationId="{8D61C8AA-128A-75D2-D721-B0F094604ED7}"/>
          </ac:picMkLst>
        </pc:picChg>
        <pc:picChg chg="add mod">
          <ac:chgData name="Zhe Shen" userId="01eaba4c-7cb5-4ff2-8cbf-2d7ece705b92" providerId="ADAL" clId="{173FBDC3-3587-4701-A87B-468530415A7F}" dt="2024-09-09T17:07:16.385" v="2483" actId="14100"/>
          <ac:picMkLst>
            <pc:docMk/>
            <pc:sldMk cId="2151869502" sldId="428"/>
            <ac:picMk id="21" creationId="{65D774E5-7B92-6090-BC8E-F339C16B0295}"/>
          </ac:picMkLst>
        </pc:picChg>
        <pc:picChg chg="del">
          <ac:chgData name="Zhe Shen" userId="01eaba4c-7cb5-4ff2-8cbf-2d7ece705b92" providerId="ADAL" clId="{173FBDC3-3587-4701-A87B-468530415A7F}" dt="2024-09-09T16:38:11.744" v="2410" actId="478"/>
          <ac:picMkLst>
            <pc:docMk/>
            <pc:sldMk cId="2151869502" sldId="428"/>
            <ac:picMk id="31" creationId="{6980036D-DD30-484D-295C-369B76B6BDCB}"/>
          </ac:picMkLst>
        </pc:picChg>
      </pc:sldChg>
      <pc:sldChg chg="add del">
        <pc:chgData name="Zhe Shen" userId="01eaba4c-7cb5-4ff2-8cbf-2d7ece705b92" providerId="ADAL" clId="{173FBDC3-3587-4701-A87B-468530415A7F}" dt="2024-09-08T15:05:11.907" v="2023" actId="47"/>
        <pc:sldMkLst>
          <pc:docMk/>
          <pc:sldMk cId="4094754142" sldId="428"/>
        </pc:sldMkLst>
      </pc:sldChg>
      <pc:sldChg chg="addSp delSp modSp new del mod">
        <pc:chgData name="Zhe Shen" userId="01eaba4c-7cb5-4ff2-8cbf-2d7ece705b92" providerId="ADAL" clId="{173FBDC3-3587-4701-A87B-468530415A7F}" dt="2024-09-11T13:51:38.866" v="5430" actId="47"/>
        <pc:sldMkLst>
          <pc:docMk/>
          <pc:sldMk cId="3964251744" sldId="429"/>
        </pc:sldMkLst>
        <pc:graphicFrameChg chg="add del mod">
          <ac:chgData name="Zhe Shen" userId="01eaba4c-7cb5-4ff2-8cbf-2d7ece705b92" providerId="ADAL" clId="{173FBDC3-3587-4701-A87B-468530415A7F}" dt="2024-09-11T13:37:53.294" v="5393" actId="478"/>
          <ac:graphicFrameMkLst>
            <pc:docMk/>
            <pc:sldMk cId="3964251744" sldId="429"/>
            <ac:graphicFrameMk id="2" creationId="{4D0BE28F-F4C3-3244-27CF-CC9E9DB84DC0}"/>
          </ac:graphicFrameMkLst>
        </pc:graphicFrameChg>
        <pc:graphicFrameChg chg="add mod">
          <ac:chgData name="Zhe Shen" userId="01eaba4c-7cb5-4ff2-8cbf-2d7ece705b92" providerId="ADAL" clId="{173FBDC3-3587-4701-A87B-468530415A7F}" dt="2024-09-11T13:49:58.425" v="5421" actId="1076"/>
          <ac:graphicFrameMkLst>
            <pc:docMk/>
            <pc:sldMk cId="3964251744" sldId="429"/>
            <ac:graphicFrameMk id="3" creationId="{D7C861A2-7AB6-C552-D432-0A0BA004C9C9}"/>
          </ac:graphicFrameMkLst>
        </pc:graphicFrameChg>
        <pc:graphicFrameChg chg="add mod">
          <ac:chgData name="Zhe Shen" userId="01eaba4c-7cb5-4ff2-8cbf-2d7ece705b92" providerId="ADAL" clId="{173FBDC3-3587-4701-A87B-468530415A7F}" dt="2024-09-11T13:49:54.205" v="5420" actId="1076"/>
          <ac:graphicFrameMkLst>
            <pc:docMk/>
            <pc:sldMk cId="3964251744" sldId="429"/>
            <ac:graphicFrameMk id="5" creationId="{4E5A41E5-4295-D362-F656-87A1A38D3D8E}"/>
          </ac:graphicFrameMkLst>
        </pc:graphicFrameChg>
        <pc:picChg chg="add del mod">
          <ac:chgData name="Zhe Shen" userId="01eaba4c-7cb5-4ff2-8cbf-2d7ece705b92" providerId="ADAL" clId="{173FBDC3-3587-4701-A87B-468530415A7F}" dt="2024-09-11T13:49:52.533" v="5419" actId="478"/>
          <ac:picMkLst>
            <pc:docMk/>
            <pc:sldMk cId="3964251744" sldId="429"/>
            <ac:picMk id="4" creationId="{70CE85B5-A7E1-ECFD-5536-0EE87A999022}"/>
          </ac:picMkLst>
        </pc:picChg>
      </pc:sldChg>
      <pc:sldChg chg="addSp delSp modSp add mod ord addAnim delAnim modAnim modNotesTx">
        <pc:chgData name="Zhe Shen" userId="01eaba4c-7cb5-4ff2-8cbf-2d7ece705b92" providerId="ADAL" clId="{173FBDC3-3587-4701-A87B-468530415A7F}" dt="2024-09-12T07:07:48.625" v="7350" actId="20577"/>
        <pc:sldMkLst>
          <pc:docMk/>
          <pc:sldMk cId="568379845" sldId="430"/>
        </pc:sldMkLst>
        <pc:spChg chg="mod">
          <ac:chgData name="Zhe Shen" userId="01eaba4c-7cb5-4ff2-8cbf-2d7ece705b92" providerId="ADAL" clId="{173FBDC3-3587-4701-A87B-468530415A7F}" dt="2024-09-12T05:24:52.469" v="6764" actId="20577"/>
          <ac:spMkLst>
            <pc:docMk/>
            <pc:sldMk cId="568379845" sldId="430"/>
            <ac:spMk id="13" creationId="{6754E07E-3E69-6B8E-2C8C-D339B562182A}"/>
          </ac:spMkLst>
        </pc:spChg>
        <pc:spChg chg="add mod">
          <ac:chgData name="Zhe Shen" userId="01eaba4c-7cb5-4ff2-8cbf-2d7ece705b92" providerId="ADAL" clId="{173FBDC3-3587-4701-A87B-468530415A7F}" dt="2024-09-11T14:21:26.613" v="5590"/>
          <ac:spMkLst>
            <pc:docMk/>
            <pc:sldMk cId="568379845" sldId="430"/>
            <ac:spMk id="17" creationId="{D2A27E07-F720-AD95-FCFF-E30A65F4CB21}"/>
          </ac:spMkLst>
        </pc:spChg>
        <pc:spChg chg="add mod">
          <ac:chgData name="Zhe Shen" userId="01eaba4c-7cb5-4ff2-8cbf-2d7ece705b92" providerId="ADAL" clId="{173FBDC3-3587-4701-A87B-468530415A7F}" dt="2024-09-11T14:24:30.610" v="5789" actId="20577"/>
          <ac:spMkLst>
            <pc:docMk/>
            <pc:sldMk cId="568379845" sldId="430"/>
            <ac:spMk id="27" creationId="{959C67A7-DC35-D474-8B42-3764BFF668B9}"/>
          </ac:spMkLst>
        </pc:spChg>
        <pc:spChg chg="add mod">
          <ac:chgData name="Zhe Shen" userId="01eaba4c-7cb5-4ff2-8cbf-2d7ece705b92" providerId="ADAL" clId="{173FBDC3-3587-4701-A87B-468530415A7F}" dt="2024-09-11T14:24:27.694" v="5788" actId="20577"/>
          <ac:spMkLst>
            <pc:docMk/>
            <pc:sldMk cId="568379845" sldId="430"/>
            <ac:spMk id="38" creationId="{489D8E37-C383-595E-3C41-993C82EA8DA4}"/>
          </ac:spMkLst>
        </pc:spChg>
        <pc:spChg chg="add mod">
          <ac:chgData name="Zhe Shen" userId="01eaba4c-7cb5-4ff2-8cbf-2d7ece705b92" providerId="ADAL" clId="{173FBDC3-3587-4701-A87B-468530415A7F}" dt="2024-09-11T14:36:49.007" v="6037" actId="1035"/>
          <ac:spMkLst>
            <pc:docMk/>
            <pc:sldMk cId="568379845" sldId="430"/>
            <ac:spMk id="39" creationId="{4666E8B5-E593-E9A3-F0A2-0527525F7302}"/>
          </ac:spMkLst>
        </pc:spChg>
        <pc:spChg chg="add del">
          <ac:chgData name="Zhe Shen" userId="01eaba4c-7cb5-4ff2-8cbf-2d7ece705b92" providerId="ADAL" clId="{173FBDC3-3587-4701-A87B-468530415A7F}" dt="2024-09-11T14:24:52.465" v="5791" actId="11529"/>
          <ac:spMkLst>
            <pc:docMk/>
            <pc:sldMk cId="568379845" sldId="430"/>
            <ac:spMk id="40" creationId="{B453AC4A-E81B-13B9-EF78-F208D7A605B3}"/>
          </ac:spMkLst>
        </pc:spChg>
        <pc:spChg chg="add del mod">
          <ac:chgData name="Zhe Shen" userId="01eaba4c-7cb5-4ff2-8cbf-2d7ece705b92" providerId="ADAL" clId="{173FBDC3-3587-4701-A87B-468530415A7F}" dt="2024-09-11T14:29:32.946" v="5919" actId="478"/>
          <ac:spMkLst>
            <pc:docMk/>
            <pc:sldMk cId="568379845" sldId="430"/>
            <ac:spMk id="45" creationId="{2F93AD3A-63B3-702B-5700-7CD5914FEFC4}"/>
          </ac:spMkLst>
        </pc:spChg>
        <pc:spChg chg="add mod">
          <ac:chgData name="Zhe Shen" userId="01eaba4c-7cb5-4ff2-8cbf-2d7ece705b92" providerId="ADAL" clId="{173FBDC3-3587-4701-A87B-468530415A7F}" dt="2024-09-11T14:31:02.603" v="5961" actId="1076"/>
          <ac:spMkLst>
            <pc:docMk/>
            <pc:sldMk cId="568379845" sldId="430"/>
            <ac:spMk id="46" creationId="{5F5E2329-F94D-B2FF-DE68-3D02FE77097C}"/>
          </ac:spMkLst>
        </pc:spChg>
        <pc:spChg chg="add mod">
          <ac:chgData name="Zhe Shen" userId="01eaba4c-7cb5-4ff2-8cbf-2d7ece705b92" providerId="ADAL" clId="{173FBDC3-3587-4701-A87B-468530415A7F}" dt="2024-09-11T14:33:04.217" v="5985" actId="13822"/>
          <ac:spMkLst>
            <pc:docMk/>
            <pc:sldMk cId="568379845" sldId="430"/>
            <ac:spMk id="47" creationId="{0E1849AD-9891-5E41-88F9-C959096A8F5F}"/>
          </ac:spMkLst>
        </pc:spChg>
        <pc:spChg chg="add del mod">
          <ac:chgData name="Zhe Shen" userId="01eaba4c-7cb5-4ff2-8cbf-2d7ece705b92" providerId="ADAL" clId="{173FBDC3-3587-4701-A87B-468530415A7F}" dt="2024-09-12T05:25:07.616" v="6768" actId="478"/>
          <ac:spMkLst>
            <pc:docMk/>
            <pc:sldMk cId="568379845" sldId="430"/>
            <ac:spMk id="48" creationId="{C67B8075-F1F1-A92E-0F30-8D02BF220E2C}"/>
          </ac:spMkLst>
        </pc:spChg>
        <pc:spChg chg="add mod">
          <ac:chgData name="Zhe Shen" userId="01eaba4c-7cb5-4ff2-8cbf-2d7ece705b92" providerId="ADAL" clId="{173FBDC3-3587-4701-A87B-468530415A7F}" dt="2024-09-11T14:32:35.089" v="5983" actId="1037"/>
          <ac:spMkLst>
            <pc:docMk/>
            <pc:sldMk cId="568379845" sldId="430"/>
            <ac:spMk id="49" creationId="{A777ABC0-8391-D86B-B5AA-042064F56821}"/>
          </ac:spMkLst>
        </pc:spChg>
        <pc:spChg chg="add del mod">
          <ac:chgData name="Zhe Shen" userId="01eaba4c-7cb5-4ff2-8cbf-2d7ece705b92" providerId="ADAL" clId="{173FBDC3-3587-4701-A87B-468530415A7F}" dt="2024-09-12T05:25:07.380" v="6767" actId="478"/>
          <ac:spMkLst>
            <pc:docMk/>
            <pc:sldMk cId="568379845" sldId="430"/>
            <ac:spMk id="50" creationId="{A5E7032F-DCD8-D8F3-4F35-2D19A08F756D}"/>
          </ac:spMkLst>
        </pc:spChg>
        <pc:spChg chg="add mod">
          <ac:chgData name="Zhe Shen" userId="01eaba4c-7cb5-4ff2-8cbf-2d7ece705b92" providerId="ADAL" clId="{173FBDC3-3587-4701-A87B-468530415A7F}" dt="2024-09-11T14:34:09.371" v="6002" actId="1037"/>
          <ac:spMkLst>
            <pc:docMk/>
            <pc:sldMk cId="568379845" sldId="430"/>
            <ac:spMk id="51" creationId="{B2E1A491-8C74-E1BA-0058-9DD603C9F086}"/>
          </ac:spMkLst>
        </pc:spChg>
        <pc:spChg chg="add mod">
          <ac:chgData name="Zhe Shen" userId="01eaba4c-7cb5-4ff2-8cbf-2d7ece705b92" providerId="ADAL" clId="{173FBDC3-3587-4701-A87B-468530415A7F}" dt="2024-09-11T14:34:36.920" v="6030" actId="1035"/>
          <ac:spMkLst>
            <pc:docMk/>
            <pc:sldMk cId="568379845" sldId="430"/>
            <ac:spMk id="52" creationId="{AB1440C2-9E29-B903-F233-8AE6A4F19DAE}"/>
          </ac:spMkLst>
        </pc:spChg>
        <pc:graphicFrameChg chg="add mod">
          <ac:chgData name="Zhe Shen" userId="01eaba4c-7cb5-4ff2-8cbf-2d7ece705b92" providerId="ADAL" clId="{173FBDC3-3587-4701-A87B-468530415A7F}" dt="2024-09-11T14:21:37.200" v="5591" actId="1076"/>
          <ac:graphicFrameMkLst>
            <pc:docMk/>
            <pc:sldMk cId="568379845" sldId="430"/>
            <ac:graphicFrameMk id="7" creationId="{C3A78860-ACA2-4A42-3B35-99D56829A927}"/>
          </ac:graphicFrameMkLst>
        </pc:graphicFrameChg>
        <pc:graphicFrameChg chg="add mod">
          <ac:chgData name="Zhe Shen" userId="01eaba4c-7cb5-4ff2-8cbf-2d7ece705b92" providerId="ADAL" clId="{173FBDC3-3587-4701-A87B-468530415A7F}" dt="2024-09-11T14:23:57.797" v="5783" actId="1035"/>
          <ac:graphicFrameMkLst>
            <pc:docMk/>
            <pc:sldMk cId="568379845" sldId="430"/>
            <ac:graphicFrameMk id="8" creationId="{9C8780B3-1E87-808F-C97B-7E4A8256825E}"/>
          </ac:graphicFrameMkLst>
        </pc:graphicFrameChg>
        <pc:graphicFrameChg chg="add mod">
          <ac:chgData name="Zhe Shen" userId="01eaba4c-7cb5-4ff2-8cbf-2d7ece705b92" providerId="ADAL" clId="{173FBDC3-3587-4701-A87B-468530415A7F}" dt="2024-09-12T06:42:18.497" v="6958"/>
          <ac:graphicFrameMkLst>
            <pc:docMk/>
            <pc:sldMk cId="568379845" sldId="430"/>
            <ac:graphicFrameMk id="14" creationId="{448DA768-AF1C-4722-AC8F-581EB2BAFFE3}"/>
          </ac:graphicFrameMkLst>
        </pc:graphicFrameChg>
        <pc:graphicFrameChg chg="add mod">
          <ac:chgData name="Zhe Shen" userId="01eaba4c-7cb5-4ff2-8cbf-2d7ece705b92" providerId="ADAL" clId="{173FBDC3-3587-4701-A87B-468530415A7F}" dt="2024-09-11T14:31:02.603" v="5961" actId="1076"/>
          <ac:graphicFrameMkLst>
            <pc:docMk/>
            <pc:sldMk cId="568379845" sldId="430"/>
            <ac:graphicFrameMk id="15" creationId="{AAE016AA-8CAD-7D58-E785-6A53ED49489F}"/>
          </ac:graphicFrameMkLst>
        </pc:graphicFrameChg>
        <pc:graphicFrameChg chg="add mod">
          <ac:chgData name="Zhe Shen" userId="01eaba4c-7cb5-4ff2-8cbf-2d7ece705b92" providerId="ADAL" clId="{173FBDC3-3587-4701-A87B-468530415A7F}" dt="2024-09-11T14:21:26.613" v="5590"/>
          <ac:graphicFrameMkLst>
            <pc:docMk/>
            <pc:sldMk cId="568379845" sldId="430"/>
            <ac:graphicFrameMk id="19" creationId="{8B6B554A-28A4-B1F0-DB98-E55A3268E661}"/>
          </ac:graphicFrameMkLst>
        </pc:graphicFrameChg>
        <pc:graphicFrameChg chg="add mod">
          <ac:chgData name="Zhe Shen" userId="01eaba4c-7cb5-4ff2-8cbf-2d7ece705b92" providerId="ADAL" clId="{173FBDC3-3587-4701-A87B-468530415A7F}" dt="2024-09-11T14:21:26.613" v="5590"/>
          <ac:graphicFrameMkLst>
            <pc:docMk/>
            <pc:sldMk cId="568379845" sldId="430"/>
            <ac:graphicFrameMk id="20" creationId="{9E4FD982-7C5A-2819-8308-CAC8B859FEDD}"/>
          </ac:graphicFrameMkLst>
        </pc:graphicFrameChg>
        <pc:graphicFrameChg chg="add mod">
          <ac:chgData name="Zhe Shen" userId="01eaba4c-7cb5-4ff2-8cbf-2d7ece705b92" providerId="ADAL" clId="{173FBDC3-3587-4701-A87B-468530415A7F}" dt="2024-09-11T14:21:26.613" v="5590"/>
          <ac:graphicFrameMkLst>
            <pc:docMk/>
            <pc:sldMk cId="568379845" sldId="430"/>
            <ac:graphicFrameMk id="21" creationId="{1DD0A750-BBD7-0CE9-E5DF-209E2B4A420D}"/>
          </ac:graphicFrameMkLst>
        </pc:graphicFrameChg>
        <pc:graphicFrameChg chg="add mod">
          <ac:chgData name="Zhe Shen" userId="01eaba4c-7cb5-4ff2-8cbf-2d7ece705b92" providerId="ADAL" clId="{173FBDC3-3587-4701-A87B-468530415A7F}" dt="2024-09-11T14:21:26.613" v="5590"/>
          <ac:graphicFrameMkLst>
            <pc:docMk/>
            <pc:sldMk cId="568379845" sldId="430"/>
            <ac:graphicFrameMk id="23" creationId="{65530AB1-BCE3-AC22-FDFC-35BB099E4103}"/>
          </ac:graphicFrameMkLst>
        </pc:graphicFrameChg>
        <pc:graphicFrameChg chg="add mod">
          <ac:chgData name="Zhe Shen" userId="01eaba4c-7cb5-4ff2-8cbf-2d7ece705b92" providerId="ADAL" clId="{173FBDC3-3587-4701-A87B-468530415A7F}" dt="2024-09-11T14:21:26.613" v="5590"/>
          <ac:graphicFrameMkLst>
            <pc:docMk/>
            <pc:sldMk cId="568379845" sldId="430"/>
            <ac:graphicFrameMk id="25" creationId="{03E14503-1BB9-B838-0596-A217AAF4A6C6}"/>
          </ac:graphicFrameMkLst>
        </pc:graphicFrameChg>
        <pc:graphicFrameChg chg="add mod">
          <ac:chgData name="Zhe Shen" userId="01eaba4c-7cb5-4ff2-8cbf-2d7ece705b92" providerId="ADAL" clId="{173FBDC3-3587-4701-A87B-468530415A7F}" dt="2024-09-11T14:21:26.613" v="5590"/>
          <ac:graphicFrameMkLst>
            <pc:docMk/>
            <pc:sldMk cId="568379845" sldId="430"/>
            <ac:graphicFrameMk id="26" creationId="{2FFAFF22-367D-3FEB-94E3-4646E7517FAD}"/>
          </ac:graphicFrameMkLst>
        </pc:graphicFrameChg>
        <pc:graphicFrameChg chg="add mod">
          <ac:chgData name="Zhe Shen" userId="01eaba4c-7cb5-4ff2-8cbf-2d7ece705b92" providerId="ADAL" clId="{173FBDC3-3587-4701-A87B-468530415A7F}" dt="2024-09-11T14:24:14.720" v="5785"/>
          <ac:graphicFrameMkLst>
            <pc:docMk/>
            <pc:sldMk cId="568379845" sldId="430"/>
            <ac:graphicFrameMk id="28" creationId="{B9C96A8C-D365-168A-0E71-4D00DFD5D077}"/>
          </ac:graphicFrameMkLst>
        </pc:graphicFrameChg>
        <pc:graphicFrameChg chg="add mod">
          <ac:chgData name="Zhe Shen" userId="01eaba4c-7cb5-4ff2-8cbf-2d7ece705b92" providerId="ADAL" clId="{173FBDC3-3587-4701-A87B-468530415A7F}" dt="2024-09-11T14:24:21.812" v="5787"/>
          <ac:graphicFrameMkLst>
            <pc:docMk/>
            <pc:sldMk cId="568379845" sldId="430"/>
            <ac:graphicFrameMk id="29" creationId="{9DE71FA2-AA08-8DCB-4A9B-FA2DF573F563}"/>
          </ac:graphicFrameMkLst>
        </pc:graphicFrameChg>
        <pc:graphicFrameChg chg="add mod">
          <ac:chgData name="Zhe Shen" userId="01eaba4c-7cb5-4ff2-8cbf-2d7ece705b92" providerId="ADAL" clId="{173FBDC3-3587-4701-A87B-468530415A7F}" dt="2024-09-11T14:23:52.733" v="5764" actId="1036"/>
          <ac:graphicFrameMkLst>
            <pc:docMk/>
            <pc:sldMk cId="568379845" sldId="430"/>
            <ac:graphicFrameMk id="30" creationId="{E836971A-ED2E-DC7F-C779-5871602AEC88}"/>
          </ac:graphicFrameMkLst>
        </pc:graphicFrameChg>
        <pc:graphicFrameChg chg="add mod">
          <ac:chgData name="Zhe Shen" userId="01eaba4c-7cb5-4ff2-8cbf-2d7ece705b92" providerId="ADAL" clId="{173FBDC3-3587-4701-A87B-468530415A7F}" dt="2024-09-11T14:23:52.733" v="5764" actId="1036"/>
          <ac:graphicFrameMkLst>
            <pc:docMk/>
            <pc:sldMk cId="568379845" sldId="430"/>
            <ac:graphicFrameMk id="31" creationId="{85BB428A-243E-9BDD-A031-87C6932F5C69}"/>
          </ac:graphicFrameMkLst>
        </pc:graphicFrameChg>
        <pc:graphicFrameChg chg="add mod">
          <ac:chgData name="Zhe Shen" userId="01eaba4c-7cb5-4ff2-8cbf-2d7ece705b92" providerId="ADAL" clId="{173FBDC3-3587-4701-A87B-468530415A7F}" dt="2024-09-11T14:23:52.733" v="5764" actId="1036"/>
          <ac:graphicFrameMkLst>
            <pc:docMk/>
            <pc:sldMk cId="568379845" sldId="430"/>
            <ac:graphicFrameMk id="32" creationId="{B959B031-2E99-3C1E-2652-BC27AE0EB1BF}"/>
          </ac:graphicFrameMkLst>
        </pc:graphicFrameChg>
        <pc:graphicFrameChg chg="add mod">
          <ac:chgData name="Zhe Shen" userId="01eaba4c-7cb5-4ff2-8cbf-2d7ece705b92" providerId="ADAL" clId="{173FBDC3-3587-4701-A87B-468530415A7F}" dt="2024-09-11T14:23:52.733" v="5764" actId="1036"/>
          <ac:graphicFrameMkLst>
            <pc:docMk/>
            <pc:sldMk cId="568379845" sldId="430"/>
            <ac:graphicFrameMk id="33" creationId="{68F77384-433B-9DC3-0FB0-1672989ED0DC}"/>
          </ac:graphicFrameMkLst>
        </pc:graphicFrameChg>
        <pc:graphicFrameChg chg="add mod">
          <ac:chgData name="Zhe Shen" userId="01eaba4c-7cb5-4ff2-8cbf-2d7ece705b92" providerId="ADAL" clId="{173FBDC3-3587-4701-A87B-468530415A7F}" dt="2024-09-11T14:23:52.733" v="5764" actId="1036"/>
          <ac:graphicFrameMkLst>
            <pc:docMk/>
            <pc:sldMk cId="568379845" sldId="430"/>
            <ac:graphicFrameMk id="34" creationId="{E2F0046A-7FA6-7BC6-A69C-7F4A73010100}"/>
          </ac:graphicFrameMkLst>
        </pc:graphicFrameChg>
        <pc:graphicFrameChg chg="add mod">
          <ac:chgData name="Zhe Shen" userId="01eaba4c-7cb5-4ff2-8cbf-2d7ece705b92" providerId="ADAL" clId="{173FBDC3-3587-4701-A87B-468530415A7F}" dt="2024-09-11T14:23:52.733" v="5764" actId="1036"/>
          <ac:graphicFrameMkLst>
            <pc:docMk/>
            <pc:sldMk cId="568379845" sldId="430"/>
            <ac:graphicFrameMk id="35" creationId="{8BD62CFA-6A4B-3425-B41D-E926F4C56EBE}"/>
          </ac:graphicFrameMkLst>
        </pc:graphicFrameChg>
        <pc:graphicFrameChg chg="add mod">
          <ac:chgData name="Zhe Shen" userId="01eaba4c-7cb5-4ff2-8cbf-2d7ece705b92" providerId="ADAL" clId="{173FBDC3-3587-4701-A87B-468530415A7F}" dt="2024-09-11T14:23:52.733" v="5764" actId="1036"/>
          <ac:graphicFrameMkLst>
            <pc:docMk/>
            <pc:sldMk cId="568379845" sldId="430"/>
            <ac:graphicFrameMk id="36" creationId="{55376A7F-FE90-450D-6E6C-B916A2980036}"/>
          </ac:graphicFrameMkLst>
        </pc:graphicFrameChg>
        <pc:graphicFrameChg chg="add mod">
          <ac:chgData name="Zhe Shen" userId="01eaba4c-7cb5-4ff2-8cbf-2d7ece705b92" providerId="ADAL" clId="{173FBDC3-3587-4701-A87B-468530415A7F}" dt="2024-09-11T14:23:52.733" v="5764" actId="1036"/>
          <ac:graphicFrameMkLst>
            <pc:docMk/>
            <pc:sldMk cId="568379845" sldId="430"/>
            <ac:graphicFrameMk id="37" creationId="{811A5CE1-0095-4685-03E7-D847BBCD75B3}"/>
          </ac:graphicFrameMkLst>
        </pc:graphicFrameChg>
        <pc:picChg chg="del">
          <ac:chgData name="Zhe Shen" userId="01eaba4c-7cb5-4ff2-8cbf-2d7ece705b92" providerId="ADAL" clId="{173FBDC3-3587-4701-A87B-468530415A7F}" dt="2024-09-10T13:57:43.498" v="2492" actId="478"/>
          <ac:picMkLst>
            <pc:docMk/>
            <pc:sldMk cId="568379845" sldId="430"/>
            <ac:picMk id="7" creationId="{4F3C9AEE-8C30-AF54-DC10-1AB679371677}"/>
          </ac:picMkLst>
        </pc:picChg>
        <pc:picChg chg="del">
          <ac:chgData name="Zhe Shen" userId="01eaba4c-7cb5-4ff2-8cbf-2d7ece705b92" providerId="ADAL" clId="{173FBDC3-3587-4701-A87B-468530415A7F}" dt="2024-09-10T13:57:43.498" v="2492" actId="478"/>
          <ac:picMkLst>
            <pc:docMk/>
            <pc:sldMk cId="568379845" sldId="430"/>
            <ac:picMk id="9" creationId="{19FF8BEA-AB74-B125-B5DD-5FCBA16C7600}"/>
          </ac:picMkLst>
        </pc:picChg>
        <pc:picChg chg="add del mod">
          <ac:chgData name="Zhe Shen" userId="01eaba4c-7cb5-4ff2-8cbf-2d7ece705b92" providerId="ADAL" clId="{173FBDC3-3587-4701-A87B-468530415A7F}" dt="2024-09-11T13:50:51.546" v="5422" actId="478"/>
          <ac:picMkLst>
            <pc:docMk/>
            <pc:sldMk cId="568379845" sldId="430"/>
            <ac:picMk id="10" creationId="{CB94305A-96AE-883E-829C-0007849EABAB}"/>
          </ac:picMkLst>
        </pc:picChg>
        <pc:picChg chg="del">
          <ac:chgData name="Zhe Shen" userId="01eaba4c-7cb5-4ff2-8cbf-2d7ece705b92" providerId="ADAL" clId="{173FBDC3-3587-4701-A87B-468530415A7F}" dt="2024-09-10T13:57:43.498" v="2492" actId="478"/>
          <ac:picMkLst>
            <pc:docMk/>
            <pc:sldMk cId="568379845" sldId="430"/>
            <ac:picMk id="11" creationId="{1903B8C1-CF38-98BB-D540-70A4CA1A3619}"/>
          </ac:picMkLst>
        </pc:picChg>
        <pc:picChg chg="add del mod">
          <ac:chgData name="Zhe Shen" userId="01eaba4c-7cb5-4ff2-8cbf-2d7ece705b92" providerId="ADAL" clId="{173FBDC3-3587-4701-A87B-468530415A7F}" dt="2024-09-11T14:05:31.247" v="5498" actId="478"/>
          <ac:picMkLst>
            <pc:docMk/>
            <pc:sldMk cId="568379845" sldId="430"/>
            <ac:picMk id="11" creationId="{7C41FD28-E80B-C17B-9198-B712AA5A8413}"/>
          </ac:picMkLst>
        </pc:picChg>
        <pc:picChg chg="del">
          <ac:chgData name="Zhe Shen" userId="01eaba4c-7cb5-4ff2-8cbf-2d7ece705b92" providerId="ADAL" clId="{173FBDC3-3587-4701-A87B-468530415A7F}" dt="2024-09-10T13:57:43.498" v="2492" actId="478"/>
          <ac:picMkLst>
            <pc:docMk/>
            <pc:sldMk cId="568379845" sldId="430"/>
            <ac:picMk id="15" creationId="{1FABED4E-18DB-786F-E7B2-9B6679CE0E2B}"/>
          </ac:picMkLst>
        </pc:picChg>
        <pc:picChg chg="add del mod">
          <ac:chgData name="Zhe Shen" userId="01eaba4c-7cb5-4ff2-8cbf-2d7ece705b92" providerId="ADAL" clId="{173FBDC3-3587-4701-A87B-468530415A7F}" dt="2024-09-11T13:50:52.457" v="5423" actId="478"/>
          <ac:picMkLst>
            <pc:docMk/>
            <pc:sldMk cId="568379845" sldId="430"/>
            <ac:picMk id="16" creationId="{73BD3719-F8F3-88D9-0074-03DE33D7C81D}"/>
          </ac:picMkLst>
        </pc:picChg>
        <pc:picChg chg="add del mod">
          <ac:chgData name="Zhe Shen" userId="01eaba4c-7cb5-4ff2-8cbf-2d7ece705b92" providerId="ADAL" clId="{173FBDC3-3587-4701-A87B-468530415A7F}" dt="2024-09-11T13:58:50.139" v="5441" actId="478"/>
          <ac:picMkLst>
            <pc:docMk/>
            <pc:sldMk cId="568379845" sldId="430"/>
            <ac:picMk id="18" creationId="{F2306A74-F382-9FBB-CEBE-E9A19A3DBCAF}"/>
          </ac:picMkLst>
        </pc:picChg>
        <pc:picChg chg="del">
          <ac:chgData name="Zhe Shen" userId="01eaba4c-7cb5-4ff2-8cbf-2d7ece705b92" providerId="ADAL" clId="{173FBDC3-3587-4701-A87B-468530415A7F}" dt="2024-09-10T13:57:43.498" v="2492" actId="478"/>
          <ac:picMkLst>
            <pc:docMk/>
            <pc:sldMk cId="568379845" sldId="430"/>
            <ac:picMk id="19" creationId="{8D61C8AA-128A-75D2-D721-B0F094604ED7}"/>
          </ac:picMkLst>
        </pc:picChg>
        <pc:picChg chg="del">
          <ac:chgData name="Zhe Shen" userId="01eaba4c-7cb5-4ff2-8cbf-2d7ece705b92" providerId="ADAL" clId="{173FBDC3-3587-4701-A87B-468530415A7F}" dt="2024-09-10T13:57:43.498" v="2492" actId="478"/>
          <ac:picMkLst>
            <pc:docMk/>
            <pc:sldMk cId="568379845" sldId="430"/>
            <ac:picMk id="21" creationId="{65D774E5-7B92-6090-BC8E-F339C16B0295}"/>
          </ac:picMkLst>
        </pc:picChg>
        <pc:picChg chg="add mod">
          <ac:chgData name="Zhe Shen" userId="01eaba4c-7cb5-4ff2-8cbf-2d7ece705b92" providerId="ADAL" clId="{173FBDC3-3587-4701-A87B-468530415A7F}" dt="2024-09-11T14:31:02.603" v="5961" actId="1076"/>
          <ac:picMkLst>
            <pc:docMk/>
            <pc:sldMk cId="568379845" sldId="430"/>
            <ac:picMk id="22" creationId="{7C95FB95-521D-594F-6BF2-DAB92387D043}"/>
          </ac:picMkLst>
        </pc:picChg>
        <pc:picChg chg="add mod">
          <ac:chgData name="Zhe Shen" userId="01eaba4c-7cb5-4ff2-8cbf-2d7ece705b92" providerId="ADAL" clId="{173FBDC3-3587-4701-A87B-468530415A7F}" dt="2024-09-11T14:31:02.603" v="5961" actId="1076"/>
          <ac:picMkLst>
            <pc:docMk/>
            <pc:sldMk cId="568379845" sldId="430"/>
            <ac:picMk id="42" creationId="{9F48EB67-4E97-9762-6301-901A7A52CF6A}"/>
          </ac:picMkLst>
        </pc:picChg>
        <pc:picChg chg="add mod">
          <ac:chgData name="Zhe Shen" userId="01eaba4c-7cb5-4ff2-8cbf-2d7ece705b92" providerId="ADAL" clId="{173FBDC3-3587-4701-A87B-468530415A7F}" dt="2024-09-11T14:31:02.603" v="5961" actId="1076"/>
          <ac:picMkLst>
            <pc:docMk/>
            <pc:sldMk cId="568379845" sldId="430"/>
            <ac:picMk id="44" creationId="{A246C7EE-EF4E-888D-344D-3055525B8A84}"/>
          </ac:picMkLst>
        </pc:picChg>
      </pc:sldChg>
      <pc:sldChg chg="addSp delSp modSp add mod modNotesTx">
        <pc:chgData name="Zhe Shen" userId="01eaba4c-7cb5-4ff2-8cbf-2d7ece705b92" providerId="ADAL" clId="{173FBDC3-3587-4701-A87B-468530415A7F}" dt="2024-09-11T10:48:00.884" v="4185" actId="20577"/>
        <pc:sldMkLst>
          <pc:docMk/>
          <pc:sldMk cId="2350338120" sldId="431"/>
        </pc:sldMkLst>
        <pc:spChg chg="mod">
          <ac:chgData name="Zhe Shen" userId="01eaba4c-7cb5-4ff2-8cbf-2d7ece705b92" providerId="ADAL" clId="{173FBDC3-3587-4701-A87B-468530415A7F}" dt="2024-09-11T10:21:38.564" v="3330" actId="20577"/>
          <ac:spMkLst>
            <pc:docMk/>
            <pc:sldMk cId="2350338120" sldId="431"/>
            <ac:spMk id="13" creationId="{6754E07E-3E69-6B8E-2C8C-D339B562182A}"/>
          </ac:spMkLst>
        </pc:spChg>
        <pc:spChg chg="del">
          <ac:chgData name="Zhe Shen" userId="01eaba4c-7cb5-4ff2-8cbf-2d7ece705b92" providerId="ADAL" clId="{173FBDC3-3587-4701-A87B-468530415A7F}" dt="2024-09-11T10:21:31.900" v="3329" actId="478"/>
          <ac:spMkLst>
            <pc:docMk/>
            <pc:sldMk cId="2350338120" sldId="431"/>
            <ac:spMk id="14" creationId="{77C9E5A0-2EC9-F528-EC12-AA3026D12521}"/>
          </ac:spMkLst>
        </pc:spChg>
        <pc:spChg chg="del">
          <ac:chgData name="Zhe Shen" userId="01eaba4c-7cb5-4ff2-8cbf-2d7ece705b92" providerId="ADAL" clId="{173FBDC3-3587-4701-A87B-468530415A7F}" dt="2024-09-11T10:21:31.900" v="3329" actId="478"/>
          <ac:spMkLst>
            <pc:docMk/>
            <pc:sldMk cId="2350338120" sldId="431"/>
            <ac:spMk id="15" creationId="{B7FD6216-7A18-B474-15DE-0C8874847E7F}"/>
          </ac:spMkLst>
        </pc:spChg>
        <pc:spChg chg="del">
          <ac:chgData name="Zhe Shen" userId="01eaba4c-7cb5-4ff2-8cbf-2d7ece705b92" providerId="ADAL" clId="{173FBDC3-3587-4701-A87B-468530415A7F}" dt="2024-09-11T10:21:31.900" v="3329" actId="478"/>
          <ac:spMkLst>
            <pc:docMk/>
            <pc:sldMk cId="2350338120" sldId="431"/>
            <ac:spMk id="27" creationId="{6E9D0628-C141-82C2-A025-876599C706E3}"/>
          </ac:spMkLst>
        </pc:spChg>
        <pc:spChg chg="del">
          <ac:chgData name="Zhe Shen" userId="01eaba4c-7cb5-4ff2-8cbf-2d7ece705b92" providerId="ADAL" clId="{173FBDC3-3587-4701-A87B-468530415A7F}" dt="2024-09-11T10:21:31.900" v="3329" actId="478"/>
          <ac:spMkLst>
            <pc:docMk/>
            <pc:sldMk cId="2350338120" sldId="431"/>
            <ac:spMk id="29" creationId="{202B054D-D27B-A969-C4BD-EF2633C80928}"/>
          </ac:spMkLst>
        </pc:spChg>
        <pc:spChg chg="add mod">
          <ac:chgData name="Zhe Shen" userId="01eaba4c-7cb5-4ff2-8cbf-2d7ece705b92" providerId="ADAL" clId="{173FBDC3-3587-4701-A87B-468530415A7F}" dt="2024-09-11T10:41:10.438" v="3544" actId="1037"/>
          <ac:spMkLst>
            <pc:docMk/>
            <pc:sldMk cId="2350338120" sldId="431"/>
            <ac:spMk id="39" creationId="{C84791B5-CA30-D98C-0D0D-3908B42F1E95}"/>
          </ac:spMkLst>
        </pc:spChg>
        <pc:spChg chg="add mod">
          <ac:chgData name="Zhe Shen" userId="01eaba4c-7cb5-4ff2-8cbf-2d7ece705b92" providerId="ADAL" clId="{173FBDC3-3587-4701-A87B-468530415A7F}" dt="2024-09-11T10:41:34.791" v="3563" actId="1038"/>
          <ac:spMkLst>
            <pc:docMk/>
            <pc:sldMk cId="2350338120" sldId="431"/>
            <ac:spMk id="41" creationId="{2C4DE004-6149-D558-28E3-1524A1C9E007}"/>
          </ac:spMkLst>
        </pc:spChg>
        <pc:graphicFrameChg chg="del">
          <ac:chgData name="Zhe Shen" userId="01eaba4c-7cb5-4ff2-8cbf-2d7ece705b92" providerId="ADAL" clId="{173FBDC3-3587-4701-A87B-468530415A7F}" dt="2024-09-11T10:21:31.900" v="3329" actId="478"/>
          <ac:graphicFrameMkLst>
            <pc:docMk/>
            <pc:sldMk cId="2350338120" sldId="431"/>
            <ac:graphicFrameMk id="8" creationId="{CC8976CD-E3CE-3A53-F47E-50BF29CF0142}"/>
          </ac:graphicFrameMkLst>
        </pc:graphicFrameChg>
        <pc:graphicFrameChg chg="del">
          <ac:chgData name="Zhe Shen" userId="01eaba4c-7cb5-4ff2-8cbf-2d7ece705b92" providerId="ADAL" clId="{173FBDC3-3587-4701-A87B-468530415A7F}" dt="2024-09-11T10:21:31.900" v="3329" actId="478"/>
          <ac:graphicFrameMkLst>
            <pc:docMk/>
            <pc:sldMk cId="2350338120" sldId="431"/>
            <ac:graphicFrameMk id="9" creationId="{B53EC175-7310-61A0-A55C-62A0BB7FA129}"/>
          </ac:graphicFrameMkLst>
        </pc:graphicFrameChg>
        <pc:graphicFrameChg chg="del">
          <ac:chgData name="Zhe Shen" userId="01eaba4c-7cb5-4ff2-8cbf-2d7ece705b92" providerId="ADAL" clId="{173FBDC3-3587-4701-A87B-468530415A7F}" dt="2024-09-11T10:21:31.900" v="3329" actId="478"/>
          <ac:graphicFrameMkLst>
            <pc:docMk/>
            <pc:sldMk cId="2350338120" sldId="431"/>
            <ac:graphicFrameMk id="10" creationId="{8E71EFDD-94BA-6BA9-8B26-05A156101847}"/>
          </ac:graphicFrameMkLst>
        </pc:graphicFrameChg>
        <pc:graphicFrameChg chg="del">
          <ac:chgData name="Zhe Shen" userId="01eaba4c-7cb5-4ff2-8cbf-2d7ece705b92" providerId="ADAL" clId="{173FBDC3-3587-4701-A87B-468530415A7F}" dt="2024-09-11T10:21:31.900" v="3329" actId="478"/>
          <ac:graphicFrameMkLst>
            <pc:docMk/>
            <pc:sldMk cId="2350338120" sldId="431"/>
            <ac:graphicFrameMk id="11" creationId="{E04AD34C-F470-7835-23D1-701723F3C5E7}"/>
          </ac:graphicFrameMkLst>
        </pc:graphicFrameChg>
        <pc:graphicFrameChg chg="del">
          <ac:chgData name="Zhe Shen" userId="01eaba4c-7cb5-4ff2-8cbf-2d7ece705b92" providerId="ADAL" clId="{173FBDC3-3587-4701-A87B-468530415A7F}" dt="2024-09-11T10:21:31.900" v="3329" actId="478"/>
          <ac:graphicFrameMkLst>
            <pc:docMk/>
            <pc:sldMk cId="2350338120" sldId="431"/>
            <ac:graphicFrameMk id="16" creationId="{564981E9-4F70-071F-F73F-CE0D59B2859E}"/>
          </ac:graphicFrameMkLst>
        </pc:graphicFrameChg>
        <pc:graphicFrameChg chg="del">
          <ac:chgData name="Zhe Shen" userId="01eaba4c-7cb5-4ff2-8cbf-2d7ece705b92" providerId="ADAL" clId="{173FBDC3-3587-4701-A87B-468530415A7F}" dt="2024-09-11T10:21:31.900" v="3329" actId="478"/>
          <ac:graphicFrameMkLst>
            <pc:docMk/>
            <pc:sldMk cId="2350338120" sldId="431"/>
            <ac:graphicFrameMk id="17" creationId="{7033ED74-3B77-DC36-EB97-38B1780D3461}"/>
          </ac:graphicFrameMkLst>
        </pc:graphicFrameChg>
        <pc:graphicFrameChg chg="del">
          <ac:chgData name="Zhe Shen" userId="01eaba4c-7cb5-4ff2-8cbf-2d7ece705b92" providerId="ADAL" clId="{173FBDC3-3587-4701-A87B-468530415A7F}" dt="2024-09-11T10:21:31.900" v="3329" actId="478"/>
          <ac:graphicFrameMkLst>
            <pc:docMk/>
            <pc:sldMk cId="2350338120" sldId="431"/>
            <ac:graphicFrameMk id="19" creationId="{5006758D-CCF2-48E1-F8CB-5C7802371375}"/>
          </ac:graphicFrameMkLst>
        </pc:graphicFrameChg>
        <pc:graphicFrameChg chg="del">
          <ac:chgData name="Zhe Shen" userId="01eaba4c-7cb5-4ff2-8cbf-2d7ece705b92" providerId="ADAL" clId="{173FBDC3-3587-4701-A87B-468530415A7F}" dt="2024-09-11T10:21:31.900" v="3329" actId="478"/>
          <ac:graphicFrameMkLst>
            <pc:docMk/>
            <pc:sldMk cId="2350338120" sldId="431"/>
            <ac:graphicFrameMk id="20" creationId="{CBAA4C0C-DEAD-1D79-EF65-9258576EFCF7}"/>
          </ac:graphicFrameMkLst>
        </pc:graphicFrameChg>
        <pc:graphicFrameChg chg="del">
          <ac:chgData name="Zhe Shen" userId="01eaba4c-7cb5-4ff2-8cbf-2d7ece705b92" providerId="ADAL" clId="{173FBDC3-3587-4701-A87B-468530415A7F}" dt="2024-09-11T10:21:31.900" v="3329" actId="478"/>
          <ac:graphicFrameMkLst>
            <pc:docMk/>
            <pc:sldMk cId="2350338120" sldId="431"/>
            <ac:graphicFrameMk id="21" creationId="{2278026E-BAE0-7AC1-55F0-A987C38A10BB}"/>
          </ac:graphicFrameMkLst>
        </pc:graphicFrameChg>
        <pc:graphicFrameChg chg="del">
          <ac:chgData name="Zhe Shen" userId="01eaba4c-7cb5-4ff2-8cbf-2d7ece705b92" providerId="ADAL" clId="{173FBDC3-3587-4701-A87B-468530415A7F}" dt="2024-09-11T10:21:31.900" v="3329" actId="478"/>
          <ac:graphicFrameMkLst>
            <pc:docMk/>
            <pc:sldMk cId="2350338120" sldId="431"/>
            <ac:graphicFrameMk id="22" creationId="{B692BA2E-9B69-DF5C-B77E-FE42BC9FA980}"/>
          </ac:graphicFrameMkLst>
        </pc:graphicFrameChg>
        <pc:graphicFrameChg chg="add mod">
          <ac:chgData name="Zhe Shen" userId="01eaba4c-7cb5-4ff2-8cbf-2d7ece705b92" providerId="ADAL" clId="{173FBDC3-3587-4701-A87B-468530415A7F}" dt="2024-09-11T10:40:47.277" v="3538" actId="1076"/>
          <ac:graphicFrameMkLst>
            <pc:docMk/>
            <pc:sldMk cId="2350338120" sldId="431"/>
            <ac:graphicFrameMk id="38" creationId="{90BBB04D-AFD6-9F70-2090-C98A091405C4}"/>
          </ac:graphicFrameMkLst>
        </pc:graphicFrameChg>
        <pc:picChg chg="add mod">
          <ac:chgData name="Zhe Shen" userId="01eaba4c-7cb5-4ff2-8cbf-2d7ece705b92" providerId="ADAL" clId="{173FBDC3-3587-4701-A87B-468530415A7F}" dt="2024-09-11T10:27:19.051" v="3378" actId="1076"/>
          <ac:picMkLst>
            <pc:docMk/>
            <pc:sldMk cId="2350338120" sldId="431"/>
            <ac:picMk id="18" creationId="{F396A90A-A6FF-A05D-0501-0ACEB0B5A09B}"/>
          </ac:picMkLst>
        </pc:picChg>
        <pc:picChg chg="add del mod">
          <ac:chgData name="Zhe Shen" userId="01eaba4c-7cb5-4ff2-8cbf-2d7ece705b92" providerId="ADAL" clId="{173FBDC3-3587-4701-A87B-468530415A7F}" dt="2024-09-11T10:23:16.971" v="3340" actId="478"/>
          <ac:picMkLst>
            <pc:docMk/>
            <pc:sldMk cId="2350338120" sldId="431"/>
            <ac:picMk id="23" creationId="{D97E4480-6A06-702D-3CB2-37F0F3584FB4}"/>
          </ac:picMkLst>
        </pc:picChg>
        <pc:picChg chg="add del mod">
          <ac:chgData name="Zhe Shen" userId="01eaba4c-7cb5-4ff2-8cbf-2d7ece705b92" providerId="ADAL" clId="{173FBDC3-3587-4701-A87B-468530415A7F}" dt="2024-09-11T10:27:14.762" v="3377" actId="478"/>
          <ac:picMkLst>
            <pc:docMk/>
            <pc:sldMk cId="2350338120" sldId="431"/>
            <ac:picMk id="30" creationId="{3DBFB543-EC0C-57E3-75C3-4D9CEA2D985E}"/>
          </ac:picMkLst>
        </pc:picChg>
        <pc:picChg chg="add mod">
          <ac:chgData name="Zhe Shen" userId="01eaba4c-7cb5-4ff2-8cbf-2d7ece705b92" providerId="ADAL" clId="{173FBDC3-3587-4701-A87B-468530415A7F}" dt="2024-09-11T10:41:27.666" v="3547" actId="1076"/>
          <ac:picMkLst>
            <pc:docMk/>
            <pc:sldMk cId="2350338120" sldId="431"/>
            <ac:picMk id="40" creationId="{B9BCB17F-99A2-8AB9-60EB-49335FE31FC5}"/>
          </ac:picMkLst>
        </pc:picChg>
        <pc:picChg chg="add mod">
          <ac:chgData name="Zhe Shen" userId="01eaba4c-7cb5-4ff2-8cbf-2d7ece705b92" providerId="ADAL" clId="{173FBDC3-3587-4701-A87B-468530415A7F}" dt="2024-09-11T10:46:17.637" v="4020" actId="1076"/>
          <ac:picMkLst>
            <pc:docMk/>
            <pc:sldMk cId="2350338120" sldId="431"/>
            <ac:picMk id="42" creationId="{C89D313A-3CF2-7B9E-3850-B3FFDEFECE20}"/>
          </ac:picMkLst>
        </pc:picChg>
        <pc:picChg chg="add mod">
          <ac:chgData name="Zhe Shen" userId="01eaba4c-7cb5-4ff2-8cbf-2d7ece705b92" providerId="ADAL" clId="{173FBDC3-3587-4701-A87B-468530415A7F}" dt="2024-09-11T10:46:19.894" v="4021" actId="1076"/>
          <ac:picMkLst>
            <pc:docMk/>
            <pc:sldMk cId="2350338120" sldId="431"/>
            <ac:picMk id="43" creationId="{D74DCBFA-CF7D-F9C0-09A1-70FD1F1DE945}"/>
          </ac:picMkLst>
        </pc:picChg>
        <pc:cxnChg chg="add del mod">
          <ac:chgData name="Zhe Shen" userId="01eaba4c-7cb5-4ff2-8cbf-2d7ece705b92" providerId="ADAL" clId="{173FBDC3-3587-4701-A87B-468530415A7F}" dt="2024-09-11T10:27:30.467" v="3381" actId="478"/>
          <ac:cxnSpMkLst>
            <pc:docMk/>
            <pc:sldMk cId="2350338120" sldId="431"/>
            <ac:cxnSpMk id="33" creationId="{5BA4144C-1CC9-3370-72B1-F89E6B03AE58}"/>
          </ac:cxnSpMkLst>
        </pc:cxnChg>
      </pc:sldChg>
      <pc:sldChg chg="addSp delSp modSp add mod modNotesTx">
        <pc:chgData name="Zhe Shen" userId="01eaba4c-7cb5-4ff2-8cbf-2d7ece705b92" providerId="ADAL" clId="{173FBDC3-3587-4701-A87B-468530415A7F}" dt="2024-09-11T10:49:07.855" v="4256" actId="20577"/>
        <pc:sldMkLst>
          <pc:docMk/>
          <pc:sldMk cId="2315466315" sldId="432"/>
        </pc:sldMkLst>
        <pc:spChg chg="mod">
          <ac:chgData name="Zhe Shen" userId="01eaba4c-7cb5-4ff2-8cbf-2d7ece705b92" providerId="ADAL" clId="{173FBDC3-3587-4701-A87B-468530415A7F}" dt="2024-09-11T10:49:07.855" v="4256" actId="20577"/>
          <ac:spMkLst>
            <pc:docMk/>
            <pc:sldMk cId="2315466315" sldId="432"/>
            <ac:spMk id="13" creationId="{6754E07E-3E69-6B8E-2C8C-D339B562182A}"/>
          </ac:spMkLst>
        </pc:spChg>
        <pc:picChg chg="add del mod">
          <ac:chgData name="Zhe Shen" userId="01eaba4c-7cb5-4ff2-8cbf-2d7ece705b92" providerId="ADAL" clId="{173FBDC3-3587-4701-A87B-468530415A7F}" dt="2024-09-11T10:45:56.385" v="4015" actId="478"/>
          <ac:picMkLst>
            <pc:docMk/>
            <pc:sldMk cId="2315466315" sldId="432"/>
            <ac:picMk id="7" creationId="{E108314E-89FA-4055-64D6-CBE745EB2996}"/>
          </ac:picMkLst>
        </pc:picChg>
        <pc:picChg chg="add mod">
          <ac:chgData name="Zhe Shen" userId="01eaba4c-7cb5-4ff2-8cbf-2d7ece705b92" providerId="ADAL" clId="{173FBDC3-3587-4701-A87B-468530415A7F}" dt="2024-09-11T10:46:26.846" v="4023" actId="1076"/>
          <ac:picMkLst>
            <pc:docMk/>
            <pc:sldMk cId="2315466315" sldId="432"/>
            <ac:picMk id="8" creationId="{BC6400CF-18DD-7BC7-665C-FE5F9A8DFB3F}"/>
          </ac:picMkLst>
        </pc:picChg>
        <pc:picChg chg="add mod">
          <ac:chgData name="Zhe Shen" userId="01eaba4c-7cb5-4ff2-8cbf-2d7ece705b92" providerId="ADAL" clId="{173FBDC3-3587-4701-A87B-468530415A7F}" dt="2024-09-11T10:46:24.515" v="4022" actId="1076"/>
          <ac:picMkLst>
            <pc:docMk/>
            <pc:sldMk cId="2315466315" sldId="432"/>
            <ac:picMk id="9" creationId="{CD826270-289D-8CEE-E04E-ACAC4B1393C7}"/>
          </ac:picMkLst>
        </pc:picChg>
        <pc:picChg chg="mod">
          <ac:chgData name="Zhe Shen" userId="01eaba4c-7cb5-4ff2-8cbf-2d7ece705b92" providerId="ADAL" clId="{173FBDC3-3587-4701-A87B-468530415A7F}" dt="2024-09-11T10:44:56.264" v="3938" actId="688"/>
          <ac:picMkLst>
            <pc:docMk/>
            <pc:sldMk cId="2315466315" sldId="432"/>
            <ac:picMk id="18" creationId="{F396A90A-A6FF-A05D-0501-0ACEB0B5A09B}"/>
          </ac:picMkLst>
        </pc:picChg>
      </pc:sldChg>
      <pc:sldChg chg="addSp delSp modSp add mod modNotesTx">
        <pc:chgData name="Zhe Shen" userId="01eaba4c-7cb5-4ff2-8cbf-2d7ece705b92" providerId="ADAL" clId="{173FBDC3-3587-4701-A87B-468530415A7F}" dt="2024-09-11T11:04:04.513" v="5089" actId="20577"/>
        <pc:sldMkLst>
          <pc:docMk/>
          <pc:sldMk cId="2579272887" sldId="433"/>
        </pc:sldMkLst>
        <pc:spChg chg="add del mod">
          <ac:chgData name="Zhe Shen" userId="01eaba4c-7cb5-4ff2-8cbf-2d7ece705b92" providerId="ADAL" clId="{173FBDC3-3587-4701-A87B-468530415A7F}" dt="2024-09-11T10:49:34.015" v="4264" actId="478"/>
          <ac:spMkLst>
            <pc:docMk/>
            <pc:sldMk cId="2579272887" sldId="433"/>
            <ac:spMk id="7" creationId="{62190E14-5A30-DADF-3328-EFFD5785400C}"/>
          </ac:spMkLst>
        </pc:spChg>
        <pc:spChg chg="mod">
          <ac:chgData name="Zhe Shen" userId="01eaba4c-7cb5-4ff2-8cbf-2d7ece705b92" providerId="ADAL" clId="{173FBDC3-3587-4701-A87B-468530415A7F}" dt="2024-09-11T10:49:23.221" v="4261" actId="14100"/>
          <ac:spMkLst>
            <pc:docMk/>
            <pc:sldMk cId="2579272887" sldId="433"/>
            <ac:spMk id="13" creationId="{6754E07E-3E69-6B8E-2C8C-D339B562182A}"/>
          </ac:spMkLst>
        </pc:spChg>
        <pc:spChg chg="add mod">
          <ac:chgData name="Zhe Shen" userId="01eaba4c-7cb5-4ff2-8cbf-2d7ece705b92" providerId="ADAL" clId="{173FBDC3-3587-4701-A87B-468530415A7F}" dt="2024-09-11T10:51:14.448" v="4295" actId="1036"/>
          <ac:spMkLst>
            <pc:docMk/>
            <pc:sldMk cId="2579272887" sldId="433"/>
            <ac:spMk id="19" creationId="{BA5BA54E-8FC6-1F72-9C81-1ABCE9E894D6}"/>
          </ac:spMkLst>
        </pc:spChg>
        <pc:spChg chg="del">
          <ac:chgData name="Zhe Shen" userId="01eaba4c-7cb5-4ff2-8cbf-2d7ece705b92" providerId="ADAL" clId="{173FBDC3-3587-4701-A87B-468530415A7F}" dt="2024-09-11T10:55:35.265" v="4627" actId="478"/>
          <ac:spMkLst>
            <pc:docMk/>
            <pc:sldMk cId="2579272887" sldId="433"/>
            <ac:spMk id="28" creationId="{601818F8-D51B-B980-4C19-000995010E7C}"/>
          </ac:spMkLst>
        </pc:spChg>
        <pc:spChg chg="add del mod">
          <ac:chgData name="Zhe Shen" userId="01eaba4c-7cb5-4ff2-8cbf-2d7ece705b92" providerId="ADAL" clId="{173FBDC3-3587-4701-A87B-468530415A7F}" dt="2024-09-11T10:53:58.729" v="4463" actId="478"/>
          <ac:spMkLst>
            <pc:docMk/>
            <pc:sldMk cId="2579272887" sldId="433"/>
            <ac:spMk id="30" creationId="{10591BC4-0671-BD5A-0A92-658CE42620A3}"/>
          </ac:spMkLst>
        </pc:spChg>
        <pc:spChg chg="add mod">
          <ac:chgData name="Zhe Shen" userId="01eaba4c-7cb5-4ff2-8cbf-2d7ece705b92" providerId="ADAL" clId="{173FBDC3-3587-4701-A87B-468530415A7F}" dt="2024-09-11T10:55:33.231" v="4626"/>
          <ac:spMkLst>
            <pc:docMk/>
            <pc:sldMk cId="2579272887" sldId="433"/>
            <ac:spMk id="32" creationId="{D7A85DF7-F532-8C59-0742-F848DDD9BEB2}"/>
          </ac:spMkLst>
        </pc:spChg>
        <pc:spChg chg="add mod">
          <ac:chgData name="Zhe Shen" userId="01eaba4c-7cb5-4ff2-8cbf-2d7ece705b92" providerId="ADAL" clId="{173FBDC3-3587-4701-A87B-468530415A7F}" dt="2024-09-11T10:55:33.231" v="4626"/>
          <ac:spMkLst>
            <pc:docMk/>
            <pc:sldMk cId="2579272887" sldId="433"/>
            <ac:spMk id="33" creationId="{23DAA3DA-85D1-879D-62E3-C709486D992D}"/>
          </ac:spMkLst>
        </pc:spChg>
        <pc:spChg chg="add mod">
          <ac:chgData name="Zhe Shen" userId="01eaba4c-7cb5-4ff2-8cbf-2d7ece705b92" providerId="ADAL" clId="{173FBDC3-3587-4701-A87B-468530415A7F}" dt="2024-09-11T10:55:33.231" v="4626"/>
          <ac:spMkLst>
            <pc:docMk/>
            <pc:sldMk cId="2579272887" sldId="433"/>
            <ac:spMk id="42" creationId="{9CD2149E-33D8-5C10-B987-F667DE7717DF}"/>
          </ac:spMkLst>
        </pc:spChg>
        <pc:spChg chg="add mod">
          <ac:chgData name="Zhe Shen" userId="01eaba4c-7cb5-4ff2-8cbf-2d7ece705b92" providerId="ADAL" clId="{173FBDC3-3587-4701-A87B-468530415A7F}" dt="2024-09-11T10:55:35.493" v="4628"/>
          <ac:spMkLst>
            <pc:docMk/>
            <pc:sldMk cId="2579272887" sldId="433"/>
            <ac:spMk id="43" creationId="{F765D3D0-C895-9BAA-EA36-D459ADBB1AE0}"/>
          </ac:spMkLst>
        </pc:spChg>
        <pc:spChg chg="add mod">
          <ac:chgData name="Zhe Shen" userId="01eaba4c-7cb5-4ff2-8cbf-2d7ece705b92" providerId="ADAL" clId="{173FBDC3-3587-4701-A87B-468530415A7F}" dt="2024-09-11T10:55:35.493" v="4628"/>
          <ac:spMkLst>
            <pc:docMk/>
            <pc:sldMk cId="2579272887" sldId="433"/>
            <ac:spMk id="44" creationId="{348AAAEE-0EB3-E88B-CA97-D35B55E92234}"/>
          </ac:spMkLst>
        </pc:spChg>
        <pc:spChg chg="add mod">
          <ac:chgData name="Zhe Shen" userId="01eaba4c-7cb5-4ff2-8cbf-2d7ece705b92" providerId="ADAL" clId="{173FBDC3-3587-4701-A87B-468530415A7F}" dt="2024-09-11T10:55:35.493" v="4628"/>
          <ac:spMkLst>
            <pc:docMk/>
            <pc:sldMk cId="2579272887" sldId="433"/>
            <ac:spMk id="45" creationId="{1D893A31-0254-F2EF-4869-8BB5EC22F3D1}"/>
          </ac:spMkLst>
        </pc:spChg>
        <pc:graphicFrameChg chg="add del mod">
          <ac:chgData name="Zhe Shen" userId="01eaba4c-7cb5-4ff2-8cbf-2d7ece705b92" providerId="ADAL" clId="{173FBDC3-3587-4701-A87B-468530415A7F}" dt="2024-09-11T10:50:27.355" v="4270" actId="478"/>
          <ac:graphicFrameMkLst>
            <pc:docMk/>
            <pc:sldMk cId="2579272887" sldId="433"/>
            <ac:graphicFrameMk id="10" creationId="{A76912B6-5DE7-6A72-5825-C704658A49FA}"/>
          </ac:graphicFrameMkLst>
        </pc:graphicFrameChg>
        <pc:graphicFrameChg chg="add del mod">
          <ac:chgData name="Zhe Shen" userId="01eaba4c-7cb5-4ff2-8cbf-2d7ece705b92" providerId="ADAL" clId="{173FBDC3-3587-4701-A87B-468530415A7F}" dt="2024-09-11T10:50:27.355" v="4270" actId="478"/>
          <ac:graphicFrameMkLst>
            <pc:docMk/>
            <pc:sldMk cId="2579272887" sldId="433"/>
            <ac:graphicFrameMk id="11" creationId="{57191BBA-8FFD-1EC5-0160-A40104FB4D19}"/>
          </ac:graphicFrameMkLst>
        </pc:graphicFrameChg>
        <pc:graphicFrameChg chg="add del mod">
          <ac:chgData name="Zhe Shen" userId="01eaba4c-7cb5-4ff2-8cbf-2d7ece705b92" providerId="ADAL" clId="{173FBDC3-3587-4701-A87B-468530415A7F}" dt="2024-09-11T10:50:27.355" v="4270" actId="478"/>
          <ac:graphicFrameMkLst>
            <pc:docMk/>
            <pc:sldMk cId="2579272887" sldId="433"/>
            <ac:graphicFrameMk id="14" creationId="{61362768-399E-C7B5-8CAC-CCBA4F1B72D1}"/>
          </ac:graphicFrameMkLst>
        </pc:graphicFrameChg>
        <pc:graphicFrameChg chg="add del mod">
          <ac:chgData name="Zhe Shen" userId="01eaba4c-7cb5-4ff2-8cbf-2d7ece705b92" providerId="ADAL" clId="{173FBDC3-3587-4701-A87B-468530415A7F}" dt="2024-09-11T10:50:27.355" v="4270" actId="478"/>
          <ac:graphicFrameMkLst>
            <pc:docMk/>
            <pc:sldMk cId="2579272887" sldId="433"/>
            <ac:graphicFrameMk id="15" creationId="{69EB173C-0E1D-7278-E74A-A181916E2AD1}"/>
          </ac:graphicFrameMkLst>
        </pc:graphicFrameChg>
        <pc:graphicFrameChg chg="add del mod">
          <ac:chgData name="Zhe Shen" userId="01eaba4c-7cb5-4ff2-8cbf-2d7ece705b92" providerId="ADAL" clId="{173FBDC3-3587-4701-A87B-468530415A7F}" dt="2024-09-11T10:50:27.355" v="4270" actId="478"/>
          <ac:graphicFrameMkLst>
            <pc:docMk/>
            <pc:sldMk cId="2579272887" sldId="433"/>
            <ac:graphicFrameMk id="16" creationId="{E776E5CE-1647-4C8F-8B7C-098221717A10}"/>
          </ac:graphicFrameMkLst>
        </pc:graphicFrameChg>
        <pc:graphicFrameChg chg="add del mod">
          <ac:chgData name="Zhe Shen" userId="01eaba4c-7cb5-4ff2-8cbf-2d7ece705b92" providerId="ADAL" clId="{173FBDC3-3587-4701-A87B-468530415A7F}" dt="2024-09-11T10:50:27.355" v="4270" actId="478"/>
          <ac:graphicFrameMkLst>
            <pc:docMk/>
            <pc:sldMk cId="2579272887" sldId="433"/>
            <ac:graphicFrameMk id="17" creationId="{19033942-4687-31FA-FD3D-FACE68134712}"/>
          </ac:graphicFrameMkLst>
        </pc:graphicFrameChg>
        <pc:graphicFrameChg chg="add mod">
          <ac:chgData name="Zhe Shen" userId="01eaba4c-7cb5-4ff2-8cbf-2d7ece705b92" providerId="ADAL" clId="{173FBDC3-3587-4701-A87B-468530415A7F}" dt="2024-09-11T10:52:54.610" v="4400"/>
          <ac:graphicFrameMkLst>
            <pc:docMk/>
            <pc:sldMk cId="2579272887" sldId="433"/>
            <ac:graphicFrameMk id="20" creationId="{CA24BA92-B37E-7C07-AA8C-349FD01B2BEF}"/>
          </ac:graphicFrameMkLst>
        </pc:graphicFrameChg>
        <pc:graphicFrameChg chg="add mod">
          <ac:chgData name="Zhe Shen" userId="01eaba4c-7cb5-4ff2-8cbf-2d7ece705b92" providerId="ADAL" clId="{173FBDC3-3587-4701-A87B-468530415A7F}" dt="2024-09-11T10:53:03.561" v="4402"/>
          <ac:graphicFrameMkLst>
            <pc:docMk/>
            <pc:sldMk cId="2579272887" sldId="433"/>
            <ac:graphicFrameMk id="21" creationId="{735D5876-B50B-736B-A97D-16F923F27E8B}"/>
          </ac:graphicFrameMkLst>
        </pc:graphicFrameChg>
        <pc:graphicFrameChg chg="add mod">
          <ac:chgData name="Zhe Shen" userId="01eaba4c-7cb5-4ff2-8cbf-2d7ece705b92" providerId="ADAL" clId="{173FBDC3-3587-4701-A87B-468530415A7F}" dt="2024-09-11T10:51:14.448" v="4295" actId="1036"/>
          <ac:graphicFrameMkLst>
            <pc:docMk/>
            <pc:sldMk cId="2579272887" sldId="433"/>
            <ac:graphicFrameMk id="22" creationId="{EFB2EFE2-C8A2-6128-3423-C5C92E7B5103}"/>
          </ac:graphicFrameMkLst>
        </pc:graphicFrameChg>
        <pc:graphicFrameChg chg="add mod">
          <ac:chgData name="Zhe Shen" userId="01eaba4c-7cb5-4ff2-8cbf-2d7ece705b92" providerId="ADAL" clId="{173FBDC3-3587-4701-A87B-468530415A7F}" dt="2024-09-11T10:51:14.448" v="4295" actId="1036"/>
          <ac:graphicFrameMkLst>
            <pc:docMk/>
            <pc:sldMk cId="2579272887" sldId="433"/>
            <ac:graphicFrameMk id="23" creationId="{274F928D-5EF4-0B56-12B8-6CCE3950622F}"/>
          </ac:graphicFrameMkLst>
        </pc:graphicFrameChg>
        <pc:graphicFrameChg chg="add mod">
          <ac:chgData name="Zhe Shen" userId="01eaba4c-7cb5-4ff2-8cbf-2d7ece705b92" providerId="ADAL" clId="{173FBDC3-3587-4701-A87B-468530415A7F}" dt="2024-09-11T10:51:14.448" v="4295" actId="1036"/>
          <ac:graphicFrameMkLst>
            <pc:docMk/>
            <pc:sldMk cId="2579272887" sldId="433"/>
            <ac:graphicFrameMk id="27" creationId="{C3BC7666-D428-0757-92EB-76B804BDD0C4}"/>
          </ac:graphicFrameMkLst>
        </pc:graphicFrameChg>
        <pc:graphicFrameChg chg="add mod">
          <ac:chgData name="Zhe Shen" userId="01eaba4c-7cb5-4ff2-8cbf-2d7ece705b92" providerId="ADAL" clId="{173FBDC3-3587-4701-A87B-468530415A7F}" dt="2024-09-11T10:51:14.448" v="4295" actId="1036"/>
          <ac:graphicFrameMkLst>
            <pc:docMk/>
            <pc:sldMk cId="2579272887" sldId="433"/>
            <ac:graphicFrameMk id="29" creationId="{88179DDB-F2AA-3927-01F1-903C52B0E1DB}"/>
          </ac:graphicFrameMkLst>
        </pc:graphicFrameChg>
        <pc:graphicFrameChg chg="del">
          <ac:chgData name="Zhe Shen" userId="01eaba4c-7cb5-4ff2-8cbf-2d7ece705b92" providerId="ADAL" clId="{173FBDC3-3587-4701-A87B-468530415A7F}" dt="2024-09-11T10:49:26.815" v="4262" actId="478"/>
          <ac:graphicFrameMkLst>
            <pc:docMk/>
            <pc:sldMk cId="2579272887" sldId="433"/>
            <ac:graphicFrameMk id="38" creationId="{90BBB04D-AFD6-9F70-2090-C98A091405C4}"/>
          </ac:graphicFrameMkLst>
        </pc:graphicFrameChg>
      </pc:sldChg>
      <pc:sldChg chg="modSp add mod modNotesTx">
        <pc:chgData name="Zhe Shen" userId="01eaba4c-7cb5-4ff2-8cbf-2d7ece705b92" providerId="ADAL" clId="{173FBDC3-3587-4701-A87B-468530415A7F}" dt="2024-09-11T14:39:33.935" v="6135" actId="20577"/>
        <pc:sldMkLst>
          <pc:docMk/>
          <pc:sldMk cId="2266523272" sldId="434"/>
        </pc:sldMkLst>
        <pc:spChg chg="mod">
          <ac:chgData name="Zhe Shen" userId="01eaba4c-7cb5-4ff2-8cbf-2d7ece705b92" providerId="ADAL" clId="{173FBDC3-3587-4701-A87B-468530415A7F}" dt="2024-09-11T11:06:03.203" v="5091" actId="20577"/>
          <ac:spMkLst>
            <pc:docMk/>
            <pc:sldMk cId="2266523272" sldId="434"/>
            <ac:spMk id="13" creationId="{6754E07E-3E69-6B8E-2C8C-D339B562182A}"/>
          </ac:spMkLst>
        </pc:spChg>
        <pc:graphicFrameChg chg="mod">
          <ac:chgData name="Zhe Shen" userId="01eaba4c-7cb5-4ff2-8cbf-2d7ece705b92" providerId="ADAL" clId="{173FBDC3-3587-4701-A87B-468530415A7F}" dt="2024-09-11T11:07:59.535" v="5244"/>
          <ac:graphicFrameMkLst>
            <pc:docMk/>
            <pc:sldMk cId="2266523272" sldId="434"/>
            <ac:graphicFrameMk id="22" creationId="{EFB2EFE2-C8A2-6128-3423-C5C92E7B5103}"/>
          </ac:graphicFrameMkLst>
        </pc:graphicFrameChg>
        <pc:graphicFrameChg chg="mod">
          <ac:chgData name="Zhe Shen" userId="01eaba4c-7cb5-4ff2-8cbf-2d7ece705b92" providerId="ADAL" clId="{173FBDC3-3587-4701-A87B-468530415A7F}" dt="2024-09-11T11:08:12.960" v="5246"/>
          <ac:graphicFrameMkLst>
            <pc:docMk/>
            <pc:sldMk cId="2266523272" sldId="434"/>
            <ac:graphicFrameMk id="29" creationId="{88179DDB-F2AA-3927-01F1-903C52B0E1DB}"/>
          </ac:graphicFrameMkLst>
        </pc:graphicFrameChg>
      </pc:sldChg>
      <pc:sldChg chg="addSp delSp modSp add mod addAnim delAnim modAnim modNotesTx">
        <pc:chgData name="Zhe Shen" userId="01eaba4c-7cb5-4ff2-8cbf-2d7ece705b92" providerId="ADAL" clId="{173FBDC3-3587-4701-A87B-468530415A7F}" dt="2024-09-12T08:10:32.923" v="8711" actId="478"/>
        <pc:sldMkLst>
          <pc:docMk/>
          <pc:sldMk cId="1289592244" sldId="435"/>
        </pc:sldMkLst>
        <pc:spChg chg="add del">
          <ac:chgData name="Zhe Shen" userId="01eaba4c-7cb5-4ff2-8cbf-2d7ece705b92" providerId="ADAL" clId="{173FBDC3-3587-4701-A87B-468530415A7F}" dt="2024-09-12T08:10:32.923" v="8711" actId="478"/>
          <ac:spMkLst>
            <pc:docMk/>
            <pc:sldMk cId="1289592244" sldId="435"/>
            <ac:spMk id="6" creationId="{00000000-0000-0000-0000-000000000000}"/>
          </ac:spMkLst>
        </pc:spChg>
        <pc:spChg chg="add del">
          <ac:chgData name="Zhe Shen" userId="01eaba4c-7cb5-4ff2-8cbf-2d7ece705b92" providerId="ADAL" clId="{173FBDC3-3587-4701-A87B-468530415A7F}" dt="2024-09-12T08:10:32.923" v="8711" actId="478"/>
          <ac:spMkLst>
            <pc:docMk/>
            <pc:sldMk cId="1289592244" sldId="435"/>
            <ac:spMk id="12" creationId="{00000000-0000-0000-0000-000000000000}"/>
          </ac:spMkLst>
        </pc:spChg>
        <pc:spChg chg="add del mod">
          <ac:chgData name="Zhe Shen" userId="01eaba4c-7cb5-4ff2-8cbf-2d7ece705b92" providerId="ADAL" clId="{173FBDC3-3587-4701-A87B-468530415A7F}" dt="2024-09-12T08:10:32.923" v="8711" actId="478"/>
          <ac:spMkLst>
            <pc:docMk/>
            <pc:sldMk cId="1289592244" sldId="435"/>
            <ac:spMk id="13" creationId="{6754E07E-3E69-6B8E-2C8C-D339B562182A}"/>
          </ac:spMkLst>
        </pc:spChg>
        <pc:spChg chg="add del">
          <ac:chgData name="Zhe Shen" userId="01eaba4c-7cb5-4ff2-8cbf-2d7ece705b92" providerId="ADAL" clId="{173FBDC3-3587-4701-A87B-468530415A7F}" dt="2024-09-12T08:10:32.923" v="8711" actId="478"/>
          <ac:spMkLst>
            <pc:docMk/>
            <pc:sldMk cId="1289592244" sldId="435"/>
            <ac:spMk id="24" creationId="{382A7386-7FA3-FAE6-3202-45531FF36B71}"/>
          </ac:spMkLst>
        </pc:spChg>
        <pc:spChg chg="add del">
          <ac:chgData name="Zhe Shen" userId="01eaba4c-7cb5-4ff2-8cbf-2d7ece705b92" providerId="ADAL" clId="{173FBDC3-3587-4701-A87B-468530415A7F}" dt="2024-09-12T08:10:32.923" v="8711" actId="478"/>
          <ac:spMkLst>
            <pc:docMk/>
            <pc:sldMk cId="1289592244" sldId="435"/>
            <ac:spMk id="27" creationId="{959C67A7-DC35-D474-8B42-3764BFF668B9}"/>
          </ac:spMkLst>
        </pc:spChg>
        <pc:spChg chg="add del">
          <ac:chgData name="Zhe Shen" userId="01eaba4c-7cb5-4ff2-8cbf-2d7ece705b92" providerId="ADAL" clId="{173FBDC3-3587-4701-A87B-468530415A7F}" dt="2024-09-12T08:10:32.923" v="8711" actId="478"/>
          <ac:spMkLst>
            <pc:docMk/>
            <pc:sldMk cId="1289592244" sldId="435"/>
            <ac:spMk id="38" creationId="{489D8E37-C383-595E-3C41-993C82EA8DA4}"/>
          </ac:spMkLst>
        </pc:spChg>
        <pc:spChg chg="add del mod">
          <ac:chgData name="Zhe Shen" userId="01eaba4c-7cb5-4ff2-8cbf-2d7ece705b92" providerId="ADAL" clId="{173FBDC3-3587-4701-A87B-468530415A7F}" dt="2024-09-12T08:10:32.923" v="8711" actId="478"/>
          <ac:spMkLst>
            <pc:docMk/>
            <pc:sldMk cId="1289592244" sldId="435"/>
            <ac:spMk id="39" creationId="{4666E8B5-E593-E9A3-F0A2-0527525F7302}"/>
          </ac:spMkLst>
        </pc:spChg>
        <pc:spChg chg="add del mod">
          <ac:chgData name="Zhe Shen" userId="01eaba4c-7cb5-4ff2-8cbf-2d7ece705b92" providerId="ADAL" clId="{173FBDC3-3587-4701-A87B-468530415A7F}" dt="2024-09-12T07:12:44.147" v="7509" actId="478"/>
          <ac:spMkLst>
            <pc:docMk/>
            <pc:sldMk cId="1289592244" sldId="435"/>
            <ac:spMk id="43" creationId="{380CF409-DFB8-68E4-A738-873C7C33F6E8}"/>
          </ac:spMkLst>
        </pc:spChg>
        <pc:spChg chg="del">
          <ac:chgData name="Zhe Shen" userId="01eaba4c-7cb5-4ff2-8cbf-2d7ece705b92" providerId="ADAL" clId="{173FBDC3-3587-4701-A87B-468530415A7F}" dt="2024-09-12T06:23:01.998" v="6820" actId="478"/>
          <ac:spMkLst>
            <pc:docMk/>
            <pc:sldMk cId="1289592244" sldId="435"/>
            <ac:spMk id="46" creationId="{5F5E2329-F94D-B2FF-DE68-3D02FE77097C}"/>
          </ac:spMkLst>
        </pc:spChg>
        <pc:spChg chg="add del">
          <ac:chgData name="Zhe Shen" userId="01eaba4c-7cb5-4ff2-8cbf-2d7ece705b92" providerId="ADAL" clId="{173FBDC3-3587-4701-A87B-468530415A7F}" dt="2024-09-12T08:10:32.923" v="8711" actId="478"/>
          <ac:spMkLst>
            <pc:docMk/>
            <pc:sldMk cId="1289592244" sldId="435"/>
            <ac:spMk id="47" creationId="{0E1849AD-9891-5E41-88F9-C959096A8F5F}"/>
          </ac:spMkLst>
        </pc:spChg>
        <pc:spChg chg="del">
          <ac:chgData name="Zhe Shen" userId="01eaba4c-7cb5-4ff2-8cbf-2d7ece705b92" providerId="ADAL" clId="{173FBDC3-3587-4701-A87B-468530415A7F}" dt="2024-09-12T06:38:21.966" v="6910" actId="478"/>
          <ac:spMkLst>
            <pc:docMk/>
            <pc:sldMk cId="1289592244" sldId="435"/>
            <ac:spMk id="48" creationId="{C67B8075-F1F1-A92E-0F30-8D02BF220E2C}"/>
          </ac:spMkLst>
        </pc:spChg>
        <pc:spChg chg="del mod">
          <ac:chgData name="Zhe Shen" userId="01eaba4c-7cb5-4ff2-8cbf-2d7ece705b92" providerId="ADAL" clId="{173FBDC3-3587-4701-A87B-468530415A7F}" dt="2024-09-12T06:38:19.792" v="6908" actId="478"/>
          <ac:spMkLst>
            <pc:docMk/>
            <pc:sldMk cId="1289592244" sldId="435"/>
            <ac:spMk id="49" creationId="{A777ABC0-8391-D86B-B5AA-042064F56821}"/>
          </ac:spMkLst>
        </pc:spChg>
        <pc:spChg chg="add del">
          <ac:chgData name="Zhe Shen" userId="01eaba4c-7cb5-4ff2-8cbf-2d7ece705b92" providerId="ADAL" clId="{173FBDC3-3587-4701-A87B-468530415A7F}" dt="2024-09-12T08:10:32.923" v="8711" actId="478"/>
          <ac:spMkLst>
            <pc:docMk/>
            <pc:sldMk cId="1289592244" sldId="435"/>
            <ac:spMk id="50" creationId="{A5E7032F-DCD8-D8F3-4F35-2D19A08F756D}"/>
          </ac:spMkLst>
        </pc:spChg>
        <pc:spChg chg="del">
          <ac:chgData name="Zhe Shen" userId="01eaba4c-7cb5-4ff2-8cbf-2d7ece705b92" providerId="ADAL" clId="{173FBDC3-3587-4701-A87B-468530415A7F}" dt="2024-09-12T06:38:23.498" v="6912" actId="478"/>
          <ac:spMkLst>
            <pc:docMk/>
            <pc:sldMk cId="1289592244" sldId="435"/>
            <ac:spMk id="51" creationId="{B2E1A491-8C74-E1BA-0058-9DD603C9F086}"/>
          </ac:spMkLst>
        </pc:spChg>
        <pc:spChg chg="del">
          <ac:chgData name="Zhe Shen" userId="01eaba4c-7cb5-4ff2-8cbf-2d7ece705b92" providerId="ADAL" clId="{173FBDC3-3587-4701-A87B-468530415A7F}" dt="2024-09-12T06:38:19.317" v="6907" actId="478"/>
          <ac:spMkLst>
            <pc:docMk/>
            <pc:sldMk cId="1289592244" sldId="435"/>
            <ac:spMk id="52" creationId="{AB1440C2-9E29-B903-F233-8AE6A4F19DAE}"/>
          </ac:spMkLst>
        </pc:spChg>
        <pc:spChg chg="add del mod">
          <ac:chgData name="Zhe Shen" userId="01eaba4c-7cb5-4ff2-8cbf-2d7ece705b92" providerId="ADAL" clId="{173FBDC3-3587-4701-A87B-468530415A7F}" dt="2024-09-12T08:10:32.923" v="8711" actId="478"/>
          <ac:spMkLst>
            <pc:docMk/>
            <pc:sldMk cId="1289592244" sldId="435"/>
            <ac:spMk id="53" creationId="{7091F8F2-B73B-7385-8F19-32A12FE65DD2}"/>
          </ac:spMkLst>
        </pc:spChg>
        <pc:spChg chg="add del mod">
          <ac:chgData name="Zhe Shen" userId="01eaba4c-7cb5-4ff2-8cbf-2d7ece705b92" providerId="ADAL" clId="{173FBDC3-3587-4701-A87B-468530415A7F}" dt="2024-09-12T08:10:32.923" v="8711" actId="478"/>
          <ac:spMkLst>
            <pc:docMk/>
            <pc:sldMk cId="1289592244" sldId="435"/>
            <ac:spMk id="55" creationId="{C6F26A54-C62C-E3D9-1323-C004C0AD8981}"/>
          </ac:spMkLst>
        </pc:spChg>
        <pc:spChg chg="add del mod">
          <ac:chgData name="Zhe Shen" userId="01eaba4c-7cb5-4ff2-8cbf-2d7ece705b92" providerId="ADAL" clId="{173FBDC3-3587-4701-A87B-468530415A7F}" dt="2024-09-12T08:10:32.923" v="8711" actId="478"/>
          <ac:spMkLst>
            <pc:docMk/>
            <pc:sldMk cId="1289592244" sldId="435"/>
            <ac:spMk id="58" creationId="{FD53093A-DFB0-FC09-1716-B7E40CB63DF9}"/>
          </ac:spMkLst>
        </pc:spChg>
        <pc:spChg chg="add mod">
          <ac:chgData name="Zhe Shen" userId="01eaba4c-7cb5-4ff2-8cbf-2d7ece705b92" providerId="ADAL" clId="{173FBDC3-3587-4701-A87B-468530415A7F}" dt="2024-09-12T07:05:08.370" v="7148"/>
          <ac:spMkLst>
            <pc:docMk/>
            <pc:sldMk cId="1289592244" sldId="435"/>
            <ac:spMk id="59" creationId="{E76D4A3F-106D-C42C-CEDB-E6530F025A94}"/>
          </ac:spMkLst>
        </pc:spChg>
        <pc:spChg chg="add del mod">
          <ac:chgData name="Zhe Shen" userId="01eaba4c-7cb5-4ff2-8cbf-2d7ece705b92" providerId="ADAL" clId="{173FBDC3-3587-4701-A87B-468530415A7F}" dt="2024-09-12T08:10:32.923" v="8711" actId="478"/>
          <ac:spMkLst>
            <pc:docMk/>
            <pc:sldMk cId="1289592244" sldId="435"/>
            <ac:spMk id="61" creationId="{9B42A845-3FA5-BE65-7411-0294A5CE7D7F}"/>
          </ac:spMkLst>
        </pc:spChg>
        <pc:spChg chg="add del mod">
          <ac:chgData name="Zhe Shen" userId="01eaba4c-7cb5-4ff2-8cbf-2d7ece705b92" providerId="ADAL" clId="{173FBDC3-3587-4701-A87B-468530415A7F}" dt="2024-09-12T08:10:32.923" v="8711" actId="478"/>
          <ac:spMkLst>
            <pc:docMk/>
            <pc:sldMk cId="1289592244" sldId="435"/>
            <ac:spMk id="62" creationId="{D450F6CA-2C08-543D-C224-9361747993DF}"/>
          </ac:spMkLst>
        </pc:spChg>
        <pc:spChg chg="add del mod">
          <ac:chgData name="Zhe Shen" userId="01eaba4c-7cb5-4ff2-8cbf-2d7ece705b92" providerId="ADAL" clId="{173FBDC3-3587-4701-A87B-468530415A7F}" dt="2024-09-12T08:10:32.923" v="8711" actId="478"/>
          <ac:spMkLst>
            <pc:docMk/>
            <pc:sldMk cId="1289592244" sldId="435"/>
            <ac:spMk id="63" creationId="{B777D07F-2501-E876-9660-65BFF755C23E}"/>
          </ac:spMkLst>
        </pc:spChg>
        <pc:spChg chg="add del mod">
          <ac:chgData name="Zhe Shen" userId="01eaba4c-7cb5-4ff2-8cbf-2d7ece705b92" providerId="ADAL" clId="{173FBDC3-3587-4701-A87B-468530415A7F}" dt="2024-09-12T08:10:32.923" v="8711" actId="478"/>
          <ac:spMkLst>
            <pc:docMk/>
            <pc:sldMk cId="1289592244" sldId="435"/>
            <ac:spMk id="67" creationId="{973520EE-300F-A003-E722-0B1A01CCA675}"/>
          </ac:spMkLst>
        </pc:spChg>
        <pc:spChg chg="add del mod">
          <ac:chgData name="Zhe Shen" userId="01eaba4c-7cb5-4ff2-8cbf-2d7ece705b92" providerId="ADAL" clId="{173FBDC3-3587-4701-A87B-468530415A7F}" dt="2024-09-12T08:10:32.923" v="8711" actId="478"/>
          <ac:spMkLst>
            <pc:docMk/>
            <pc:sldMk cId="1289592244" sldId="435"/>
            <ac:spMk id="71" creationId="{1B933FD8-DE14-BCFA-F1CC-2890D7371028}"/>
          </ac:spMkLst>
        </pc:spChg>
        <pc:spChg chg="add del mod">
          <ac:chgData name="Zhe Shen" userId="01eaba4c-7cb5-4ff2-8cbf-2d7ece705b92" providerId="ADAL" clId="{173FBDC3-3587-4701-A87B-468530415A7F}" dt="2024-09-12T08:10:32.923" v="8711" actId="478"/>
          <ac:spMkLst>
            <pc:docMk/>
            <pc:sldMk cId="1289592244" sldId="435"/>
            <ac:spMk id="72" creationId="{CD546DA2-3DBF-89E3-FA20-3A9B2F517A29}"/>
          </ac:spMkLst>
        </pc:spChg>
        <pc:spChg chg="add del mod">
          <ac:chgData name="Zhe Shen" userId="01eaba4c-7cb5-4ff2-8cbf-2d7ece705b92" providerId="ADAL" clId="{173FBDC3-3587-4701-A87B-468530415A7F}" dt="2024-09-12T08:10:32.923" v="8711" actId="478"/>
          <ac:spMkLst>
            <pc:docMk/>
            <pc:sldMk cId="1289592244" sldId="435"/>
            <ac:spMk id="73" creationId="{5B6D0D55-495C-117F-0014-E4E44ADA5ECA}"/>
          </ac:spMkLst>
        </pc:spChg>
        <pc:spChg chg="add del mod">
          <ac:chgData name="Zhe Shen" userId="01eaba4c-7cb5-4ff2-8cbf-2d7ece705b92" providerId="ADAL" clId="{173FBDC3-3587-4701-A87B-468530415A7F}" dt="2024-09-12T08:10:32.923" v="8711" actId="478"/>
          <ac:spMkLst>
            <pc:docMk/>
            <pc:sldMk cId="1289592244" sldId="435"/>
            <ac:spMk id="74" creationId="{7078A611-6F6F-E218-77CE-D69DDB1A6055}"/>
          </ac:spMkLst>
        </pc:spChg>
        <pc:spChg chg="add del mod">
          <ac:chgData name="Zhe Shen" userId="01eaba4c-7cb5-4ff2-8cbf-2d7ece705b92" providerId="ADAL" clId="{173FBDC3-3587-4701-A87B-468530415A7F}" dt="2024-09-12T08:10:32.923" v="8711" actId="478"/>
          <ac:spMkLst>
            <pc:docMk/>
            <pc:sldMk cId="1289592244" sldId="435"/>
            <ac:spMk id="75" creationId="{5DD62C60-0EEF-AD1C-A32D-5EFA33F2382A}"/>
          </ac:spMkLst>
        </pc:spChg>
        <pc:spChg chg="add del mod">
          <ac:chgData name="Zhe Shen" userId="01eaba4c-7cb5-4ff2-8cbf-2d7ece705b92" providerId="ADAL" clId="{173FBDC3-3587-4701-A87B-468530415A7F}" dt="2024-09-12T08:10:32.923" v="8711" actId="478"/>
          <ac:spMkLst>
            <pc:docMk/>
            <pc:sldMk cId="1289592244" sldId="435"/>
            <ac:spMk id="76" creationId="{F82A1926-214B-A2B6-F6C8-8132DF94C8A5}"/>
          </ac:spMkLst>
        </pc:spChg>
        <pc:spChg chg="add del mod">
          <ac:chgData name="Zhe Shen" userId="01eaba4c-7cb5-4ff2-8cbf-2d7ece705b92" providerId="ADAL" clId="{173FBDC3-3587-4701-A87B-468530415A7F}" dt="2024-09-12T08:10:32.923" v="8711" actId="478"/>
          <ac:spMkLst>
            <pc:docMk/>
            <pc:sldMk cId="1289592244" sldId="435"/>
            <ac:spMk id="77" creationId="{15B8041A-0683-26CA-2F71-55B9921E1C77}"/>
          </ac:spMkLst>
        </pc:spChg>
        <pc:spChg chg="add del mod">
          <ac:chgData name="Zhe Shen" userId="01eaba4c-7cb5-4ff2-8cbf-2d7ece705b92" providerId="ADAL" clId="{173FBDC3-3587-4701-A87B-468530415A7F}" dt="2024-09-12T08:10:32.923" v="8711" actId="478"/>
          <ac:spMkLst>
            <pc:docMk/>
            <pc:sldMk cId="1289592244" sldId="435"/>
            <ac:spMk id="78" creationId="{29700C48-A646-7D14-3F48-1D0650EA2DFB}"/>
          </ac:spMkLst>
        </pc:spChg>
        <pc:spChg chg="add del mod">
          <ac:chgData name="Zhe Shen" userId="01eaba4c-7cb5-4ff2-8cbf-2d7ece705b92" providerId="ADAL" clId="{173FBDC3-3587-4701-A87B-468530415A7F}" dt="2024-09-12T08:10:32.923" v="8711" actId="478"/>
          <ac:spMkLst>
            <pc:docMk/>
            <pc:sldMk cId="1289592244" sldId="435"/>
            <ac:spMk id="79" creationId="{637EE8BC-7C7B-33C4-A511-01DFF672586E}"/>
          </ac:spMkLst>
        </pc:spChg>
        <pc:spChg chg="add del mod">
          <ac:chgData name="Zhe Shen" userId="01eaba4c-7cb5-4ff2-8cbf-2d7ece705b92" providerId="ADAL" clId="{173FBDC3-3587-4701-A87B-468530415A7F}" dt="2024-09-12T08:10:32.923" v="8711" actId="478"/>
          <ac:spMkLst>
            <pc:docMk/>
            <pc:sldMk cId="1289592244" sldId="435"/>
            <ac:spMk id="80" creationId="{09C030D8-6FD6-C036-F0C0-9B0406299D07}"/>
          </ac:spMkLst>
        </pc:spChg>
        <pc:grpChg chg="add del">
          <ac:chgData name="Zhe Shen" userId="01eaba4c-7cb5-4ff2-8cbf-2d7ece705b92" providerId="ADAL" clId="{173FBDC3-3587-4701-A87B-468530415A7F}" dt="2024-09-12T08:10:32.923" v="8711" actId="478"/>
          <ac:grpSpMkLst>
            <pc:docMk/>
            <pc:sldMk cId="1289592244" sldId="435"/>
            <ac:grpSpMk id="2" creationId="{00000000-0000-0000-0000-000000000000}"/>
          </ac:grpSpMkLst>
        </pc:grpChg>
        <pc:grpChg chg="add del">
          <ac:chgData name="Zhe Shen" userId="01eaba4c-7cb5-4ff2-8cbf-2d7ece705b92" providerId="ADAL" clId="{173FBDC3-3587-4701-A87B-468530415A7F}" dt="2024-09-12T08:10:32.923" v="8711" actId="478"/>
          <ac:grpSpMkLst>
            <pc:docMk/>
            <pc:sldMk cId="1289592244" sldId="435"/>
            <ac:grpSpMk id="4" creationId="{00000000-0000-0000-0000-000000000000}"/>
          </ac:grpSpMkLst>
        </pc:grpChg>
        <pc:graphicFrameChg chg="del mod">
          <ac:chgData name="Zhe Shen" userId="01eaba4c-7cb5-4ff2-8cbf-2d7ece705b92" providerId="ADAL" clId="{173FBDC3-3587-4701-A87B-468530415A7F}" dt="2024-09-12T06:38:18.501" v="6906" actId="478"/>
          <ac:graphicFrameMkLst>
            <pc:docMk/>
            <pc:sldMk cId="1289592244" sldId="435"/>
            <ac:graphicFrameMk id="7" creationId="{C3A78860-ACA2-4A42-3B35-99D56829A927}"/>
          </ac:graphicFrameMkLst>
        </pc:graphicFrameChg>
        <pc:graphicFrameChg chg="del">
          <ac:chgData name="Zhe Shen" userId="01eaba4c-7cb5-4ff2-8cbf-2d7ece705b92" providerId="ADAL" clId="{173FBDC3-3587-4701-A87B-468530415A7F}" dt="2024-09-12T06:38:20.845" v="6909" actId="478"/>
          <ac:graphicFrameMkLst>
            <pc:docMk/>
            <pc:sldMk cId="1289592244" sldId="435"/>
            <ac:graphicFrameMk id="8" creationId="{9C8780B3-1E87-808F-C97B-7E4A8256825E}"/>
          </ac:graphicFrameMkLst>
        </pc:graphicFrameChg>
        <pc:graphicFrameChg chg="add del mod">
          <ac:chgData name="Zhe Shen" userId="01eaba4c-7cb5-4ff2-8cbf-2d7ece705b92" providerId="ADAL" clId="{173FBDC3-3587-4701-A87B-468530415A7F}" dt="2024-09-12T06:54:27.135" v="7064" actId="478"/>
          <ac:graphicFrameMkLst>
            <pc:docMk/>
            <pc:sldMk cId="1289592244" sldId="435"/>
            <ac:graphicFrameMk id="9" creationId="{A0928604-A8F8-37DE-58F5-C4415B23B6DE}"/>
          </ac:graphicFrameMkLst>
        </pc:graphicFrameChg>
        <pc:graphicFrameChg chg="add del mod">
          <ac:chgData name="Zhe Shen" userId="01eaba4c-7cb5-4ff2-8cbf-2d7ece705b92" providerId="ADAL" clId="{173FBDC3-3587-4701-A87B-468530415A7F}" dt="2024-09-12T06:32:11.444" v="6840" actId="478"/>
          <ac:graphicFrameMkLst>
            <pc:docMk/>
            <pc:sldMk cId="1289592244" sldId="435"/>
            <ac:graphicFrameMk id="10" creationId="{5F79ABE1-55B5-60F8-88DE-D4618A8238DB}"/>
          </ac:graphicFrameMkLst>
        </pc:graphicFrameChg>
        <pc:graphicFrameChg chg="add del mod">
          <ac:chgData name="Zhe Shen" userId="01eaba4c-7cb5-4ff2-8cbf-2d7ece705b92" providerId="ADAL" clId="{173FBDC3-3587-4701-A87B-468530415A7F}" dt="2024-09-12T06:54:27.135" v="7064" actId="478"/>
          <ac:graphicFrameMkLst>
            <pc:docMk/>
            <pc:sldMk cId="1289592244" sldId="435"/>
            <ac:graphicFrameMk id="11" creationId="{CC1FE70A-04C1-9836-755D-2365EA818D48}"/>
          </ac:graphicFrameMkLst>
        </pc:graphicFrameChg>
        <pc:graphicFrameChg chg="del">
          <ac:chgData name="Zhe Shen" userId="01eaba4c-7cb5-4ff2-8cbf-2d7ece705b92" providerId="ADAL" clId="{173FBDC3-3587-4701-A87B-468530415A7F}" dt="2024-09-12T06:38:22.424" v="6911" actId="478"/>
          <ac:graphicFrameMkLst>
            <pc:docMk/>
            <pc:sldMk cId="1289592244" sldId="435"/>
            <ac:graphicFrameMk id="14" creationId="{448DA768-AF1C-4722-AC8F-581EB2BAFFE3}"/>
          </ac:graphicFrameMkLst>
        </pc:graphicFrameChg>
        <pc:graphicFrameChg chg="del">
          <ac:chgData name="Zhe Shen" userId="01eaba4c-7cb5-4ff2-8cbf-2d7ece705b92" providerId="ADAL" clId="{173FBDC3-3587-4701-A87B-468530415A7F}" dt="2024-09-12T06:23:01.998" v="6820" actId="478"/>
          <ac:graphicFrameMkLst>
            <pc:docMk/>
            <pc:sldMk cId="1289592244" sldId="435"/>
            <ac:graphicFrameMk id="15" creationId="{AAE016AA-8CAD-7D58-E785-6A53ED49489F}"/>
          </ac:graphicFrameMkLst>
        </pc:graphicFrameChg>
        <pc:graphicFrameChg chg="add del mod">
          <ac:chgData name="Zhe Shen" userId="01eaba4c-7cb5-4ff2-8cbf-2d7ece705b92" providerId="ADAL" clId="{173FBDC3-3587-4701-A87B-468530415A7F}" dt="2024-09-12T06:54:27.135" v="7064" actId="478"/>
          <ac:graphicFrameMkLst>
            <pc:docMk/>
            <pc:sldMk cId="1289592244" sldId="435"/>
            <ac:graphicFrameMk id="16" creationId="{F6B05C7C-7693-626D-7D72-B7899E9E64C9}"/>
          </ac:graphicFrameMkLst>
        </pc:graphicFrameChg>
        <pc:graphicFrameChg chg="add del mod">
          <ac:chgData name="Zhe Shen" userId="01eaba4c-7cb5-4ff2-8cbf-2d7ece705b92" providerId="ADAL" clId="{173FBDC3-3587-4701-A87B-468530415A7F}" dt="2024-09-12T06:54:27.135" v="7064" actId="478"/>
          <ac:graphicFrameMkLst>
            <pc:docMk/>
            <pc:sldMk cId="1289592244" sldId="435"/>
            <ac:graphicFrameMk id="17" creationId="{EF5F3C13-4EEF-ADA1-9170-3FDB9B889A6E}"/>
          </ac:graphicFrameMkLst>
        </pc:graphicFrameChg>
        <pc:graphicFrameChg chg="add del mod">
          <ac:chgData name="Zhe Shen" userId="01eaba4c-7cb5-4ff2-8cbf-2d7ece705b92" providerId="ADAL" clId="{173FBDC3-3587-4701-A87B-468530415A7F}" dt="2024-09-12T06:54:24.565" v="7063" actId="478"/>
          <ac:graphicFrameMkLst>
            <pc:docMk/>
            <pc:sldMk cId="1289592244" sldId="435"/>
            <ac:graphicFrameMk id="18" creationId="{2788DEB8-59F4-2D04-00F1-33D468B24D67}"/>
          </ac:graphicFrameMkLst>
        </pc:graphicFrameChg>
        <pc:graphicFrameChg chg="add del mod">
          <ac:chgData name="Zhe Shen" userId="01eaba4c-7cb5-4ff2-8cbf-2d7ece705b92" providerId="ADAL" clId="{173FBDC3-3587-4701-A87B-468530415A7F}" dt="2024-09-12T06:54:24.565" v="7063" actId="478"/>
          <ac:graphicFrameMkLst>
            <pc:docMk/>
            <pc:sldMk cId="1289592244" sldId="435"/>
            <ac:graphicFrameMk id="19" creationId="{6273B485-38F1-7DEB-BCFA-2DFE90018B09}"/>
          </ac:graphicFrameMkLst>
        </pc:graphicFrameChg>
        <pc:graphicFrameChg chg="add del mod">
          <ac:chgData name="Zhe Shen" userId="01eaba4c-7cb5-4ff2-8cbf-2d7ece705b92" providerId="ADAL" clId="{173FBDC3-3587-4701-A87B-468530415A7F}" dt="2024-09-12T06:54:24.565" v="7063" actId="478"/>
          <ac:graphicFrameMkLst>
            <pc:docMk/>
            <pc:sldMk cId="1289592244" sldId="435"/>
            <ac:graphicFrameMk id="20" creationId="{13DE8C4D-972B-FB79-0E2D-D9EA0138FF61}"/>
          </ac:graphicFrameMkLst>
        </pc:graphicFrameChg>
        <pc:graphicFrameChg chg="add del mod">
          <ac:chgData name="Zhe Shen" userId="01eaba4c-7cb5-4ff2-8cbf-2d7ece705b92" providerId="ADAL" clId="{173FBDC3-3587-4701-A87B-468530415A7F}" dt="2024-09-12T08:10:32.923" v="8711" actId="478"/>
          <ac:graphicFrameMkLst>
            <pc:docMk/>
            <pc:sldMk cId="1289592244" sldId="435"/>
            <ac:graphicFrameMk id="21" creationId="{83643528-B1A3-162F-6414-04B52CC0FB85}"/>
          </ac:graphicFrameMkLst>
        </pc:graphicFrameChg>
        <pc:graphicFrameChg chg="add del mod">
          <ac:chgData name="Zhe Shen" userId="01eaba4c-7cb5-4ff2-8cbf-2d7ece705b92" providerId="ADAL" clId="{173FBDC3-3587-4701-A87B-468530415A7F}" dt="2024-09-12T06:42:25.851" v="6961" actId="478"/>
          <ac:graphicFrameMkLst>
            <pc:docMk/>
            <pc:sldMk cId="1289592244" sldId="435"/>
            <ac:graphicFrameMk id="23" creationId="{E01802A0-61F9-A244-E23C-19E00B3827F0}"/>
          </ac:graphicFrameMkLst>
        </pc:graphicFrameChg>
        <pc:graphicFrameChg chg="add del mod">
          <ac:chgData name="Zhe Shen" userId="01eaba4c-7cb5-4ff2-8cbf-2d7ece705b92" providerId="ADAL" clId="{173FBDC3-3587-4701-A87B-468530415A7F}" dt="2024-09-12T08:10:32.923" v="8711" actId="478"/>
          <ac:graphicFrameMkLst>
            <pc:docMk/>
            <pc:sldMk cId="1289592244" sldId="435"/>
            <ac:graphicFrameMk id="25" creationId="{6B689FEF-6798-E555-CDDB-0CCB57C02793}"/>
          </ac:graphicFrameMkLst>
        </pc:graphicFrameChg>
        <pc:graphicFrameChg chg="add mod">
          <ac:chgData name="Zhe Shen" userId="01eaba4c-7cb5-4ff2-8cbf-2d7ece705b92" providerId="ADAL" clId="{173FBDC3-3587-4701-A87B-468530415A7F}" dt="2024-09-12T07:17:00.144" v="7579"/>
          <ac:graphicFrameMkLst>
            <pc:docMk/>
            <pc:sldMk cId="1289592244" sldId="435"/>
            <ac:graphicFrameMk id="26" creationId="{C8A5C30B-AF33-DDF2-87A2-968B2ADDD08C}"/>
          </ac:graphicFrameMkLst>
        </pc:graphicFrameChg>
        <pc:graphicFrameChg chg="add del mod">
          <ac:chgData name="Zhe Shen" userId="01eaba4c-7cb5-4ff2-8cbf-2d7ece705b92" providerId="ADAL" clId="{173FBDC3-3587-4701-A87B-468530415A7F}" dt="2024-09-12T08:10:32.923" v="8711" actId="478"/>
          <ac:graphicFrameMkLst>
            <pc:docMk/>
            <pc:sldMk cId="1289592244" sldId="435"/>
            <ac:graphicFrameMk id="28" creationId="{B9C96A8C-D365-168A-0E71-4D00DFD5D077}"/>
          </ac:graphicFrameMkLst>
        </pc:graphicFrameChg>
        <pc:graphicFrameChg chg="add del mod">
          <ac:chgData name="Zhe Shen" userId="01eaba4c-7cb5-4ff2-8cbf-2d7ece705b92" providerId="ADAL" clId="{173FBDC3-3587-4701-A87B-468530415A7F}" dt="2024-09-12T08:10:32.923" v="8711" actId="478"/>
          <ac:graphicFrameMkLst>
            <pc:docMk/>
            <pc:sldMk cId="1289592244" sldId="435"/>
            <ac:graphicFrameMk id="29" creationId="{9DE71FA2-AA08-8DCB-4A9B-FA2DF573F563}"/>
          </ac:graphicFrameMkLst>
        </pc:graphicFrameChg>
        <pc:graphicFrameChg chg="add del mod">
          <ac:chgData name="Zhe Shen" userId="01eaba4c-7cb5-4ff2-8cbf-2d7ece705b92" providerId="ADAL" clId="{173FBDC3-3587-4701-A87B-468530415A7F}" dt="2024-09-12T08:10:32.923" v="8711" actId="478"/>
          <ac:graphicFrameMkLst>
            <pc:docMk/>
            <pc:sldMk cId="1289592244" sldId="435"/>
            <ac:graphicFrameMk id="30" creationId="{E836971A-ED2E-DC7F-C779-5871602AEC88}"/>
          </ac:graphicFrameMkLst>
        </pc:graphicFrameChg>
        <pc:graphicFrameChg chg="add del">
          <ac:chgData name="Zhe Shen" userId="01eaba4c-7cb5-4ff2-8cbf-2d7ece705b92" providerId="ADAL" clId="{173FBDC3-3587-4701-A87B-468530415A7F}" dt="2024-09-12T08:10:32.923" v="8711" actId="478"/>
          <ac:graphicFrameMkLst>
            <pc:docMk/>
            <pc:sldMk cId="1289592244" sldId="435"/>
            <ac:graphicFrameMk id="31" creationId="{85BB428A-243E-9BDD-A031-87C6932F5C69}"/>
          </ac:graphicFrameMkLst>
        </pc:graphicFrameChg>
        <pc:graphicFrameChg chg="add del">
          <ac:chgData name="Zhe Shen" userId="01eaba4c-7cb5-4ff2-8cbf-2d7ece705b92" providerId="ADAL" clId="{173FBDC3-3587-4701-A87B-468530415A7F}" dt="2024-09-12T08:10:32.923" v="8711" actId="478"/>
          <ac:graphicFrameMkLst>
            <pc:docMk/>
            <pc:sldMk cId="1289592244" sldId="435"/>
            <ac:graphicFrameMk id="32" creationId="{B959B031-2E99-3C1E-2652-BC27AE0EB1BF}"/>
          </ac:graphicFrameMkLst>
        </pc:graphicFrameChg>
        <pc:graphicFrameChg chg="add del mod">
          <ac:chgData name="Zhe Shen" userId="01eaba4c-7cb5-4ff2-8cbf-2d7ece705b92" providerId="ADAL" clId="{173FBDC3-3587-4701-A87B-468530415A7F}" dt="2024-09-12T08:10:32.923" v="8711" actId="478"/>
          <ac:graphicFrameMkLst>
            <pc:docMk/>
            <pc:sldMk cId="1289592244" sldId="435"/>
            <ac:graphicFrameMk id="33" creationId="{68F77384-433B-9DC3-0FB0-1672989ED0DC}"/>
          </ac:graphicFrameMkLst>
        </pc:graphicFrameChg>
        <pc:graphicFrameChg chg="add del mod">
          <ac:chgData name="Zhe Shen" userId="01eaba4c-7cb5-4ff2-8cbf-2d7ece705b92" providerId="ADAL" clId="{173FBDC3-3587-4701-A87B-468530415A7F}" dt="2024-09-12T08:10:32.923" v="8711" actId="478"/>
          <ac:graphicFrameMkLst>
            <pc:docMk/>
            <pc:sldMk cId="1289592244" sldId="435"/>
            <ac:graphicFrameMk id="34" creationId="{E2F0046A-7FA6-7BC6-A69C-7F4A73010100}"/>
          </ac:graphicFrameMkLst>
        </pc:graphicFrameChg>
        <pc:graphicFrameChg chg="add del">
          <ac:chgData name="Zhe Shen" userId="01eaba4c-7cb5-4ff2-8cbf-2d7ece705b92" providerId="ADAL" clId="{173FBDC3-3587-4701-A87B-468530415A7F}" dt="2024-09-12T08:10:32.923" v="8711" actId="478"/>
          <ac:graphicFrameMkLst>
            <pc:docMk/>
            <pc:sldMk cId="1289592244" sldId="435"/>
            <ac:graphicFrameMk id="35" creationId="{8BD62CFA-6A4B-3425-B41D-E926F4C56EBE}"/>
          </ac:graphicFrameMkLst>
        </pc:graphicFrameChg>
        <pc:graphicFrameChg chg="add del">
          <ac:chgData name="Zhe Shen" userId="01eaba4c-7cb5-4ff2-8cbf-2d7ece705b92" providerId="ADAL" clId="{173FBDC3-3587-4701-A87B-468530415A7F}" dt="2024-09-12T08:10:32.923" v="8711" actId="478"/>
          <ac:graphicFrameMkLst>
            <pc:docMk/>
            <pc:sldMk cId="1289592244" sldId="435"/>
            <ac:graphicFrameMk id="36" creationId="{55376A7F-FE90-450D-6E6C-B916A2980036}"/>
          </ac:graphicFrameMkLst>
        </pc:graphicFrameChg>
        <pc:graphicFrameChg chg="add del">
          <ac:chgData name="Zhe Shen" userId="01eaba4c-7cb5-4ff2-8cbf-2d7ece705b92" providerId="ADAL" clId="{173FBDC3-3587-4701-A87B-468530415A7F}" dt="2024-09-12T08:10:32.923" v="8711" actId="478"/>
          <ac:graphicFrameMkLst>
            <pc:docMk/>
            <pc:sldMk cId="1289592244" sldId="435"/>
            <ac:graphicFrameMk id="37" creationId="{811A5CE1-0095-4685-03E7-D847BBCD75B3}"/>
          </ac:graphicFrameMkLst>
        </pc:graphicFrameChg>
        <pc:graphicFrameChg chg="add del mod">
          <ac:chgData name="Zhe Shen" userId="01eaba4c-7cb5-4ff2-8cbf-2d7ece705b92" providerId="ADAL" clId="{173FBDC3-3587-4701-A87B-468530415A7F}" dt="2024-09-12T08:10:32.923" v="8711" actId="478"/>
          <ac:graphicFrameMkLst>
            <pc:docMk/>
            <pc:sldMk cId="1289592244" sldId="435"/>
            <ac:graphicFrameMk id="40" creationId="{7AD99027-873D-4B8B-26FA-3EEBA7684C3B}"/>
          </ac:graphicFrameMkLst>
        </pc:graphicFrameChg>
        <pc:graphicFrameChg chg="add mod">
          <ac:chgData name="Zhe Shen" userId="01eaba4c-7cb5-4ff2-8cbf-2d7ece705b92" providerId="ADAL" clId="{173FBDC3-3587-4701-A87B-468530415A7F}" dt="2024-09-12T07:05:10.274" v="7150"/>
          <ac:graphicFrameMkLst>
            <pc:docMk/>
            <pc:sldMk cId="1289592244" sldId="435"/>
            <ac:graphicFrameMk id="60" creationId="{DF852AE3-2265-798B-D762-1E185C47D788}"/>
          </ac:graphicFrameMkLst>
        </pc:graphicFrameChg>
        <pc:graphicFrameChg chg="add del mod">
          <ac:chgData name="Zhe Shen" userId="01eaba4c-7cb5-4ff2-8cbf-2d7ece705b92" providerId="ADAL" clId="{173FBDC3-3587-4701-A87B-468530415A7F}" dt="2024-09-12T08:10:32.923" v="8711" actId="478"/>
          <ac:graphicFrameMkLst>
            <pc:docMk/>
            <pc:sldMk cId="1289592244" sldId="435"/>
            <ac:graphicFrameMk id="68" creationId="{A093AEE3-102A-8C08-78F2-8B752B619D8D}"/>
          </ac:graphicFrameMkLst>
        </pc:graphicFrameChg>
        <pc:graphicFrameChg chg="add del mod">
          <ac:chgData name="Zhe Shen" userId="01eaba4c-7cb5-4ff2-8cbf-2d7ece705b92" providerId="ADAL" clId="{173FBDC3-3587-4701-A87B-468530415A7F}" dt="2024-09-12T08:10:32.923" v="8711" actId="478"/>
          <ac:graphicFrameMkLst>
            <pc:docMk/>
            <pc:sldMk cId="1289592244" sldId="435"/>
            <ac:graphicFrameMk id="69" creationId="{F63A26D1-1F66-53FC-DA12-2CA6F5A8E8B9}"/>
          </ac:graphicFrameMkLst>
        </pc:graphicFrameChg>
        <pc:graphicFrameChg chg="add del mod">
          <ac:chgData name="Zhe Shen" userId="01eaba4c-7cb5-4ff2-8cbf-2d7ece705b92" providerId="ADAL" clId="{173FBDC3-3587-4701-A87B-468530415A7F}" dt="2024-09-12T08:10:32.923" v="8711" actId="478"/>
          <ac:graphicFrameMkLst>
            <pc:docMk/>
            <pc:sldMk cId="1289592244" sldId="435"/>
            <ac:graphicFrameMk id="70" creationId="{5044E032-549F-E109-CB05-C3D9FAD05147}"/>
          </ac:graphicFrameMkLst>
        </pc:graphicFrameChg>
        <pc:picChg chg="del">
          <ac:chgData name="Zhe Shen" userId="01eaba4c-7cb5-4ff2-8cbf-2d7ece705b92" providerId="ADAL" clId="{173FBDC3-3587-4701-A87B-468530415A7F}" dt="2024-09-12T06:23:01.998" v="6820" actId="478"/>
          <ac:picMkLst>
            <pc:docMk/>
            <pc:sldMk cId="1289592244" sldId="435"/>
            <ac:picMk id="22" creationId="{7C95FB95-521D-594F-6BF2-DAB92387D043}"/>
          </ac:picMkLst>
        </pc:picChg>
        <pc:picChg chg="add del mod">
          <ac:chgData name="Zhe Shen" userId="01eaba4c-7cb5-4ff2-8cbf-2d7ece705b92" providerId="ADAL" clId="{173FBDC3-3587-4701-A87B-468530415A7F}" dt="2024-09-12T07:12:41.978" v="7508" actId="478"/>
          <ac:picMkLst>
            <pc:docMk/>
            <pc:sldMk cId="1289592244" sldId="435"/>
            <ac:picMk id="41" creationId="{D82B3DFE-6059-C26E-2325-3B08BF85D4DE}"/>
          </ac:picMkLst>
        </pc:picChg>
        <pc:picChg chg="del">
          <ac:chgData name="Zhe Shen" userId="01eaba4c-7cb5-4ff2-8cbf-2d7ece705b92" providerId="ADAL" clId="{173FBDC3-3587-4701-A87B-468530415A7F}" dt="2024-09-12T06:23:01.998" v="6820" actId="478"/>
          <ac:picMkLst>
            <pc:docMk/>
            <pc:sldMk cId="1289592244" sldId="435"/>
            <ac:picMk id="42" creationId="{9F48EB67-4E97-9762-6301-901A7A52CF6A}"/>
          </ac:picMkLst>
        </pc:picChg>
        <pc:picChg chg="del">
          <ac:chgData name="Zhe Shen" userId="01eaba4c-7cb5-4ff2-8cbf-2d7ece705b92" providerId="ADAL" clId="{173FBDC3-3587-4701-A87B-468530415A7F}" dt="2024-09-12T06:23:01.998" v="6820" actId="478"/>
          <ac:picMkLst>
            <pc:docMk/>
            <pc:sldMk cId="1289592244" sldId="435"/>
            <ac:picMk id="44" creationId="{A246C7EE-EF4E-888D-344D-3055525B8A84}"/>
          </ac:picMkLst>
        </pc:picChg>
        <pc:picChg chg="add del mod">
          <ac:chgData name="Zhe Shen" userId="01eaba4c-7cb5-4ff2-8cbf-2d7ece705b92" providerId="ADAL" clId="{173FBDC3-3587-4701-A87B-468530415A7F}" dt="2024-09-12T08:10:32.923" v="8711" actId="478"/>
          <ac:picMkLst>
            <pc:docMk/>
            <pc:sldMk cId="1289592244" sldId="435"/>
            <ac:picMk id="45" creationId="{37B1EEC4-490F-9778-0794-FCDC05A42831}"/>
          </ac:picMkLst>
        </pc:picChg>
        <pc:picChg chg="add del mod">
          <ac:chgData name="Zhe Shen" userId="01eaba4c-7cb5-4ff2-8cbf-2d7ece705b92" providerId="ADAL" clId="{173FBDC3-3587-4701-A87B-468530415A7F}" dt="2024-09-12T08:10:32.923" v="8711" actId="478"/>
          <ac:picMkLst>
            <pc:docMk/>
            <pc:sldMk cId="1289592244" sldId="435"/>
            <ac:picMk id="54" creationId="{D3FA0B31-B568-E3E4-CDF0-D71A6A45730C}"/>
          </ac:picMkLst>
        </pc:picChg>
        <pc:picChg chg="add del mod">
          <ac:chgData name="Zhe Shen" userId="01eaba4c-7cb5-4ff2-8cbf-2d7ece705b92" providerId="ADAL" clId="{173FBDC3-3587-4701-A87B-468530415A7F}" dt="2024-09-12T08:10:32.923" v="8711" actId="478"/>
          <ac:picMkLst>
            <pc:docMk/>
            <pc:sldMk cId="1289592244" sldId="435"/>
            <ac:picMk id="56" creationId="{06AAF0D5-9637-2B54-C973-C9CC341D8493}"/>
          </ac:picMkLst>
        </pc:picChg>
        <pc:picChg chg="add del mod">
          <ac:chgData name="Zhe Shen" userId="01eaba4c-7cb5-4ff2-8cbf-2d7ece705b92" providerId="ADAL" clId="{173FBDC3-3587-4701-A87B-468530415A7F}" dt="2024-09-12T08:10:32.923" v="8711" actId="478"/>
          <ac:picMkLst>
            <pc:docMk/>
            <pc:sldMk cId="1289592244" sldId="435"/>
            <ac:picMk id="57" creationId="{58D6D039-B9EA-FB38-94A8-3F44B59CC367}"/>
          </ac:picMkLst>
        </pc:picChg>
        <pc:picChg chg="add del mod">
          <ac:chgData name="Zhe Shen" userId="01eaba4c-7cb5-4ff2-8cbf-2d7ece705b92" providerId="ADAL" clId="{173FBDC3-3587-4701-A87B-468530415A7F}" dt="2024-09-12T07:15:07.460" v="7532" actId="478"/>
          <ac:picMkLst>
            <pc:docMk/>
            <pc:sldMk cId="1289592244" sldId="435"/>
            <ac:picMk id="64" creationId="{31C54409-18E7-8FA7-4DC2-6E7A1DA596DD}"/>
          </ac:picMkLst>
        </pc:picChg>
        <pc:picChg chg="add del mod">
          <ac:chgData name="Zhe Shen" userId="01eaba4c-7cb5-4ff2-8cbf-2d7ece705b92" providerId="ADAL" clId="{173FBDC3-3587-4701-A87B-468530415A7F}" dt="2024-09-12T07:15:50.736" v="7559" actId="478"/>
          <ac:picMkLst>
            <pc:docMk/>
            <pc:sldMk cId="1289592244" sldId="435"/>
            <ac:picMk id="65" creationId="{BD8BC1AD-2D9D-58D6-A69C-855335B6F6C1}"/>
          </ac:picMkLst>
        </pc:picChg>
        <pc:picChg chg="add del mod">
          <ac:chgData name="Zhe Shen" userId="01eaba4c-7cb5-4ff2-8cbf-2d7ece705b92" providerId="ADAL" clId="{173FBDC3-3587-4701-A87B-468530415A7F}" dt="2024-09-12T07:16:16.700" v="7567" actId="478"/>
          <ac:picMkLst>
            <pc:docMk/>
            <pc:sldMk cId="1289592244" sldId="435"/>
            <ac:picMk id="66" creationId="{D276DE29-6DC8-F1E8-11EC-7F6826FBC2E5}"/>
          </ac:picMkLst>
        </pc:picChg>
      </pc:sldChg>
      <pc:sldChg chg="add del">
        <pc:chgData name="Zhe Shen" userId="01eaba4c-7cb5-4ff2-8cbf-2d7ece705b92" providerId="ADAL" clId="{173FBDC3-3587-4701-A87B-468530415A7F}" dt="2024-09-11T13:35:47.931" v="5387" actId="47"/>
        <pc:sldMkLst>
          <pc:docMk/>
          <pc:sldMk cId="1609945606" sldId="435"/>
        </pc:sldMkLst>
      </pc:sldChg>
      <pc:sldChg chg="add del">
        <pc:chgData name="Zhe Shen" userId="01eaba4c-7cb5-4ff2-8cbf-2d7ece705b92" providerId="ADAL" clId="{173FBDC3-3587-4701-A87B-468530415A7F}" dt="2024-09-11T14:35:20.790" v="6031" actId="47"/>
        <pc:sldMkLst>
          <pc:docMk/>
          <pc:sldMk cId="3473840569" sldId="436"/>
        </pc:sldMkLst>
      </pc:sldChg>
      <pc:sldChg chg="addSp delSp modSp add mod delAnim modNotesTx">
        <pc:chgData name="Zhe Shen" userId="01eaba4c-7cb5-4ff2-8cbf-2d7ece705b92" providerId="ADAL" clId="{173FBDC3-3587-4701-A87B-468530415A7F}" dt="2024-09-12T08:13:30.604" v="8822"/>
        <pc:sldMkLst>
          <pc:docMk/>
          <pc:sldMk cId="3894166518" sldId="436"/>
        </pc:sldMkLst>
        <pc:spChg chg="add mod">
          <ac:chgData name="Zhe Shen" userId="01eaba4c-7cb5-4ff2-8cbf-2d7ece705b92" providerId="ADAL" clId="{173FBDC3-3587-4701-A87B-468530415A7F}" dt="2024-09-12T08:11:57.387" v="8732" actId="20577"/>
          <ac:spMkLst>
            <pc:docMk/>
            <pc:sldMk cId="3894166518" sldId="436"/>
            <ac:spMk id="7" creationId="{2AEC4058-7A52-4977-A0C6-767A4C4918C3}"/>
          </ac:spMkLst>
        </pc:spChg>
        <pc:spChg chg="add mod">
          <ac:chgData name="Zhe Shen" userId="01eaba4c-7cb5-4ff2-8cbf-2d7ece705b92" providerId="ADAL" clId="{173FBDC3-3587-4701-A87B-468530415A7F}" dt="2024-09-12T08:11:26.582" v="8714"/>
          <ac:spMkLst>
            <pc:docMk/>
            <pc:sldMk cId="3894166518" sldId="436"/>
            <ac:spMk id="8" creationId="{19967AD0-3676-EA02-6164-4EF463557CF8}"/>
          </ac:spMkLst>
        </pc:spChg>
        <pc:spChg chg="mod">
          <ac:chgData name="Zhe Shen" userId="01eaba4c-7cb5-4ff2-8cbf-2d7ece705b92" providerId="ADAL" clId="{173FBDC3-3587-4701-A87B-468530415A7F}" dt="2024-09-12T08:05:07.735" v="8709" actId="20577"/>
          <ac:spMkLst>
            <pc:docMk/>
            <pc:sldMk cId="3894166518" sldId="436"/>
            <ac:spMk id="13" creationId="{6754E07E-3E69-6B8E-2C8C-D339B562182A}"/>
          </ac:spMkLst>
        </pc:spChg>
        <pc:spChg chg="add mod">
          <ac:chgData name="Zhe Shen" userId="01eaba4c-7cb5-4ff2-8cbf-2d7ece705b92" providerId="ADAL" clId="{173FBDC3-3587-4701-A87B-468530415A7F}" dt="2024-09-12T08:11:26.582" v="8714"/>
          <ac:spMkLst>
            <pc:docMk/>
            <pc:sldMk cId="3894166518" sldId="436"/>
            <ac:spMk id="22" creationId="{CC4632FC-D48F-3F01-14CD-24406775D50A}"/>
          </ac:spMkLst>
        </pc:spChg>
        <pc:spChg chg="add del mod">
          <ac:chgData name="Zhe Shen" userId="01eaba4c-7cb5-4ff2-8cbf-2d7ece705b92" providerId="ADAL" clId="{173FBDC3-3587-4701-A87B-468530415A7F}" dt="2024-09-12T08:11:37.717" v="8716" actId="478"/>
          <ac:spMkLst>
            <pc:docMk/>
            <pc:sldMk cId="3894166518" sldId="436"/>
            <ac:spMk id="23" creationId="{CA134EB9-F150-30B2-DB87-7DA60EA9F80C}"/>
          </ac:spMkLst>
        </pc:spChg>
        <pc:spChg chg="del">
          <ac:chgData name="Zhe Shen" userId="01eaba4c-7cb5-4ff2-8cbf-2d7ece705b92" providerId="ADAL" clId="{173FBDC3-3587-4701-A87B-468530415A7F}" dt="2024-09-12T08:11:02.828" v="8712" actId="478"/>
          <ac:spMkLst>
            <pc:docMk/>
            <pc:sldMk cId="3894166518" sldId="436"/>
            <ac:spMk id="27" creationId="{959C67A7-DC35-D474-8B42-3764BFF668B9}"/>
          </ac:spMkLst>
        </pc:spChg>
        <pc:spChg chg="del">
          <ac:chgData name="Zhe Shen" userId="01eaba4c-7cb5-4ff2-8cbf-2d7ece705b92" providerId="ADAL" clId="{173FBDC3-3587-4701-A87B-468530415A7F}" dt="2024-09-12T08:11:02.828" v="8712" actId="478"/>
          <ac:spMkLst>
            <pc:docMk/>
            <pc:sldMk cId="3894166518" sldId="436"/>
            <ac:spMk id="38" creationId="{489D8E37-C383-595E-3C41-993C82EA8DA4}"/>
          </ac:spMkLst>
        </pc:spChg>
        <pc:spChg chg="del">
          <ac:chgData name="Zhe Shen" userId="01eaba4c-7cb5-4ff2-8cbf-2d7ece705b92" providerId="ADAL" clId="{173FBDC3-3587-4701-A87B-468530415A7F}" dt="2024-09-12T08:11:02.828" v="8712" actId="478"/>
          <ac:spMkLst>
            <pc:docMk/>
            <pc:sldMk cId="3894166518" sldId="436"/>
            <ac:spMk id="39" creationId="{4666E8B5-E593-E9A3-F0A2-0527525F7302}"/>
          </ac:spMkLst>
        </pc:spChg>
        <pc:spChg chg="add del mod">
          <ac:chgData name="Zhe Shen" userId="01eaba4c-7cb5-4ff2-8cbf-2d7ece705b92" providerId="ADAL" clId="{173FBDC3-3587-4701-A87B-468530415A7F}" dt="2024-09-12T08:11:36.172" v="8715" actId="478"/>
          <ac:spMkLst>
            <pc:docMk/>
            <pc:sldMk cId="3894166518" sldId="436"/>
            <ac:spMk id="41" creationId="{B1C05D57-A415-1375-9AFE-EC57DE94BA3F}"/>
          </ac:spMkLst>
        </pc:spChg>
        <pc:spChg chg="add mod">
          <ac:chgData name="Zhe Shen" userId="01eaba4c-7cb5-4ff2-8cbf-2d7ece705b92" providerId="ADAL" clId="{173FBDC3-3587-4701-A87B-468530415A7F}" dt="2024-09-12T08:13:30.604" v="8822"/>
          <ac:spMkLst>
            <pc:docMk/>
            <pc:sldMk cId="3894166518" sldId="436"/>
            <ac:spMk id="42" creationId="{54F2B356-E140-9A39-BD16-B622375CA373}"/>
          </ac:spMkLst>
        </pc:spChg>
        <pc:spChg chg="del">
          <ac:chgData name="Zhe Shen" userId="01eaba4c-7cb5-4ff2-8cbf-2d7ece705b92" providerId="ADAL" clId="{173FBDC3-3587-4701-A87B-468530415A7F}" dt="2024-09-12T08:11:02.828" v="8712" actId="478"/>
          <ac:spMkLst>
            <pc:docMk/>
            <pc:sldMk cId="3894166518" sldId="436"/>
            <ac:spMk id="47" creationId="{0E1849AD-9891-5E41-88F9-C959096A8F5F}"/>
          </ac:spMkLst>
        </pc:spChg>
        <pc:spChg chg="del">
          <ac:chgData name="Zhe Shen" userId="01eaba4c-7cb5-4ff2-8cbf-2d7ece705b92" providerId="ADAL" clId="{173FBDC3-3587-4701-A87B-468530415A7F}" dt="2024-09-12T08:11:02.828" v="8712" actId="478"/>
          <ac:spMkLst>
            <pc:docMk/>
            <pc:sldMk cId="3894166518" sldId="436"/>
            <ac:spMk id="50" creationId="{A5E7032F-DCD8-D8F3-4F35-2D19A08F756D}"/>
          </ac:spMkLst>
        </pc:spChg>
        <pc:spChg chg="del">
          <ac:chgData name="Zhe Shen" userId="01eaba4c-7cb5-4ff2-8cbf-2d7ece705b92" providerId="ADAL" clId="{173FBDC3-3587-4701-A87B-468530415A7F}" dt="2024-09-12T08:11:02.828" v="8712" actId="478"/>
          <ac:spMkLst>
            <pc:docMk/>
            <pc:sldMk cId="3894166518" sldId="436"/>
            <ac:spMk id="53" creationId="{7091F8F2-B73B-7385-8F19-32A12FE65DD2}"/>
          </ac:spMkLst>
        </pc:spChg>
        <pc:spChg chg="del">
          <ac:chgData name="Zhe Shen" userId="01eaba4c-7cb5-4ff2-8cbf-2d7ece705b92" providerId="ADAL" clId="{173FBDC3-3587-4701-A87B-468530415A7F}" dt="2024-09-12T08:11:02.828" v="8712" actId="478"/>
          <ac:spMkLst>
            <pc:docMk/>
            <pc:sldMk cId="3894166518" sldId="436"/>
            <ac:spMk id="55" creationId="{C6F26A54-C62C-E3D9-1323-C004C0AD8981}"/>
          </ac:spMkLst>
        </pc:spChg>
        <pc:spChg chg="del">
          <ac:chgData name="Zhe Shen" userId="01eaba4c-7cb5-4ff2-8cbf-2d7ece705b92" providerId="ADAL" clId="{173FBDC3-3587-4701-A87B-468530415A7F}" dt="2024-09-12T08:11:02.828" v="8712" actId="478"/>
          <ac:spMkLst>
            <pc:docMk/>
            <pc:sldMk cId="3894166518" sldId="436"/>
            <ac:spMk id="58" creationId="{FD53093A-DFB0-FC09-1716-B7E40CB63DF9}"/>
          </ac:spMkLst>
        </pc:spChg>
        <pc:spChg chg="del">
          <ac:chgData name="Zhe Shen" userId="01eaba4c-7cb5-4ff2-8cbf-2d7ece705b92" providerId="ADAL" clId="{173FBDC3-3587-4701-A87B-468530415A7F}" dt="2024-09-12T08:11:02.828" v="8712" actId="478"/>
          <ac:spMkLst>
            <pc:docMk/>
            <pc:sldMk cId="3894166518" sldId="436"/>
            <ac:spMk id="61" creationId="{9B42A845-3FA5-BE65-7411-0294A5CE7D7F}"/>
          </ac:spMkLst>
        </pc:spChg>
        <pc:spChg chg="del">
          <ac:chgData name="Zhe Shen" userId="01eaba4c-7cb5-4ff2-8cbf-2d7ece705b92" providerId="ADAL" clId="{173FBDC3-3587-4701-A87B-468530415A7F}" dt="2024-09-12T08:11:02.828" v="8712" actId="478"/>
          <ac:spMkLst>
            <pc:docMk/>
            <pc:sldMk cId="3894166518" sldId="436"/>
            <ac:spMk id="62" creationId="{D450F6CA-2C08-543D-C224-9361747993DF}"/>
          </ac:spMkLst>
        </pc:spChg>
        <pc:spChg chg="del">
          <ac:chgData name="Zhe Shen" userId="01eaba4c-7cb5-4ff2-8cbf-2d7ece705b92" providerId="ADAL" clId="{173FBDC3-3587-4701-A87B-468530415A7F}" dt="2024-09-12T08:11:02.828" v="8712" actId="478"/>
          <ac:spMkLst>
            <pc:docMk/>
            <pc:sldMk cId="3894166518" sldId="436"/>
            <ac:spMk id="63" creationId="{B777D07F-2501-E876-9660-65BFF755C23E}"/>
          </ac:spMkLst>
        </pc:spChg>
        <pc:spChg chg="add mod">
          <ac:chgData name="Zhe Shen" userId="01eaba4c-7cb5-4ff2-8cbf-2d7ece705b92" providerId="ADAL" clId="{173FBDC3-3587-4701-A87B-468530415A7F}" dt="2024-09-12T08:13:30.604" v="8822"/>
          <ac:spMkLst>
            <pc:docMk/>
            <pc:sldMk cId="3894166518" sldId="436"/>
            <ac:spMk id="65" creationId="{EF47878C-3320-7159-C681-308082B3D84D}"/>
          </ac:spMkLst>
        </pc:spChg>
        <pc:spChg chg="add mod">
          <ac:chgData name="Zhe Shen" userId="01eaba4c-7cb5-4ff2-8cbf-2d7ece705b92" providerId="ADAL" clId="{173FBDC3-3587-4701-A87B-468530415A7F}" dt="2024-09-12T08:13:30.604" v="8822"/>
          <ac:spMkLst>
            <pc:docMk/>
            <pc:sldMk cId="3894166518" sldId="436"/>
            <ac:spMk id="66" creationId="{1D916A68-AEEB-37E3-623D-97A485ED134C}"/>
          </ac:spMkLst>
        </pc:spChg>
        <pc:spChg chg="del">
          <ac:chgData name="Zhe Shen" userId="01eaba4c-7cb5-4ff2-8cbf-2d7ece705b92" providerId="ADAL" clId="{173FBDC3-3587-4701-A87B-468530415A7F}" dt="2024-09-12T08:11:02.828" v="8712" actId="478"/>
          <ac:spMkLst>
            <pc:docMk/>
            <pc:sldMk cId="3894166518" sldId="436"/>
            <ac:spMk id="67" creationId="{973520EE-300F-A003-E722-0B1A01CCA675}"/>
          </ac:spMkLst>
        </pc:spChg>
        <pc:spChg chg="del">
          <ac:chgData name="Zhe Shen" userId="01eaba4c-7cb5-4ff2-8cbf-2d7ece705b92" providerId="ADAL" clId="{173FBDC3-3587-4701-A87B-468530415A7F}" dt="2024-09-12T08:11:02.828" v="8712" actId="478"/>
          <ac:spMkLst>
            <pc:docMk/>
            <pc:sldMk cId="3894166518" sldId="436"/>
            <ac:spMk id="71" creationId="{1B933FD8-DE14-BCFA-F1CC-2890D7371028}"/>
          </ac:spMkLst>
        </pc:spChg>
        <pc:spChg chg="del">
          <ac:chgData name="Zhe Shen" userId="01eaba4c-7cb5-4ff2-8cbf-2d7ece705b92" providerId="ADAL" clId="{173FBDC3-3587-4701-A87B-468530415A7F}" dt="2024-09-12T08:11:02.828" v="8712" actId="478"/>
          <ac:spMkLst>
            <pc:docMk/>
            <pc:sldMk cId="3894166518" sldId="436"/>
            <ac:spMk id="72" creationId="{CD546DA2-3DBF-89E3-FA20-3A9B2F517A29}"/>
          </ac:spMkLst>
        </pc:spChg>
        <pc:spChg chg="del">
          <ac:chgData name="Zhe Shen" userId="01eaba4c-7cb5-4ff2-8cbf-2d7ece705b92" providerId="ADAL" clId="{173FBDC3-3587-4701-A87B-468530415A7F}" dt="2024-09-12T08:11:02.828" v="8712" actId="478"/>
          <ac:spMkLst>
            <pc:docMk/>
            <pc:sldMk cId="3894166518" sldId="436"/>
            <ac:spMk id="73" creationId="{5B6D0D55-495C-117F-0014-E4E44ADA5ECA}"/>
          </ac:spMkLst>
        </pc:spChg>
        <pc:spChg chg="del">
          <ac:chgData name="Zhe Shen" userId="01eaba4c-7cb5-4ff2-8cbf-2d7ece705b92" providerId="ADAL" clId="{173FBDC3-3587-4701-A87B-468530415A7F}" dt="2024-09-12T08:11:02.828" v="8712" actId="478"/>
          <ac:spMkLst>
            <pc:docMk/>
            <pc:sldMk cId="3894166518" sldId="436"/>
            <ac:spMk id="74" creationId="{7078A611-6F6F-E218-77CE-D69DDB1A6055}"/>
          </ac:spMkLst>
        </pc:spChg>
        <pc:spChg chg="del">
          <ac:chgData name="Zhe Shen" userId="01eaba4c-7cb5-4ff2-8cbf-2d7ece705b92" providerId="ADAL" clId="{173FBDC3-3587-4701-A87B-468530415A7F}" dt="2024-09-12T08:11:02.828" v="8712" actId="478"/>
          <ac:spMkLst>
            <pc:docMk/>
            <pc:sldMk cId="3894166518" sldId="436"/>
            <ac:spMk id="75" creationId="{5DD62C60-0EEF-AD1C-A32D-5EFA33F2382A}"/>
          </ac:spMkLst>
        </pc:spChg>
        <pc:spChg chg="del">
          <ac:chgData name="Zhe Shen" userId="01eaba4c-7cb5-4ff2-8cbf-2d7ece705b92" providerId="ADAL" clId="{173FBDC3-3587-4701-A87B-468530415A7F}" dt="2024-09-12T08:11:02.828" v="8712" actId="478"/>
          <ac:spMkLst>
            <pc:docMk/>
            <pc:sldMk cId="3894166518" sldId="436"/>
            <ac:spMk id="76" creationId="{F82A1926-214B-A2B6-F6C8-8132DF94C8A5}"/>
          </ac:spMkLst>
        </pc:spChg>
        <pc:spChg chg="del">
          <ac:chgData name="Zhe Shen" userId="01eaba4c-7cb5-4ff2-8cbf-2d7ece705b92" providerId="ADAL" clId="{173FBDC3-3587-4701-A87B-468530415A7F}" dt="2024-09-12T08:11:02.828" v="8712" actId="478"/>
          <ac:spMkLst>
            <pc:docMk/>
            <pc:sldMk cId="3894166518" sldId="436"/>
            <ac:spMk id="77" creationId="{15B8041A-0683-26CA-2F71-55B9921E1C77}"/>
          </ac:spMkLst>
        </pc:spChg>
        <pc:spChg chg="del">
          <ac:chgData name="Zhe Shen" userId="01eaba4c-7cb5-4ff2-8cbf-2d7ece705b92" providerId="ADAL" clId="{173FBDC3-3587-4701-A87B-468530415A7F}" dt="2024-09-12T08:11:02.828" v="8712" actId="478"/>
          <ac:spMkLst>
            <pc:docMk/>
            <pc:sldMk cId="3894166518" sldId="436"/>
            <ac:spMk id="78" creationId="{29700C48-A646-7D14-3F48-1D0650EA2DFB}"/>
          </ac:spMkLst>
        </pc:spChg>
        <pc:spChg chg="del">
          <ac:chgData name="Zhe Shen" userId="01eaba4c-7cb5-4ff2-8cbf-2d7ece705b92" providerId="ADAL" clId="{173FBDC3-3587-4701-A87B-468530415A7F}" dt="2024-09-12T08:11:02.828" v="8712" actId="478"/>
          <ac:spMkLst>
            <pc:docMk/>
            <pc:sldMk cId="3894166518" sldId="436"/>
            <ac:spMk id="79" creationId="{637EE8BC-7C7B-33C4-A511-01DFF672586E}"/>
          </ac:spMkLst>
        </pc:spChg>
        <pc:spChg chg="del">
          <ac:chgData name="Zhe Shen" userId="01eaba4c-7cb5-4ff2-8cbf-2d7ece705b92" providerId="ADAL" clId="{173FBDC3-3587-4701-A87B-468530415A7F}" dt="2024-09-12T08:11:02.828" v="8712" actId="478"/>
          <ac:spMkLst>
            <pc:docMk/>
            <pc:sldMk cId="3894166518" sldId="436"/>
            <ac:spMk id="80" creationId="{09C030D8-6FD6-C036-F0C0-9B0406299D07}"/>
          </ac:spMkLst>
        </pc:spChg>
        <pc:spChg chg="add mod">
          <ac:chgData name="Zhe Shen" userId="01eaba4c-7cb5-4ff2-8cbf-2d7ece705b92" providerId="ADAL" clId="{173FBDC3-3587-4701-A87B-468530415A7F}" dt="2024-09-12T08:13:30.604" v="8822"/>
          <ac:spMkLst>
            <pc:docMk/>
            <pc:sldMk cId="3894166518" sldId="436"/>
            <ac:spMk id="81" creationId="{9D59EDFC-7FC6-1AFE-09BC-B8B6C599C3B0}"/>
          </ac:spMkLst>
        </pc:spChg>
        <pc:graphicFrameChg chg="add mod">
          <ac:chgData name="Zhe Shen" userId="01eaba4c-7cb5-4ff2-8cbf-2d7ece705b92" providerId="ADAL" clId="{173FBDC3-3587-4701-A87B-468530415A7F}" dt="2024-09-12T08:11:26.582" v="8714"/>
          <ac:graphicFrameMkLst>
            <pc:docMk/>
            <pc:sldMk cId="3894166518" sldId="436"/>
            <ac:graphicFrameMk id="9" creationId="{86868BC5-B428-AE28-0498-24B6920ABCD4}"/>
          </ac:graphicFrameMkLst>
        </pc:graphicFrameChg>
        <pc:graphicFrameChg chg="add mod">
          <ac:chgData name="Zhe Shen" userId="01eaba4c-7cb5-4ff2-8cbf-2d7ece705b92" providerId="ADAL" clId="{173FBDC3-3587-4701-A87B-468530415A7F}" dt="2024-09-12T08:11:26.582" v="8714"/>
          <ac:graphicFrameMkLst>
            <pc:docMk/>
            <pc:sldMk cId="3894166518" sldId="436"/>
            <ac:graphicFrameMk id="10" creationId="{BDC8A4F9-D874-29EC-330E-36474368873F}"/>
          </ac:graphicFrameMkLst>
        </pc:graphicFrameChg>
        <pc:graphicFrameChg chg="add mod">
          <ac:chgData name="Zhe Shen" userId="01eaba4c-7cb5-4ff2-8cbf-2d7ece705b92" providerId="ADAL" clId="{173FBDC3-3587-4701-A87B-468530415A7F}" dt="2024-09-12T08:11:26.582" v="8714"/>
          <ac:graphicFrameMkLst>
            <pc:docMk/>
            <pc:sldMk cId="3894166518" sldId="436"/>
            <ac:graphicFrameMk id="11" creationId="{DA2DA6F7-697B-E70F-0961-D8EE7424062D}"/>
          </ac:graphicFrameMkLst>
        </pc:graphicFrameChg>
        <pc:graphicFrameChg chg="add mod">
          <ac:chgData name="Zhe Shen" userId="01eaba4c-7cb5-4ff2-8cbf-2d7ece705b92" providerId="ADAL" clId="{173FBDC3-3587-4701-A87B-468530415A7F}" dt="2024-09-12T08:11:26.582" v="8714"/>
          <ac:graphicFrameMkLst>
            <pc:docMk/>
            <pc:sldMk cId="3894166518" sldId="436"/>
            <ac:graphicFrameMk id="14" creationId="{FD4B088C-A01D-889A-42E5-422F52769CBB}"/>
          </ac:graphicFrameMkLst>
        </pc:graphicFrameChg>
        <pc:graphicFrameChg chg="add mod">
          <ac:chgData name="Zhe Shen" userId="01eaba4c-7cb5-4ff2-8cbf-2d7ece705b92" providerId="ADAL" clId="{173FBDC3-3587-4701-A87B-468530415A7F}" dt="2024-09-12T08:11:26.582" v="8714"/>
          <ac:graphicFrameMkLst>
            <pc:docMk/>
            <pc:sldMk cId="3894166518" sldId="436"/>
            <ac:graphicFrameMk id="15" creationId="{EDF14F7B-1CAD-1DD3-8EB6-512F58CA96B4}"/>
          </ac:graphicFrameMkLst>
        </pc:graphicFrameChg>
        <pc:graphicFrameChg chg="add mod">
          <ac:chgData name="Zhe Shen" userId="01eaba4c-7cb5-4ff2-8cbf-2d7ece705b92" providerId="ADAL" clId="{173FBDC3-3587-4701-A87B-468530415A7F}" dt="2024-09-12T08:11:26.582" v="8714"/>
          <ac:graphicFrameMkLst>
            <pc:docMk/>
            <pc:sldMk cId="3894166518" sldId="436"/>
            <ac:graphicFrameMk id="16" creationId="{484DC1BD-B250-CF16-49FF-3CAC844D63AC}"/>
          </ac:graphicFrameMkLst>
        </pc:graphicFrameChg>
        <pc:graphicFrameChg chg="add mod">
          <ac:chgData name="Zhe Shen" userId="01eaba4c-7cb5-4ff2-8cbf-2d7ece705b92" providerId="ADAL" clId="{173FBDC3-3587-4701-A87B-468530415A7F}" dt="2024-09-12T08:11:26.582" v="8714"/>
          <ac:graphicFrameMkLst>
            <pc:docMk/>
            <pc:sldMk cId="3894166518" sldId="436"/>
            <ac:graphicFrameMk id="17" creationId="{7E113B1B-496B-8A2F-59F3-4CAE2190E72D}"/>
          </ac:graphicFrameMkLst>
        </pc:graphicFrameChg>
        <pc:graphicFrameChg chg="add mod">
          <ac:chgData name="Zhe Shen" userId="01eaba4c-7cb5-4ff2-8cbf-2d7ece705b92" providerId="ADAL" clId="{173FBDC3-3587-4701-A87B-468530415A7F}" dt="2024-09-12T08:11:26.582" v="8714"/>
          <ac:graphicFrameMkLst>
            <pc:docMk/>
            <pc:sldMk cId="3894166518" sldId="436"/>
            <ac:graphicFrameMk id="18" creationId="{5A4DC2C3-567F-BF97-B18F-EF055035031E}"/>
          </ac:graphicFrameMkLst>
        </pc:graphicFrameChg>
        <pc:graphicFrameChg chg="add mod">
          <ac:chgData name="Zhe Shen" userId="01eaba4c-7cb5-4ff2-8cbf-2d7ece705b92" providerId="ADAL" clId="{173FBDC3-3587-4701-A87B-468530415A7F}" dt="2024-09-12T08:11:26.582" v="8714"/>
          <ac:graphicFrameMkLst>
            <pc:docMk/>
            <pc:sldMk cId="3894166518" sldId="436"/>
            <ac:graphicFrameMk id="19" creationId="{17A0B1A1-588D-D1BA-B3F1-D009CFAC469A}"/>
          </ac:graphicFrameMkLst>
        </pc:graphicFrameChg>
        <pc:graphicFrameChg chg="add mod">
          <ac:chgData name="Zhe Shen" userId="01eaba4c-7cb5-4ff2-8cbf-2d7ece705b92" providerId="ADAL" clId="{173FBDC3-3587-4701-A87B-468530415A7F}" dt="2024-09-12T08:11:26.582" v="8714"/>
          <ac:graphicFrameMkLst>
            <pc:docMk/>
            <pc:sldMk cId="3894166518" sldId="436"/>
            <ac:graphicFrameMk id="20" creationId="{D8F8932D-495F-8EE5-8CA0-A0929237EAB5}"/>
          </ac:graphicFrameMkLst>
        </pc:graphicFrameChg>
        <pc:graphicFrameChg chg="del">
          <ac:chgData name="Zhe Shen" userId="01eaba4c-7cb5-4ff2-8cbf-2d7ece705b92" providerId="ADAL" clId="{173FBDC3-3587-4701-A87B-468530415A7F}" dt="2024-09-12T08:11:02.828" v="8712" actId="478"/>
          <ac:graphicFrameMkLst>
            <pc:docMk/>
            <pc:sldMk cId="3894166518" sldId="436"/>
            <ac:graphicFrameMk id="21" creationId="{83643528-B1A3-162F-6414-04B52CC0FB85}"/>
          </ac:graphicFrameMkLst>
        </pc:graphicFrameChg>
        <pc:graphicFrameChg chg="del">
          <ac:chgData name="Zhe Shen" userId="01eaba4c-7cb5-4ff2-8cbf-2d7ece705b92" providerId="ADAL" clId="{173FBDC3-3587-4701-A87B-468530415A7F}" dt="2024-09-12T08:11:02.828" v="8712" actId="478"/>
          <ac:graphicFrameMkLst>
            <pc:docMk/>
            <pc:sldMk cId="3894166518" sldId="436"/>
            <ac:graphicFrameMk id="25" creationId="{6B689FEF-6798-E555-CDDB-0CCB57C02793}"/>
          </ac:graphicFrameMkLst>
        </pc:graphicFrameChg>
        <pc:graphicFrameChg chg="del">
          <ac:chgData name="Zhe Shen" userId="01eaba4c-7cb5-4ff2-8cbf-2d7ece705b92" providerId="ADAL" clId="{173FBDC3-3587-4701-A87B-468530415A7F}" dt="2024-09-12T08:11:02.828" v="8712" actId="478"/>
          <ac:graphicFrameMkLst>
            <pc:docMk/>
            <pc:sldMk cId="3894166518" sldId="436"/>
            <ac:graphicFrameMk id="28" creationId="{B9C96A8C-D365-168A-0E71-4D00DFD5D077}"/>
          </ac:graphicFrameMkLst>
        </pc:graphicFrameChg>
        <pc:graphicFrameChg chg="del">
          <ac:chgData name="Zhe Shen" userId="01eaba4c-7cb5-4ff2-8cbf-2d7ece705b92" providerId="ADAL" clId="{173FBDC3-3587-4701-A87B-468530415A7F}" dt="2024-09-12T08:11:02.828" v="8712" actId="478"/>
          <ac:graphicFrameMkLst>
            <pc:docMk/>
            <pc:sldMk cId="3894166518" sldId="436"/>
            <ac:graphicFrameMk id="29" creationId="{9DE71FA2-AA08-8DCB-4A9B-FA2DF573F563}"/>
          </ac:graphicFrameMkLst>
        </pc:graphicFrameChg>
        <pc:graphicFrameChg chg="del">
          <ac:chgData name="Zhe Shen" userId="01eaba4c-7cb5-4ff2-8cbf-2d7ece705b92" providerId="ADAL" clId="{173FBDC3-3587-4701-A87B-468530415A7F}" dt="2024-09-12T08:11:02.828" v="8712" actId="478"/>
          <ac:graphicFrameMkLst>
            <pc:docMk/>
            <pc:sldMk cId="3894166518" sldId="436"/>
            <ac:graphicFrameMk id="30" creationId="{E836971A-ED2E-DC7F-C779-5871602AEC88}"/>
          </ac:graphicFrameMkLst>
        </pc:graphicFrameChg>
        <pc:graphicFrameChg chg="del">
          <ac:chgData name="Zhe Shen" userId="01eaba4c-7cb5-4ff2-8cbf-2d7ece705b92" providerId="ADAL" clId="{173FBDC3-3587-4701-A87B-468530415A7F}" dt="2024-09-12T08:11:02.828" v="8712" actId="478"/>
          <ac:graphicFrameMkLst>
            <pc:docMk/>
            <pc:sldMk cId="3894166518" sldId="436"/>
            <ac:graphicFrameMk id="31" creationId="{85BB428A-243E-9BDD-A031-87C6932F5C69}"/>
          </ac:graphicFrameMkLst>
        </pc:graphicFrameChg>
        <pc:graphicFrameChg chg="del">
          <ac:chgData name="Zhe Shen" userId="01eaba4c-7cb5-4ff2-8cbf-2d7ece705b92" providerId="ADAL" clId="{173FBDC3-3587-4701-A87B-468530415A7F}" dt="2024-09-12T08:11:02.828" v="8712" actId="478"/>
          <ac:graphicFrameMkLst>
            <pc:docMk/>
            <pc:sldMk cId="3894166518" sldId="436"/>
            <ac:graphicFrameMk id="32" creationId="{B959B031-2E99-3C1E-2652-BC27AE0EB1BF}"/>
          </ac:graphicFrameMkLst>
        </pc:graphicFrameChg>
        <pc:graphicFrameChg chg="del">
          <ac:chgData name="Zhe Shen" userId="01eaba4c-7cb5-4ff2-8cbf-2d7ece705b92" providerId="ADAL" clId="{173FBDC3-3587-4701-A87B-468530415A7F}" dt="2024-09-12T08:11:02.828" v="8712" actId="478"/>
          <ac:graphicFrameMkLst>
            <pc:docMk/>
            <pc:sldMk cId="3894166518" sldId="436"/>
            <ac:graphicFrameMk id="33" creationId="{68F77384-433B-9DC3-0FB0-1672989ED0DC}"/>
          </ac:graphicFrameMkLst>
        </pc:graphicFrameChg>
        <pc:graphicFrameChg chg="del">
          <ac:chgData name="Zhe Shen" userId="01eaba4c-7cb5-4ff2-8cbf-2d7ece705b92" providerId="ADAL" clId="{173FBDC3-3587-4701-A87B-468530415A7F}" dt="2024-09-12T08:11:02.828" v="8712" actId="478"/>
          <ac:graphicFrameMkLst>
            <pc:docMk/>
            <pc:sldMk cId="3894166518" sldId="436"/>
            <ac:graphicFrameMk id="34" creationId="{E2F0046A-7FA6-7BC6-A69C-7F4A73010100}"/>
          </ac:graphicFrameMkLst>
        </pc:graphicFrameChg>
        <pc:graphicFrameChg chg="del">
          <ac:chgData name="Zhe Shen" userId="01eaba4c-7cb5-4ff2-8cbf-2d7ece705b92" providerId="ADAL" clId="{173FBDC3-3587-4701-A87B-468530415A7F}" dt="2024-09-12T08:11:02.828" v="8712" actId="478"/>
          <ac:graphicFrameMkLst>
            <pc:docMk/>
            <pc:sldMk cId="3894166518" sldId="436"/>
            <ac:graphicFrameMk id="35" creationId="{8BD62CFA-6A4B-3425-B41D-E926F4C56EBE}"/>
          </ac:graphicFrameMkLst>
        </pc:graphicFrameChg>
        <pc:graphicFrameChg chg="del">
          <ac:chgData name="Zhe Shen" userId="01eaba4c-7cb5-4ff2-8cbf-2d7ece705b92" providerId="ADAL" clId="{173FBDC3-3587-4701-A87B-468530415A7F}" dt="2024-09-12T08:11:02.828" v="8712" actId="478"/>
          <ac:graphicFrameMkLst>
            <pc:docMk/>
            <pc:sldMk cId="3894166518" sldId="436"/>
            <ac:graphicFrameMk id="36" creationId="{55376A7F-FE90-450D-6E6C-B916A2980036}"/>
          </ac:graphicFrameMkLst>
        </pc:graphicFrameChg>
        <pc:graphicFrameChg chg="del">
          <ac:chgData name="Zhe Shen" userId="01eaba4c-7cb5-4ff2-8cbf-2d7ece705b92" providerId="ADAL" clId="{173FBDC3-3587-4701-A87B-468530415A7F}" dt="2024-09-12T08:11:02.828" v="8712" actId="478"/>
          <ac:graphicFrameMkLst>
            <pc:docMk/>
            <pc:sldMk cId="3894166518" sldId="436"/>
            <ac:graphicFrameMk id="37" creationId="{811A5CE1-0095-4685-03E7-D847BBCD75B3}"/>
          </ac:graphicFrameMkLst>
        </pc:graphicFrameChg>
        <pc:graphicFrameChg chg="del">
          <ac:chgData name="Zhe Shen" userId="01eaba4c-7cb5-4ff2-8cbf-2d7ece705b92" providerId="ADAL" clId="{173FBDC3-3587-4701-A87B-468530415A7F}" dt="2024-09-12T08:11:02.828" v="8712" actId="478"/>
          <ac:graphicFrameMkLst>
            <pc:docMk/>
            <pc:sldMk cId="3894166518" sldId="436"/>
            <ac:graphicFrameMk id="40" creationId="{7AD99027-873D-4B8B-26FA-3EEBA7684C3B}"/>
          </ac:graphicFrameMkLst>
        </pc:graphicFrameChg>
        <pc:graphicFrameChg chg="add mod">
          <ac:chgData name="Zhe Shen" userId="01eaba4c-7cb5-4ff2-8cbf-2d7ece705b92" providerId="ADAL" clId="{173FBDC3-3587-4701-A87B-468530415A7F}" dt="2024-09-12T08:13:30.604" v="8822"/>
          <ac:graphicFrameMkLst>
            <pc:docMk/>
            <pc:sldMk cId="3894166518" sldId="436"/>
            <ac:graphicFrameMk id="43" creationId="{989BC8FA-0B83-113B-7DF9-79E304A8D653}"/>
          </ac:graphicFrameMkLst>
        </pc:graphicFrameChg>
        <pc:graphicFrameChg chg="add mod">
          <ac:chgData name="Zhe Shen" userId="01eaba4c-7cb5-4ff2-8cbf-2d7ece705b92" providerId="ADAL" clId="{173FBDC3-3587-4701-A87B-468530415A7F}" dt="2024-09-12T08:13:30.604" v="8822"/>
          <ac:graphicFrameMkLst>
            <pc:docMk/>
            <pc:sldMk cId="3894166518" sldId="436"/>
            <ac:graphicFrameMk id="44" creationId="{0E9CCC5B-9D37-4E10-18F6-9F22DE331024}"/>
          </ac:graphicFrameMkLst>
        </pc:graphicFrameChg>
        <pc:graphicFrameChg chg="add mod">
          <ac:chgData name="Zhe Shen" userId="01eaba4c-7cb5-4ff2-8cbf-2d7ece705b92" providerId="ADAL" clId="{173FBDC3-3587-4701-A87B-468530415A7F}" dt="2024-09-12T08:13:30.604" v="8822"/>
          <ac:graphicFrameMkLst>
            <pc:docMk/>
            <pc:sldMk cId="3894166518" sldId="436"/>
            <ac:graphicFrameMk id="46" creationId="{B760034D-CC4E-D2CE-F3E8-015594215274}"/>
          </ac:graphicFrameMkLst>
        </pc:graphicFrameChg>
        <pc:graphicFrameChg chg="add mod">
          <ac:chgData name="Zhe Shen" userId="01eaba4c-7cb5-4ff2-8cbf-2d7ece705b92" providerId="ADAL" clId="{173FBDC3-3587-4701-A87B-468530415A7F}" dt="2024-09-12T08:13:30.604" v="8822"/>
          <ac:graphicFrameMkLst>
            <pc:docMk/>
            <pc:sldMk cId="3894166518" sldId="436"/>
            <ac:graphicFrameMk id="48" creationId="{8595389F-0ACF-5AC7-D237-FC797D55A898}"/>
          </ac:graphicFrameMkLst>
        </pc:graphicFrameChg>
        <pc:graphicFrameChg chg="add mod">
          <ac:chgData name="Zhe Shen" userId="01eaba4c-7cb5-4ff2-8cbf-2d7ece705b92" providerId="ADAL" clId="{173FBDC3-3587-4701-A87B-468530415A7F}" dt="2024-09-12T08:13:30.604" v="8822"/>
          <ac:graphicFrameMkLst>
            <pc:docMk/>
            <pc:sldMk cId="3894166518" sldId="436"/>
            <ac:graphicFrameMk id="49" creationId="{1BCF2DDC-798A-9AF0-1DA4-672727401EEE}"/>
          </ac:graphicFrameMkLst>
        </pc:graphicFrameChg>
        <pc:graphicFrameChg chg="add mod">
          <ac:chgData name="Zhe Shen" userId="01eaba4c-7cb5-4ff2-8cbf-2d7ece705b92" providerId="ADAL" clId="{173FBDC3-3587-4701-A87B-468530415A7F}" dt="2024-09-12T08:13:30.604" v="8822"/>
          <ac:graphicFrameMkLst>
            <pc:docMk/>
            <pc:sldMk cId="3894166518" sldId="436"/>
            <ac:graphicFrameMk id="51" creationId="{A061E6F1-C776-4AF0-56CF-9AD6A0420273}"/>
          </ac:graphicFrameMkLst>
        </pc:graphicFrameChg>
        <pc:graphicFrameChg chg="add mod">
          <ac:chgData name="Zhe Shen" userId="01eaba4c-7cb5-4ff2-8cbf-2d7ece705b92" providerId="ADAL" clId="{173FBDC3-3587-4701-A87B-468530415A7F}" dt="2024-09-12T08:13:30.604" v="8822"/>
          <ac:graphicFrameMkLst>
            <pc:docMk/>
            <pc:sldMk cId="3894166518" sldId="436"/>
            <ac:graphicFrameMk id="52" creationId="{79D0B76F-BE78-AF04-DF16-CF03D6051F4E}"/>
          </ac:graphicFrameMkLst>
        </pc:graphicFrameChg>
        <pc:graphicFrameChg chg="add mod">
          <ac:chgData name="Zhe Shen" userId="01eaba4c-7cb5-4ff2-8cbf-2d7ece705b92" providerId="ADAL" clId="{173FBDC3-3587-4701-A87B-468530415A7F}" dt="2024-09-12T08:13:30.604" v="8822"/>
          <ac:graphicFrameMkLst>
            <pc:docMk/>
            <pc:sldMk cId="3894166518" sldId="436"/>
            <ac:graphicFrameMk id="59" creationId="{F074791A-EE2A-E9D2-C256-DB03487AA017}"/>
          </ac:graphicFrameMkLst>
        </pc:graphicFrameChg>
        <pc:graphicFrameChg chg="add mod">
          <ac:chgData name="Zhe Shen" userId="01eaba4c-7cb5-4ff2-8cbf-2d7ece705b92" providerId="ADAL" clId="{173FBDC3-3587-4701-A87B-468530415A7F}" dt="2024-09-12T08:13:30.604" v="8822"/>
          <ac:graphicFrameMkLst>
            <pc:docMk/>
            <pc:sldMk cId="3894166518" sldId="436"/>
            <ac:graphicFrameMk id="60" creationId="{9659A8FD-E1B1-1B39-AB04-CA6D580DBB2A}"/>
          </ac:graphicFrameMkLst>
        </pc:graphicFrameChg>
        <pc:graphicFrameChg chg="add mod">
          <ac:chgData name="Zhe Shen" userId="01eaba4c-7cb5-4ff2-8cbf-2d7ece705b92" providerId="ADAL" clId="{173FBDC3-3587-4701-A87B-468530415A7F}" dt="2024-09-12T08:13:30.604" v="8822"/>
          <ac:graphicFrameMkLst>
            <pc:docMk/>
            <pc:sldMk cId="3894166518" sldId="436"/>
            <ac:graphicFrameMk id="64" creationId="{D93F3CAE-130E-B1D4-3793-F9898A7169F2}"/>
          </ac:graphicFrameMkLst>
        </pc:graphicFrameChg>
        <pc:graphicFrameChg chg="del">
          <ac:chgData name="Zhe Shen" userId="01eaba4c-7cb5-4ff2-8cbf-2d7ece705b92" providerId="ADAL" clId="{173FBDC3-3587-4701-A87B-468530415A7F}" dt="2024-09-12T08:11:02.828" v="8712" actId="478"/>
          <ac:graphicFrameMkLst>
            <pc:docMk/>
            <pc:sldMk cId="3894166518" sldId="436"/>
            <ac:graphicFrameMk id="68" creationId="{A093AEE3-102A-8C08-78F2-8B752B619D8D}"/>
          </ac:graphicFrameMkLst>
        </pc:graphicFrameChg>
        <pc:graphicFrameChg chg="del">
          <ac:chgData name="Zhe Shen" userId="01eaba4c-7cb5-4ff2-8cbf-2d7ece705b92" providerId="ADAL" clId="{173FBDC3-3587-4701-A87B-468530415A7F}" dt="2024-09-12T08:11:02.828" v="8712" actId="478"/>
          <ac:graphicFrameMkLst>
            <pc:docMk/>
            <pc:sldMk cId="3894166518" sldId="436"/>
            <ac:graphicFrameMk id="69" creationId="{F63A26D1-1F66-53FC-DA12-2CA6F5A8E8B9}"/>
          </ac:graphicFrameMkLst>
        </pc:graphicFrameChg>
        <pc:graphicFrameChg chg="del">
          <ac:chgData name="Zhe Shen" userId="01eaba4c-7cb5-4ff2-8cbf-2d7ece705b92" providerId="ADAL" clId="{173FBDC3-3587-4701-A87B-468530415A7F}" dt="2024-09-12T08:11:02.828" v="8712" actId="478"/>
          <ac:graphicFrameMkLst>
            <pc:docMk/>
            <pc:sldMk cId="3894166518" sldId="436"/>
            <ac:graphicFrameMk id="70" creationId="{5044E032-549F-E109-CB05-C3D9FAD05147}"/>
          </ac:graphicFrameMkLst>
        </pc:graphicFrameChg>
        <pc:picChg chg="del">
          <ac:chgData name="Zhe Shen" userId="01eaba4c-7cb5-4ff2-8cbf-2d7ece705b92" providerId="ADAL" clId="{173FBDC3-3587-4701-A87B-468530415A7F}" dt="2024-09-12T08:11:02.828" v="8712" actId="478"/>
          <ac:picMkLst>
            <pc:docMk/>
            <pc:sldMk cId="3894166518" sldId="436"/>
            <ac:picMk id="45" creationId="{37B1EEC4-490F-9778-0794-FCDC05A42831}"/>
          </ac:picMkLst>
        </pc:picChg>
        <pc:picChg chg="del">
          <ac:chgData name="Zhe Shen" userId="01eaba4c-7cb5-4ff2-8cbf-2d7ece705b92" providerId="ADAL" clId="{173FBDC3-3587-4701-A87B-468530415A7F}" dt="2024-09-12T08:11:02.828" v="8712" actId="478"/>
          <ac:picMkLst>
            <pc:docMk/>
            <pc:sldMk cId="3894166518" sldId="436"/>
            <ac:picMk id="54" creationId="{D3FA0B31-B568-E3E4-CDF0-D71A6A45730C}"/>
          </ac:picMkLst>
        </pc:picChg>
        <pc:picChg chg="del">
          <ac:chgData name="Zhe Shen" userId="01eaba4c-7cb5-4ff2-8cbf-2d7ece705b92" providerId="ADAL" clId="{173FBDC3-3587-4701-A87B-468530415A7F}" dt="2024-09-12T08:11:02.828" v="8712" actId="478"/>
          <ac:picMkLst>
            <pc:docMk/>
            <pc:sldMk cId="3894166518" sldId="436"/>
            <ac:picMk id="56" creationId="{06AAF0D5-9637-2B54-C973-C9CC341D8493}"/>
          </ac:picMkLst>
        </pc:picChg>
        <pc:picChg chg="del">
          <ac:chgData name="Zhe Shen" userId="01eaba4c-7cb5-4ff2-8cbf-2d7ece705b92" providerId="ADAL" clId="{173FBDC3-3587-4701-A87B-468530415A7F}" dt="2024-09-12T08:11:02.828" v="8712" actId="478"/>
          <ac:picMkLst>
            <pc:docMk/>
            <pc:sldMk cId="3894166518" sldId="436"/>
            <ac:picMk id="57" creationId="{58D6D039-B9EA-FB38-94A8-3F44B59CC367}"/>
          </ac:picMkLst>
        </pc:picChg>
      </pc:sldChg>
      <pc:sldChg chg="modSp add mod">
        <pc:chgData name="Zhe Shen" userId="01eaba4c-7cb5-4ff2-8cbf-2d7ece705b92" providerId="ADAL" clId="{173FBDC3-3587-4701-A87B-468530415A7F}" dt="2024-09-12T08:19:32.259" v="8842" actId="20577"/>
        <pc:sldMkLst>
          <pc:docMk/>
          <pc:sldMk cId="3562726234" sldId="437"/>
        </pc:sldMkLst>
        <pc:spChg chg="mod">
          <ac:chgData name="Zhe Shen" userId="01eaba4c-7cb5-4ff2-8cbf-2d7ece705b92" providerId="ADAL" clId="{173FBDC3-3587-4701-A87B-468530415A7F}" dt="2024-09-12T08:19:32.259" v="8842" actId="20577"/>
          <ac:spMkLst>
            <pc:docMk/>
            <pc:sldMk cId="3562726234" sldId="437"/>
            <ac:spMk id="7" creationId="{2AEC4058-7A52-4977-A0C6-767A4C4918C3}"/>
          </ac:spMkLst>
        </pc:spChg>
        <pc:spChg chg="mod">
          <ac:chgData name="Zhe Shen" userId="01eaba4c-7cb5-4ff2-8cbf-2d7ece705b92" providerId="ADAL" clId="{173FBDC3-3587-4701-A87B-468530415A7F}" dt="2024-09-12T08:13:42.063" v="8825" actId="20577"/>
          <ac:spMkLst>
            <pc:docMk/>
            <pc:sldMk cId="3562726234" sldId="437"/>
            <ac:spMk id="12" creationId="{00000000-0000-0000-0000-000000000000}"/>
          </ac:spMkLst>
        </pc:spChg>
        <pc:spChg chg="mod">
          <ac:chgData name="Zhe Shen" userId="01eaba4c-7cb5-4ff2-8cbf-2d7ece705b92" providerId="ADAL" clId="{173FBDC3-3587-4701-A87B-468530415A7F}" dt="2024-09-12T08:13:37.180" v="8824" actId="20577"/>
          <ac:spMkLst>
            <pc:docMk/>
            <pc:sldMk cId="3562726234" sldId="437"/>
            <ac:spMk id="13" creationId="{6754E07E-3E69-6B8E-2C8C-D339B562182A}"/>
          </ac:spMkLst>
        </pc:spChg>
      </pc:sldChg>
    </pc:docChg>
  </pc:docChgLst>
  <pc:docChgLst>
    <pc:chgData name="Zhe Shen" userId="01eaba4c-7cb5-4ff2-8cbf-2d7ece705b92" providerId="ADAL" clId="{B4CF957F-7086-4E74-AE01-F73DFE8C289C}"/>
    <pc:docChg chg="undo redo custSel addSld delSld modSld">
      <pc:chgData name="Zhe Shen" userId="01eaba4c-7cb5-4ff2-8cbf-2d7ece705b92" providerId="ADAL" clId="{B4CF957F-7086-4E74-AE01-F73DFE8C289C}" dt="2024-09-26T08:01:54.393" v="1054" actId="1038"/>
      <pc:docMkLst>
        <pc:docMk/>
      </pc:docMkLst>
      <pc:sldChg chg="add del">
        <pc:chgData name="Zhe Shen" userId="01eaba4c-7cb5-4ff2-8cbf-2d7ece705b92" providerId="ADAL" clId="{B4CF957F-7086-4E74-AE01-F73DFE8C289C}" dt="2024-09-26T06:48:41.767" v="2" actId="47"/>
        <pc:sldMkLst>
          <pc:docMk/>
          <pc:sldMk cId="0" sldId="272"/>
        </pc:sldMkLst>
      </pc:sldChg>
      <pc:sldChg chg="add del">
        <pc:chgData name="Zhe Shen" userId="01eaba4c-7cb5-4ff2-8cbf-2d7ece705b92" providerId="ADAL" clId="{B4CF957F-7086-4E74-AE01-F73DFE8C289C}" dt="2024-09-26T08:00:32.547" v="988" actId="47"/>
        <pc:sldMkLst>
          <pc:docMk/>
          <pc:sldMk cId="0" sldId="273"/>
        </pc:sldMkLst>
      </pc:sldChg>
      <pc:sldChg chg="add del">
        <pc:chgData name="Zhe Shen" userId="01eaba4c-7cb5-4ff2-8cbf-2d7ece705b92" providerId="ADAL" clId="{B4CF957F-7086-4E74-AE01-F73DFE8C289C}" dt="2024-09-26T06:48:41.767" v="2" actId="47"/>
        <pc:sldMkLst>
          <pc:docMk/>
          <pc:sldMk cId="1501637831" sldId="407"/>
        </pc:sldMkLst>
      </pc:sldChg>
      <pc:sldChg chg="modSp mod">
        <pc:chgData name="Zhe Shen" userId="01eaba4c-7cb5-4ff2-8cbf-2d7ece705b92" providerId="ADAL" clId="{B4CF957F-7086-4E74-AE01-F73DFE8C289C}" dt="2024-09-26T06:49:09.237" v="4" actId="1076"/>
        <pc:sldMkLst>
          <pc:docMk/>
          <pc:sldMk cId="0" sldId="409"/>
        </pc:sldMkLst>
        <pc:picChg chg="mod">
          <ac:chgData name="Zhe Shen" userId="01eaba4c-7cb5-4ff2-8cbf-2d7ece705b92" providerId="ADAL" clId="{B4CF957F-7086-4E74-AE01-F73DFE8C289C}" dt="2024-09-26T06:49:09.237" v="4" actId="1076"/>
          <ac:picMkLst>
            <pc:docMk/>
            <pc:sldMk cId="0" sldId="409"/>
            <ac:picMk id="9" creationId="{F3F8295F-16D8-89BB-86FC-4A05A084E21C}"/>
          </ac:picMkLst>
        </pc:picChg>
      </pc:sldChg>
      <pc:sldChg chg="del">
        <pc:chgData name="Zhe Shen" userId="01eaba4c-7cb5-4ff2-8cbf-2d7ece705b92" providerId="ADAL" clId="{B4CF957F-7086-4E74-AE01-F73DFE8C289C}" dt="2024-09-26T07:23:50.492" v="779" actId="47"/>
        <pc:sldMkLst>
          <pc:docMk/>
          <pc:sldMk cId="3791732161" sldId="427"/>
        </pc:sldMkLst>
      </pc:sldChg>
      <pc:sldChg chg="addSp delSp modSp mod delAnim modAnim">
        <pc:chgData name="Zhe Shen" userId="01eaba4c-7cb5-4ff2-8cbf-2d7ece705b92" providerId="ADAL" clId="{B4CF957F-7086-4E74-AE01-F73DFE8C289C}" dt="2024-09-26T07:23:33.150" v="777" actId="1037"/>
        <pc:sldMkLst>
          <pc:docMk/>
          <pc:sldMk cId="99857790" sldId="441"/>
        </pc:sldMkLst>
        <pc:spChg chg="add mod">
          <ac:chgData name="Zhe Shen" userId="01eaba4c-7cb5-4ff2-8cbf-2d7ece705b92" providerId="ADAL" clId="{B4CF957F-7086-4E74-AE01-F73DFE8C289C}" dt="2024-09-26T07:23:33.150" v="777" actId="1037"/>
          <ac:spMkLst>
            <pc:docMk/>
            <pc:sldMk cId="99857790" sldId="441"/>
            <ac:spMk id="8" creationId="{27BE037B-3592-21BC-063B-931D93C16182}"/>
          </ac:spMkLst>
        </pc:spChg>
        <pc:spChg chg="add mod">
          <ac:chgData name="Zhe Shen" userId="01eaba4c-7cb5-4ff2-8cbf-2d7ece705b92" providerId="ADAL" clId="{B4CF957F-7086-4E74-AE01-F73DFE8C289C}" dt="2024-09-26T07:23:33.150" v="777" actId="1037"/>
          <ac:spMkLst>
            <pc:docMk/>
            <pc:sldMk cId="99857790" sldId="441"/>
            <ac:spMk id="9" creationId="{23DB7D9E-EB97-B412-5EE8-6ED2BAE42812}"/>
          </ac:spMkLst>
        </pc:spChg>
        <pc:spChg chg="add mod">
          <ac:chgData name="Zhe Shen" userId="01eaba4c-7cb5-4ff2-8cbf-2d7ece705b92" providerId="ADAL" clId="{B4CF957F-7086-4E74-AE01-F73DFE8C289C}" dt="2024-09-26T07:23:33.150" v="777" actId="1037"/>
          <ac:spMkLst>
            <pc:docMk/>
            <pc:sldMk cId="99857790" sldId="441"/>
            <ac:spMk id="11" creationId="{B4C110AF-1E6C-4AB7-2490-5FFCF5F252BC}"/>
          </ac:spMkLst>
        </pc:spChg>
        <pc:spChg chg="add mod">
          <ac:chgData name="Zhe Shen" userId="01eaba4c-7cb5-4ff2-8cbf-2d7ece705b92" providerId="ADAL" clId="{B4CF957F-7086-4E74-AE01-F73DFE8C289C}" dt="2024-09-26T07:23:33.150" v="777" actId="1037"/>
          <ac:spMkLst>
            <pc:docMk/>
            <pc:sldMk cId="99857790" sldId="441"/>
            <ac:spMk id="14" creationId="{1C07EC8D-3E4A-152E-0F7F-BD6897975D59}"/>
          </ac:spMkLst>
        </pc:spChg>
        <pc:spChg chg="add mod">
          <ac:chgData name="Zhe Shen" userId="01eaba4c-7cb5-4ff2-8cbf-2d7ece705b92" providerId="ADAL" clId="{B4CF957F-7086-4E74-AE01-F73DFE8C289C}" dt="2024-09-26T07:23:33.150" v="777" actId="1037"/>
          <ac:spMkLst>
            <pc:docMk/>
            <pc:sldMk cId="99857790" sldId="441"/>
            <ac:spMk id="16" creationId="{5E002E97-264B-ACCA-DFDA-3976A07BF7C8}"/>
          </ac:spMkLst>
        </pc:spChg>
        <pc:spChg chg="add mod">
          <ac:chgData name="Zhe Shen" userId="01eaba4c-7cb5-4ff2-8cbf-2d7ece705b92" providerId="ADAL" clId="{B4CF957F-7086-4E74-AE01-F73DFE8C289C}" dt="2024-09-26T07:23:33.150" v="777" actId="1037"/>
          <ac:spMkLst>
            <pc:docMk/>
            <pc:sldMk cId="99857790" sldId="441"/>
            <ac:spMk id="17" creationId="{CAE74099-8DC5-4C12-B6A8-71E01ADF908D}"/>
          </ac:spMkLst>
        </pc:spChg>
        <pc:spChg chg="add del mod">
          <ac:chgData name="Zhe Shen" userId="01eaba4c-7cb5-4ff2-8cbf-2d7ece705b92" providerId="ADAL" clId="{B4CF957F-7086-4E74-AE01-F73DFE8C289C}" dt="2024-09-26T07:08:50.957" v="513" actId="478"/>
          <ac:spMkLst>
            <pc:docMk/>
            <pc:sldMk cId="99857790" sldId="441"/>
            <ac:spMk id="32" creationId="{02CB6A37-A303-75AF-5929-C816B0739520}"/>
          </ac:spMkLst>
        </pc:spChg>
        <pc:spChg chg="add del mod">
          <ac:chgData name="Zhe Shen" userId="01eaba4c-7cb5-4ff2-8cbf-2d7ece705b92" providerId="ADAL" clId="{B4CF957F-7086-4E74-AE01-F73DFE8C289C}" dt="2024-09-26T07:08:50.957" v="513" actId="478"/>
          <ac:spMkLst>
            <pc:docMk/>
            <pc:sldMk cId="99857790" sldId="441"/>
            <ac:spMk id="33" creationId="{D53C40A4-E9EB-2067-E989-47D5AE5C2896}"/>
          </ac:spMkLst>
        </pc:spChg>
        <pc:spChg chg="add del mod">
          <ac:chgData name="Zhe Shen" userId="01eaba4c-7cb5-4ff2-8cbf-2d7ece705b92" providerId="ADAL" clId="{B4CF957F-7086-4E74-AE01-F73DFE8C289C}" dt="2024-09-26T07:08:50.957" v="513" actId="478"/>
          <ac:spMkLst>
            <pc:docMk/>
            <pc:sldMk cId="99857790" sldId="441"/>
            <ac:spMk id="34" creationId="{6750B72A-6F63-685D-D4DE-33A0B0AD46CC}"/>
          </ac:spMkLst>
        </pc:spChg>
        <pc:spChg chg="add del mod">
          <ac:chgData name="Zhe Shen" userId="01eaba4c-7cb5-4ff2-8cbf-2d7ece705b92" providerId="ADAL" clId="{B4CF957F-7086-4E74-AE01-F73DFE8C289C}" dt="2024-09-26T07:14:39.360" v="521" actId="478"/>
          <ac:spMkLst>
            <pc:docMk/>
            <pc:sldMk cId="99857790" sldId="441"/>
            <ac:spMk id="44" creationId="{834E04CD-4A23-3379-3ADE-8F80E305A7CB}"/>
          </ac:spMkLst>
        </pc:spChg>
        <pc:spChg chg="add del mod">
          <ac:chgData name="Zhe Shen" userId="01eaba4c-7cb5-4ff2-8cbf-2d7ece705b92" providerId="ADAL" clId="{B4CF957F-7086-4E74-AE01-F73DFE8C289C}" dt="2024-09-26T07:14:33.475" v="520" actId="478"/>
          <ac:spMkLst>
            <pc:docMk/>
            <pc:sldMk cId="99857790" sldId="441"/>
            <ac:spMk id="45" creationId="{9210EC54-D9BE-3FD9-0E95-6EFDFC93F850}"/>
          </ac:spMkLst>
        </pc:spChg>
        <pc:spChg chg="add mod">
          <ac:chgData name="Zhe Shen" userId="01eaba4c-7cb5-4ff2-8cbf-2d7ece705b92" providerId="ADAL" clId="{B4CF957F-7086-4E74-AE01-F73DFE8C289C}" dt="2024-09-26T07:23:33.150" v="777" actId="1037"/>
          <ac:spMkLst>
            <pc:docMk/>
            <pc:sldMk cId="99857790" sldId="441"/>
            <ac:spMk id="46" creationId="{54AB24CB-564C-FA87-A326-C782EAA7B916}"/>
          </ac:spMkLst>
        </pc:spChg>
        <pc:graphicFrameChg chg="add del mod">
          <ac:chgData name="Zhe Shen" userId="01eaba4c-7cb5-4ff2-8cbf-2d7ece705b92" providerId="ADAL" clId="{B4CF957F-7086-4E74-AE01-F73DFE8C289C}" dt="2024-09-26T07:08:47.049" v="512" actId="478"/>
          <ac:graphicFrameMkLst>
            <pc:docMk/>
            <pc:sldMk cId="99857790" sldId="441"/>
            <ac:graphicFrameMk id="35" creationId="{0955FACD-E218-71AC-B180-571ABC1B5768}"/>
          </ac:graphicFrameMkLst>
        </pc:graphicFrameChg>
        <pc:graphicFrameChg chg="add del mod">
          <ac:chgData name="Zhe Shen" userId="01eaba4c-7cb5-4ff2-8cbf-2d7ece705b92" providerId="ADAL" clId="{B4CF957F-7086-4E74-AE01-F73DFE8C289C}" dt="2024-09-26T07:08:47.049" v="512" actId="478"/>
          <ac:graphicFrameMkLst>
            <pc:docMk/>
            <pc:sldMk cId="99857790" sldId="441"/>
            <ac:graphicFrameMk id="36" creationId="{92370963-E37C-C07F-D49B-6FE23B6C2CCF}"/>
          </ac:graphicFrameMkLst>
        </pc:graphicFrameChg>
        <pc:graphicFrameChg chg="add del mod">
          <ac:chgData name="Zhe Shen" userId="01eaba4c-7cb5-4ff2-8cbf-2d7ece705b92" providerId="ADAL" clId="{B4CF957F-7086-4E74-AE01-F73DFE8C289C}" dt="2024-09-26T07:08:47.049" v="512" actId="478"/>
          <ac:graphicFrameMkLst>
            <pc:docMk/>
            <pc:sldMk cId="99857790" sldId="441"/>
            <ac:graphicFrameMk id="37" creationId="{8EE95613-293E-A497-3AB7-F76C6EB0067E}"/>
          </ac:graphicFrameMkLst>
        </pc:graphicFrameChg>
        <pc:graphicFrameChg chg="add mod">
          <ac:chgData name="Zhe Shen" userId="01eaba4c-7cb5-4ff2-8cbf-2d7ece705b92" providerId="ADAL" clId="{B4CF957F-7086-4E74-AE01-F73DFE8C289C}" dt="2024-09-26T07:23:33.150" v="777" actId="1037"/>
          <ac:graphicFrameMkLst>
            <pc:docMk/>
            <pc:sldMk cId="99857790" sldId="441"/>
            <ac:graphicFrameMk id="40" creationId="{D5FEE0D5-F295-E819-4383-2B31C2F1D0AB}"/>
          </ac:graphicFrameMkLst>
        </pc:graphicFrameChg>
        <pc:graphicFrameChg chg="add mod">
          <ac:chgData name="Zhe Shen" userId="01eaba4c-7cb5-4ff2-8cbf-2d7ece705b92" providerId="ADAL" clId="{B4CF957F-7086-4E74-AE01-F73DFE8C289C}" dt="2024-09-26T07:23:33.150" v="777" actId="1037"/>
          <ac:graphicFrameMkLst>
            <pc:docMk/>
            <pc:sldMk cId="99857790" sldId="441"/>
            <ac:graphicFrameMk id="41" creationId="{C4B1EED9-F82F-EABA-00CB-ABAD4DF1F3B3}"/>
          </ac:graphicFrameMkLst>
        </pc:graphicFrameChg>
        <pc:graphicFrameChg chg="add mod">
          <ac:chgData name="Zhe Shen" userId="01eaba4c-7cb5-4ff2-8cbf-2d7ece705b92" providerId="ADAL" clId="{B4CF957F-7086-4E74-AE01-F73DFE8C289C}" dt="2024-09-26T07:23:33.150" v="777" actId="1037"/>
          <ac:graphicFrameMkLst>
            <pc:docMk/>
            <pc:sldMk cId="99857790" sldId="441"/>
            <ac:graphicFrameMk id="42" creationId="{DAFD8273-B67E-AA5B-74A7-417165BA81EC}"/>
          </ac:graphicFrameMkLst>
        </pc:graphicFrameChg>
        <pc:graphicFrameChg chg="add mod">
          <ac:chgData name="Zhe Shen" userId="01eaba4c-7cb5-4ff2-8cbf-2d7ece705b92" providerId="ADAL" clId="{B4CF957F-7086-4E74-AE01-F73DFE8C289C}" dt="2024-09-26T07:23:33.150" v="777" actId="1037"/>
          <ac:graphicFrameMkLst>
            <pc:docMk/>
            <pc:sldMk cId="99857790" sldId="441"/>
            <ac:graphicFrameMk id="43" creationId="{33C669E5-F47A-CD42-A724-665FF343EC6C}"/>
          </ac:graphicFrameMkLst>
        </pc:graphicFrameChg>
        <pc:graphicFrameChg chg="add mod">
          <ac:chgData name="Zhe Shen" userId="01eaba4c-7cb5-4ff2-8cbf-2d7ece705b92" providerId="ADAL" clId="{B4CF957F-7086-4E74-AE01-F73DFE8C289C}" dt="2024-09-26T07:23:33.150" v="777" actId="1037"/>
          <ac:graphicFrameMkLst>
            <pc:docMk/>
            <pc:sldMk cId="99857790" sldId="441"/>
            <ac:graphicFrameMk id="47" creationId="{8EFB126E-BF0A-7B8C-496A-0F2B9500C37F}"/>
          </ac:graphicFrameMkLst>
        </pc:graphicFrameChg>
        <pc:graphicFrameChg chg="add mod">
          <ac:chgData name="Zhe Shen" userId="01eaba4c-7cb5-4ff2-8cbf-2d7ece705b92" providerId="ADAL" clId="{B4CF957F-7086-4E74-AE01-F73DFE8C289C}" dt="2024-09-26T07:23:33.150" v="777" actId="1037"/>
          <ac:graphicFrameMkLst>
            <pc:docMk/>
            <pc:sldMk cId="99857790" sldId="441"/>
            <ac:graphicFrameMk id="48" creationId="{C3FAF5CB-B4AF-3ACF-24BA-7CABF16509BC}"/>
          </ac:graphicFrameMkLst>
        </pc:graphicFrameChg>
        <pc:graphicFrameChg chg="add mod">
          <ac:chgData name="Zhe Shen" userId="01eaba4c-7cb5-4ff2-8cbf-2d7ece705b92" providerId="ADAL" clId="{B4CF957F-7086-4E74-AE01-F73DFE8C289C}" dt="2024-09-26T07:23:33.150" v="777" actId="1037"/>
          <ac:graphicFrameMkLst>
            <pc:docMk/>
            <pc:sldMk cId="99857790" sldId="441"/>
            <ac:graphicFrameMk id="49" creationId="{244D0AC2-0F48-E4E4-8592-D8C1D1218630}"/>
          </ac:graphicFrameMkLst>
        </pc:graphicFrameChg>
        <pc:graphicFrameChg chg="add mod">
          <ac:chgData name="Zhe Shen" userId="01eaba4c-7cb5-4ff2-8cbf-2d7ece705b92" providerId="ADAL" clId="{B4CF957F-7086-4E74-AE01-F73DFE8C289C}" dt="2024-09-26T07:23:33.150" v="777" actId="1037"/>
          <ac:graphicFrameMkLst>
            <pc:docMk/>
            <pc:sldMk cId="99857790" sldId="441"/>
            <ac:graphicFrameMk id="50" creationId="{673C5095-7502-6103-BBBD-16880965D17B}"/>
          </ac:graphicFrameMkLst>
        </pc:graphicFrameChg>
        <pc:graphicFrameChg chg="add mod">
          <ac:chgData name="Zhe Shen" userId="01eaba4c-7cb5-4ff2-8cbf-2d7ece705b92" providerId="ADAL" clId="{B4CF957F-7086-4E74-AE01-F73DFE8C289C}" dt="2024-09-26T07:23:33.150" v="777" actId="1037"/>
          <ac:graphicFrameMkLst>
            <pc:docMk/>
            <pc:sldMk cId="99857790" sldId="441"/>
            <ac:graphicFrameMk id="51" creationId="{4F3C090B-2D4E-75EF-91A8-79A2637E2553}"/>
          </ac:graphicFrameMkLst>
        </pc:graphicFrameChg>
        <pc:graphicFrameChg chg="add mod">
          <ac:chgData name="Zhe Shen" userId="01eaba4c-7cb5-4ff2-8cbf-2d7ece705b92" providerId="ADAL" clId="{B4CF957F-7086-4E74-AE01-F73DFE8C289C}" dt="2024-09-26T07:23:33.150" v="777" actId="1037"/>
          <ac:graphicFrameMkLst>
            <pc:docMk/>
            <pc:sldMk cId="99857790" sldId="441"/>
            <ac:graphicFrameMk id="52" creationId="{BB20C54B-3A31-09BC-ABA1-1F76B2C8A8C3}"/>
          </ac:graphicFrameMkLst>
        </pc:graphicFrameChg>
        <pc:picChg chg="add del mod">
          <ac:chgData name="Zhe Shen" userId="01eaba4c-7cb5-4ff2-8cbf-2d7ece705b92" providerId="ADAL" clId="{B4CF957F-7086-4E74-AE01-F73DFE8C289C}" dt="2024-09-26T06:49:31.693" v="5" actId="478"/>
          <ac:picMkLst>
            <pc:docMk/>
            <pc:sldMk cId="99857790" sldId="441"/>
            <ac:picMk id="10" creationId="{838E2129-EC8A-1090-898C-F6026A25C62E}"/>
          </ac:picMkLst>
        </pc:picChg>
        <pc:picChg chg="add del mod">
          <ac:chgData name="Zhe Shen" userId="01eaba4c-7cb5-4ff2-8cbf-2d7ece705b92" providerId="ADAL" clId="{B4CF957F-7086-4E74-AE01-F73DFE8C289C}" dt="2024-09-26T07:00:51.064" v="294" actId="478"/>
          <ac:picMkLst>
            <pc:docMk/>
            <pc:sldMk cId="99857790" sldId="441"/>
            <ac:picMk id="15" creationId="{D63BFF0F-4361-260A-9E1A-10C1C2B6DE40}"/>
          </ac:picMkLst>
        </pc:picChg>
        <pc:picChg chg="add del mod">
          <ac:chgData name="Zhe Shen" userId="01eaba4c-7cb5-4ff2-8cbf-2d7ece705b92" providerId="ADAL" clId="{B4CF957F-7086-4E74-AE01-F73DFE8C289C}" dt="2024-09-26T06:53:27.712" v="67" actId="478"/>
          <ac:picMkLst>
            <pc:docMk/>
            <pc:sldMk cId="99857790" sldId="441"/>
            <ac:picMk id="18" creationId="{40EB44A4-8A10-3D2D-6F30-57E582D6E113}"/>
          </ac:picMkLst>
        </pc:picChg>
        <pc:picChg chg="add mod">
          <ac:chgData name="Zhe Shen" userId="01eaba4c-7cb5-4ff2-8cbf-2d7ece705b92" providerId="ADAL" clId="{B4CF957F-7086-4E74-AE01-F73DFE8C289C}" dt="2024-09-26T06:49:32.125" v="6"/>
          <ac:picMkLst>
            <pc:docMk/>
            <pc:sldMk cId="99857790" sldId="441"/>
            <ac:picMk id="19" creationId="{8768A80C-B943-07A4-98DB-E0A16A781042}"/>
          </ac:picMkLst>
        </pc:picChg>
        <pc:picChg chg="add mod">
          <ac:chgData name="Zhe Shen" userId="01eaba4c-7cb5-4ff2-8cbf-2d7ece705b92" providerId="ADAL" clId="{B4CF957F-7086-4E74-AE01-F73DFE8C289C}" dt="2024-09-26T07:23:33.150" v="777" actId="1037"/>
          <ac:picMkLst>
            <pc:docMk/>
            <pc:sldMk cId="99857790" sldId="441"/>
            <ac:picMk id="20" creationId="{AE3CD0EC-6477-89AD-C130-D54668CB5777}"/>
          </ac:picMkLst>
        </pc:picChg>
        <pc:picChg chg="add del mod">
          <ac:chgData name="Zhe Shen" userId="01eaba4c-7cb5-4ff2-8cbf-2d7ece705b92" providerId="ADAL" clId="{B4CF957F-7086-4E74-AE01-F73DFE8C289C}" dt="2024-09-26T06:53:37.521" v="71" actId="478"/>
          <ac:picMkLst>
            <pc:docMk/>
            <pc:sldMk cId="99857790" sldId="441"/>
            <ac:picMk id="22" creationId="{6DAC3B36-9F8C-9E32-A8DD-B0BB3C0F3AE8}"/>
          </ac:picMkLst>
        </pc:picChg>
        <pc:picChg chg="add del mod">
          <ac:chgData name="Zhe Shen" userId="01eaba4c-7cb5-4ff2-8cbf-2d7ece705b92" providerId="ADAL" clId="{B4CF957F-7086-4E74-AE01-F73DFE8C289C}" dt="2024-09-26T07:23:33.150" v="777" actId="1037"/>
          <ac:picMkLst>
            <pc:docMk/>
            <pc:sldMk cId="99857790" sldId="441"/>
            <ac:picMk id="25" creationId="{465F42B3-4263-3316-29CC-4C0380C6BCC2}"/>
          </ac:picMkLst>
        </pc:picChg>
        <pc:picChg chg="add del mod">
          <ac:chgData name="Zhe Shen" userId="01eaba4c-7cb5-4ff2-8cbf-2d7ece705b92" providerId="ADAL" clId="{B4CF957F-7086-4E74-AE01-F73DFE8C289C}" dt="2024-09-26T07:23:33.150" v="777" actId="1037"/>
          <ac:picMkLst>
            <pc:docMk/>
            <pc:sldMk cId="99857790" sldId="441"/>
            <ac:picMk id="27" creationId="{B36B5F40-9BB5-0C60-A07F-2F2C6C2EFA70}"/>
          </ac:picMkLst>
        </pc:picChg>
        <pc:picChg chg="add del mod">
          <ac:chgData name="Zhe Shen" userId="01eaba4c-7cb5-4ff2-8cbf-2d7ece705b92" providerId="ADAL" clId="{B4CF957F-7086-4E74-AE01-F73DFE8C289C}" dt="2024-09-26T06:59:37.449" v="291" actId="22"/>
          <ac:picMkLst>
            <pc:docMk/>
            <pc:sldMk cId="99857790" sldId="441"/>
            <ac:picMk id="29" creationId="{20AE38D9-9EDF-A5C3-3186-31AEC40F4B2B}"/>
          </ac:picMkLst>
        </pc:picChg>
        <pc:picChg chg="add del mod">
          <ac:chgData name="Zhe Shen" userId="01eaba4c-7cb5-4ff2-8cbf-2d7ece705b92" providerId="ADAL" clId="{B4CF957F-7086-4E74-AE01-F73DFE8C289C}" dt="2024-09-26T07:01:00.803" v="299" actId="478"/>
          <ac:picMkLst>
            <pc:docMk/>
            <pc:sldMk cId="99857790" sldId="441"/>
            <ac:picMk id="31" creationId="{29038CDB-31AE-8B97-5851-E71019AD92F9}"/>
          </ac:picMkLst>
        </pc:picChg>
        <pc:picChg chg="add del mod">
          <ac:chgData name="Zhe Shen" userId="01eaba4c-7cb5-4ff2-8cbf-2d7ece705b92" providerId="ADAL" clId="{B4CF957F-7086-4E74-AE01-F73DFE8C289C}" dt="2024-09-26T07:14:14.135" v="517" actId="478"/>
          <ac:picMkLst>
            <pc:docMk/>
            <pc:sldMk cId="99857790" sldId="441"/>
            <ac:picMk id="39" creationId="{222ED4DE-3539-AEA9-28A4-9C2ADE2BD2B4}"/>
          </ac:picMkLst>
        </pc:picChg>
      </pc:sldChg>
      <pc:sldChg chg="addSp delSp modSp add mod">
        <pc:chgData name="Zhe Shen" userId="01eaba4c-7cb5-4ff2-8cbf-2d7ece705b92" providerId="ADAL" clId="{B4CF957F-7086-4E74-AE01-F73DFE8C289C}" dt="2024-09-26T07:33:01.846" v="791" actId="20577"/>
        <pc:sldMkLst>
          <pc:docMk/>
          <pc:sldMk cId="3532091726" sldId="442"/>
        </pc:sldMkLst>
        <pc:spChg chg="mod">
          <ac:chgData name="Zhe Shen" userId="01eaba4c-7cb5-4ff2-8cbf-2d7ece705b92" providerId="ADAL" clId="{B4CF957F-7086-4E74-AE01-F73DFE8C289C}" dt="2024-09-26T07:18:57.753" v="759" actId="1036"/>
          <ac:spMkLst>
            <pc:docMk/>
            <pc:sldMk cId="3532091726" sldId="442"/>
            <ac:spMk id="8" creationId="{27BE037B-3592-21BC-063B-931D93C16182}"/>
          </ac:spMkLst>
        </pc:spChg>
        <pc:spChg chg="mod">
          <ac:chgData name="Zhe Shen" userId="01eaba4c-7cb5-4ff2-8cbf-2d7ece705b92" providerId="ADAL" clId="{B4CF957F-7086-4E74-AE01-F73DFE8C289C}" dt="2024-09-26T07:18:57.753" v="759" actId="1036"/>
          <ac:spMkLst>
            <pc:docMk/>
            <pc:sldMk cId="3532091726" sldId="442"/>
            <ac:spMk id="9" creationId="{23DB7D9E-EB97-B412-5EE8-6ED2BAE42812}"/>
          </ac:spMkLst>
        </pc:spChg>
        <pc:spChg chg="del mod">
          <ac:chgData name="Zhe Shen" userId="01eaba4c-7cb5-4ff2-8cbf-2d7ece705b92" providerId="ADAL" clId="{B4CF957F-7086-4E74-AE01-F73DFE8C289C}" dt="2024-09-26T07:06:16.551" v="476" actId="478"/>
          <ac:spMkLst>
            <pc:docMk/>
            <pc:sldMk cId="3532091726" sldId="442"/>
            <ac:spMk id="11" creationId="{B4C110AF-1E6C-4AB7-2490-5FFCF5F252BC}"/>
          </ac:spMkLst>
        </pc:spChg>
        <pc:spChg chg="mod">
          <ac:chgData name="Zhe Shen" userId="01eaba4c-7cb5-4ff2-8cbf-2d7ece705b92" providerId="ADAL" clId="{B4CF957F-7086-4E74-AE01-F73DFE8C289C}" dt="2024-09-26T07:05:24.547" v="466" actId="20577"/>
          <ac:spMkLst>
            <pc:docMk/>
            <pc:sldMk cId="3532091726" sldId="442"/>
            <ac:spMk id="13" creationId="{6754E07E-3E69-6B8E-2C8C-D339B562182A}"/>
          </ac:spMkLst>
        </pc:spChg>
        <pc:spChg chg="del">
          <ac:chgData name="Zhe Shen" userId="01eaba4c-7cb5-4ff2-8cbf-2d7ece705b92" providerId="ADAL" clId="{B4CF957F-7086-4E74-AE01-F73DFE8C289C}" dt="2024-09-26T07:06:18.423" v="477" actId="478"/>
          <ac:spMkLst>
            <pc:docMk/>
            <pc:sldMk cId="3532091726" sldId="442"/>
            <ac:spMk id="14" creationId="{1C07EC8D-3E4A-152E-0F7F-BD6897975D59}"/>
          </ac:spMkLst>
        </pc:spChg>
        <pc:spChg chg="del">
          <ac:chgData name="Zhe Shen" userId="01eaba4c-7cb5-4ff2-8cbf-2d7ece705b92" providerId="ADAL" clId="{B4CF957F-7086-4E74-AE01-F73DFE8C289C}" dt="2024-09-26T07:06:02.607" v="472" actId="478"/>
          <ac:spMkLst>
            <pc:docMk/>
            <pc:sldMk cId="3532091726" sldId="442"/>
            <ac:spMk id="16" creationId="{5E002E97-264B-ACCA-DFDA-3976A07BF7C8}"/>
          </ac:spMkLst>
        </pc:spChg>
        <pc:spChg chg="del">
          <ac:chgData name="Zhe Shen" userId="01eaba4c-7cb5-4ff2-8cbf-2d7ece705b92" providerId="ADAL" clId="{B4CF957F-7086-4E74-AE01-F73DFE8C289C}" dt="2024-09-26T07:06:03.652" v="473" actId="478"/>
          <ac:spMkLst>
            <pc:docMk/>
            <pc:sldMk cId="3532091726" sldId="442"/>
            <ac:spMk id="17" creationId="{CAE74099-8DC5-4C12-B6A8-71E01ADF908D}"/>
          </ac:spMkLst>
        </pc:spChg>
        <pc:spChg chg="add mod">
          <ac:chgData name="Zhe Shen" userId="01eaba4c-7cb5-4ff2-8cbf-2d7ece705b92" providerId="ADAL" clId="{B4CF957F-7086-4E74-AE01-F73DFE8C289C}" dt="2024-09-26T07:18:57.753" v="759" actId="1036"/>
          <ac:spMkLst>
            <pc:docMk/>
            <pc:sldMk cId="3532091726" sldId="442"/>
            <ac:spMk id="19" creationId="{95DC66F1-85AD-ECCD-199C-8A08302FEF0C}"/>
          </ac:spMkLst>
        </pc:spChg>
        <pc:spChg chg="add mod">
          <ac:chgData name="Zhe Shen" userId="01eaba4c-7cb5-4ff2-8cbf-2d7ece705b92" providerId="ADAL" clId="{B4CF957F-7086-4E74-AE01-F73DFE8C289C}" dt="2024-09-26T07:18:57.753" v="759" actId="1036"/>
          <ac:spMkLst>
            <pc:docMk/>
            <pc:sldMk cId="3532091726" sldId="442"/>
            <ac:spMk id="21" creationId="{AA37E2DA-56DB-7C9D-60E1-0B7753959D47}"/>
          </ac:spMkLst>
        </pc:spChg>
        <pc:spChg chg="add mod">
          <ac:chgData name="Zhe Shen" userId="01eaba4c-7cb5-4ff2-8cbf-2d7ece705b92" providerId="ADAL" clId="{B4CF957F-7086-4E74-AE01-F73DFE8C289C}" dt="2024-09-26T07:18:57.753" v="759" actId="1036"/>
          <ac:spMkLst>
            <pc:docMk/>
            <pc:sldMk cId="3532091726" sldId="442"/>
            <ac:spMk id="22" creationId="{249B797D-FC9F-DFA1-AF90-2B96E9C4ACF7}"/>
          </ac:spMkLst>
        </pc:spChg>
        <pc:spChg chg="add mod">
          <ac:chgData name="Zhe Shen" userId="01eaba4c-7cb5-4ff2-8cbf-2d7ece705b92" providerId="ADAL" clId="{B4CF957F-7086-4E74-AE01-F73DFE8C289C}" dt="2024-09-26T07:18:57.753" v="759" actId="1036"/>
          <ac:spMkLst>
            <pc:docMk/>
            <pc:sldMk cId="3532091726" sldId="442"/>
            <ac:spMk id="23" creationId="{1CC5D1AE-1AEF-8DF0-5D08-37BA8FA7098B}"/>
          </ac:spMkLst>
        </pc:spChg>
        <pc:spChg chg="mod">
          <ac:chgData name="Zhe Shen" userId="01eaba4c-7cb5-4ff2-8cbf-2d7ece705b92" providerId="ADAL" clId="{B4CF957F-7086-4E74-AE01-F73DFE8C289C}" dt="2024-09-26T07:33:01.846" v="791" actId="20577"/>
          <ac:spMkLst>
            <pc:docMk/>
            <pc:sldMk cId="3532091726" sldId="442"/>
            <ac:spMk id="24" creationId="{382A7386-7FA3-FAE6-3202-45531FF36B71}"/>
          </ac:spMkLst>
        </pc:spChg>
        <pc:spChg chg="add mod">
          <ac:chgData name="Zhe Shen" userId="01eaba4c-7cb5-4ff2-8cbf-2d7ece705b92" providerId="ADAL" clId="{B4CF957F-7086-4E74-AE01-F73DFE8C289C}" dt="2024-09-26T07:18:57.753" v="759" actId="1036"/>
          <ac:spMkLst>
            <pc:docMk/>
            <pc:sldMk cId="3532091726" sldId="442"/>
            <ac:spMk id="26" creationId="{9A229CE5-5DBB-6023-0F2D-687E07C7048F}"/>
          </ac:spMkLst>
        </pc:spChg>
        <pc:spChg chg="del">
          <ac:chgData name="Zhe Shen" userId="01eaba4c-7cb5-4ff2-8cbf-2d7ece705b92" providerId="ADAL" clId="{B4CF957F-7086-4E74-AE01-F73DFE8C289C}" dt="2024-09-26T07:06:06.098" v="474" actId="478"/>
          <ac:spMkLst>
            <pc:docMk/>
            <pc:sldMk cId="3532091726" sldId="442"/>
            <ac:spMk id="32" creationId="{02CB6A37-A303-75AF-5929-C816B0739520}"/>
          </ac:spMkLst>
        </pc:spChg>
        <pc:spChg chg="del">
          <ac:chgData name="Zhe Shen" userId="01eaba4c-7cb5-4ff2-8cbf-2d7ece705b92" providerId="ADAL" clId="{B4CF957F-7086-4E74-AE01-F73DFE8C289C}" dt="2024-09-26T07:06:06.098" v="474" actId="478"/>
          <ac:spMkLst>
            <pc:docMk/>
            <pc:sldMk cId="3532091726" sldId="442"/>
            <ac:spMk id="33" creationId="{D53C40A4-E9EB-2067-E989-47D5AE5C2896}"/>
          </ac:spMkLst>
        </pc:spChg>
        <pc:spChg chg="del">
          <ac:chgData name="Zhe Shen" userId="01eaba4c-7cb5-4ff2-8cbf-2d7ece705b92" providerId="ADAL" clId="{B4CF957F-7086-4E74-AE01-F73DFE8C289C}" dt="2024-09-26T07:06:06.098" v="474" actId="478"/>
          <ac:spMkLst>
            <pc:docMk/>
            <pc:sldMk cId="3532091726" sldId="442"/>
            <ac:spMk id="34" creationId="{6750B72A-6F63-685D-D4DE-33A0B0AD46CC}"/>
          </ac:spMkLst>
        </pc:spChg>
        <pc:graphicFrameChg chg="add mod">
          <ac:chgData name="Zhe Shen" userId="01eaba4c-7cb5-4ff2-8cbf-2d7ece705b92" providerId="ADAL" clId="{B4CF957F-7086-4E74-AE01-F73DFE8C289C}" dt="2024-09-26T07:18:57.753" v="759" actId="1036"/>
          <ac:graphicFrameMkLst>
            <pc:docMk/>
            <pc:sldMk cId="3532091726" sldId="442"/>
            <ac:graphicFrameMk id="28" creationId="{7D9A4779-E8FC-EB9B-9E88-6B63F6C6AA63}"/>
          </ac:graphicFrameMkLst>
        </pc:graphicFrameChg>
        <pc:graphicFrameChg chg="add mod">
          <ac:chgData name="Zhe Shen" userId="01eaba4c-7cb5-4ff2-8cbf-2d7ece705b92" providerId="ADAL" clId="{B4CF957F-7086-4E74-AE01-F73DFE8C289C}" dt="2024-09-26T07:18:57.753" v="759" actId="1036"/>
          <ac:graphicFrameMkLst>
            <pc:docMk/>
            <pc:sldMk cId="3532091726" sldId="442"/>
            <ac:graphicFrameMk id="29" creationId="{7757677E-28D4-6012-0F0A-C43FA3C140B4}"/>
          </ac:graphicFrameMkLst>
        </pc:graphicFrameChg>
        <pc:graphicFrameChg chg="add mod">
          <ac:chgData name="Zhe Shen" userId="01eaba4c-7cb5-4ff2-8cbf-2d7ece705b92" providerId="ADAL" clId="{B4CF957F-7086-4E74-AE01-F73DFE8C289C}" dt="2024-09-26T07:18:57.753" v="759" actId="1036"/>
          <ac:graphicFrameMkLst>
            <pc:docMk/>
            <pc:sldMk cId="3532091726" sldId="442"/>
            <ac:graphicFrameMk id="30" creationId="{0AAB21D8-6D2C-D0CD-33F5-E9114D28538D}"/>
          </ac:graphicFrameMkLst>
        </pc:graphicFrameChg>
        <pc:graphicFrameChg chg="del">
          <ac:chgData name="Zhe Shen" userId="01eaba4c-7cb5-4ff2-8cbf-2d7ece705b92" providerId="ADAL" clId="{B4CF957F-7086-4E74-AE01-F73DFE8C289C}" dt="2024-09-26T07:06:06.098" v="474" actId="478"/>
          <ac:graphicFrameMkLst>
            <pc:docMk/>
            <pc:sldMk cId="3532091726" sldId="442"/>
            <ac:graphicFrameMk id="35" creationId="{0955FACD-E218-71AC-B180-571ABC1B5768}"/>
          </ac:graphicFrameMkLst>
        </pc:graphicFrameChg>
        <pc:graphicFrameChg chg="del">
          <ac:chgData name="Zhe Shen" userId="01eaba4c-7cb5-4ff2-8cbf-2d7ece705b92" providerId="ADAL" clId="{B4CF957F-7086-4E74-AE01-F73DFE8C289C}" dt="2024-09-26T07:06:06.098" v="474" actId="478"/>
          <ac:graphicFrameMkLst>
            <pc:docMk/>
            <pc:sldMk cId="3532091726" sldId="442"/>
            <ac:graphicFrameMk id="36" creationId="{92370963-E37C-C07F-D49B-6FE23B6C2CCF}"/>
          </ac:graphicFrameMkLst>
        </pc:graphicFrameChg>
        <pc:graphicFrameChg chg="del">
          <ac:chgData name="Zhe Shen" userId="01eaba4c-7cb5-4ff2-8cbf-2d7ece705b92" providerId="ADAL" clId="{B4CF957F-7086-4E74-AE01-F73DFE8C289C}" dt="2024-09-26T07:06:06.098" v="474" actId="478"/>
          <ac:graphicFrameMkLst>
            <pc:docMk/>
            <pc:sldMk cId="3532091726" sldId="442"/>
            <ac:graphicFrameMk id="37" creationId="{8EE95613-293E-A497-3AB7-F76C6EB0067E}"/>
          </ac:graphicFrameMkLst>
        </pc:graphicFrameChg>
        <pc:picChg chg="add mod">
          <ac:chgData name="Zhe Shen" userId="01eaba4c-7cb5-4ff2-8cbf-2d7ece705b92" providerId="ADAL" clId="{B4CF957F-7086-4E74-AE01-F73DFE8C289C}" dt="2024-09-26T07:18:57.753" v="759" actId="1036"/>
          <ac:picMkLst>
            <pc:docMk/>
            <pc:sldMk cId="3532091726" sldId="442"/>
            <ac:picMk id="10" creationId="{708A8561-40A2-9D39-600F-E1092DEAAF64}"/>
          </ac:picMkLst>
        </pc:picChg>
        <pc:picChg chg="add mod">
          <ac:chgData name="Zhe Shen" userId="01eaba4c-7cb5-4ff2-8cbf-2d7ece705b92" providerId="ADAL" clId="{B4CF957F-7086-4E74-AE01-F73DFE8C289C}" dt="2024-09-26T07:18:57.753" v="759" actId="1036"/>
          <ac:picMkLst>
            <pc:docMk/>
            <pc:sldMk cId="3532091726" sldId="442"/>
            <ac:picMk id="15" creationId="{A04A9A69-D3B2-9C7A-735A-672901153D8D}"/>
          </ac:picMkLst>
        </pc:picChg>
        <pc:picChg chg="del">
          <ac:chgData name="Zhe Shen" userId="01eaba4c-7cb5-4ff2-8cbf-2d7ece705b92" providerId="ADAL" clId="{B4CF957F-7086-4E74-AE01-F73DFE8C289C}" dt="2024-09-26T07:05:52.599" v="467" actId="478"/>
          <ac:picMkLst>
            <pc:docMk/>
            <pc:sldMk cId="3532091726" sldId="442"/>
            <ac:picMk id="20" creationId="{AE3CD0EC-6477-89AD-C130-D54668CB5777}"/>
          </ac:picMkLst>
        </pc:picChg>
        <pc:picChg chg="del">
          <ac:chgData name="Zhe Shen" userId="01eaba4c-7cb5-4ff2-8cbf-2d7ece705b92" providerId="ADAL" clId="{B4CF957F-7086-4E74-AE01-F73DFE8C289C}" dt="2024-09-26T07:06:00.424" v="470" actId="478"/>
          <ac:picMkLst>
            <pc:docMk/>
            <pc:sldMk cId="3532091726" sldId="442"/>
            <ac:picMk id="25" creationId="{465F42B3-4263-3316-29CC-4C0380C6BCC2}"/>
          </ac:picMkLst>
        </pc:picChg>
        <pc:picChg chg="del">
          <ac:chgData name="Zhe Shen" userId="01eaba4c-7cb5-4ff2-8cbf-2d7ece705b92" providerId="ADAL" clId="{B4CF957F-7086-4E74-AE01-F73DFE8C289C}" dt="2024-09-26T07:06:00.936" v="471" actId="478"/>
          <ac:picMkLst>
            <pc:docMk/>
            <pc:sldMk cId="3532091726" sldId="442"/>
            <ac:picMk id="27" creationId="{B36B5F40-9BB5-0C60-A07F-2F2C6C2EFA70}"/>
          </ac:picMkLst>
        </pc:picChg>
        <pc:cxnChg chg="add mod">
          <ac:chgData name="Zhe Shen" userId="01eaba4c-7cb5-4ff2-8cbf-2d7ece705b92" providerId="ADAL" clId="{B4CF957F-7086-4E74-AE01-F73DFE8C289C}" dt="2024-09-26T07:18:57.753" v="759" actId="1036"/>
          <ac:cxnSpMkLst>
            <pc:docMk/>
            <pc:sldMk cId="3532091726" sldId="442"/>
            <ac:cxnSpMk id="18" creationId="{54E8D7CF-D0F3-E3C8-71A8-4C3FB3642238}"/>
          </ac:cxnSpMkLst>
        </pc:cxnChg>
      </pc:sldChg>
      <pc:sldChg chg="addSp delSp modSp add del mod">
        <pc:chgData name="Zhe Shen" userId="01eaba4c-7cb5-4ff2-8cbf-2d7ece705b92" providerId="ADAL" clId="{B4CF957F-7086-4E74-AE01-F73DFE8C289C}" dt="2024-09-26T07:53:06.147" v="906" actId="47"/>
        <pc:sldMkLst>
          <pc:docMk/>
          <pc:sldMk cId="2784935939" sldId="443"/>
        </pc:sldMkLst>
        <pc:spChg chg="mod">
          <ac:chgData name="Zhe Shen" userId="01eaba4c-7cb5-4ff2-8cbf-2d7ece705b92" providerId="ADAL" clId="{B4CF957F-7086-4E74-AE01-F73DFE8C289C}" dt="2024-09-26T07:24:01.368" v="785" actId="20577"/>
          <ac:spMkLst>
            <pc:docMk/>
            <pc:sldMk cId="2784935939" sldId="443"/>
            <ac:spMk id="7" creationId="{2AEC4058-7A52-4977-A0C6-767A4C4918C3}"/>
          </ac:spMkLst>
        </pc:spChg>
        <pc:spChg chg="del">
          <ac:chgData name="Zhe Shen" userId="01eaba4c-7cb5-4ff2-8cbf-2d7ece705b92" providerId="ADAL" clId="{B4CF957F-7086-4E74-AE01-F73DFE8C289C}" dt="2024-09-26T07:24:04.623" v="786" actId="478"/>
          <ac:spMkLst>
            <pc:docMk/>
            <pc:sldMk cId="2784935939" sldId="443"/>
            <ac:spMk id="8" creationId="{27BE037B-3592-21BC-063B-931D93C16182}"/>
          </ac:spMkLst>
        </pc:spChg>
        <pc:spChg chg="del">
          <ac:chgData name="Zhe Shen" userId="01eaba4c-7cb5-4ff2-8cbf-2d7ece705b92" providerId="ADAL" clId="{B4CF957F-7086-4E74-AE01-F73DFE8C289C}" dt="2024-09-26T07:24:04.623" v="786" actId="478"/>
          <ac:spMkLst>
            <pc:docMk/>
            <pc:sldMk cId="2784935939" sldId="443"/>
            <ac:spMk id="9" creationId="{23DB7D9E-EB97-B412-5EE8-6ED2BAE42812}"/>
          </ac:spMkLst>
        </pc:spChg>
        <pc:spChg chg="mod">
          <ac:chgData name="Zhe Shen" userId="01eaba4c-7cb5-4ff2-8cbf-2d7ece705b92" providerId="ADAL" clId="{B4CF957F-7086-4E74-AE01-F73DFE8C289C}" dt="2024-09-26T07:23:54.727" v="781" actId="20577"/>
          <ac:spMkLst>
            <pc:docMk/>
            <pc:sldMk cId="2784935939" sldId="443"/>
            <ac:spMk id="13" creationId="{6754E07E-3E69-6B8E-2C8C-D339B562182A}"/>
          </ac:spMkLst>
        </pc:spChg>
        <pc:spChg chg="del">
          <ac:chgData name="Zhe Shen" userId="01eaba4c-7cb5-4ff2-8cbf-2d7ece705b92" providerId="ADAL" clId="{B4CF957F-7086-4E74-AE01-F73DFE8C289C}" dt="2024-09-26T07:24:04.623" v="786" actId="478"/>
          <ac:spMkLst>
            <pc:docMk/>
            <pc:sldMk cId="2784935939" sldId="443"/>
            <ac:spMk id="19" creationId="{95DC66F1-85AD-ECCD-199C-8A08302FEF0C}"/>
          </ac:spMkLst>
        </pc:spChg>
        <pc:spChg chg="del">
          <ac:chgData name="Zhe Shen" userId="01eaba4c-7cb5-4ff2-8cbf-2d7ece705b92" providerId="ADAL" clId="{B4CF957F-7086-4E74-AE01-F73DFE8C289C}" dt="2024-09-26T07:24:04.623" v="786" actId="478"/>
          <ac:spMkLst>
            <pc:docMk/>
            <pc:sldMk cId="2784935939" sldId="443"/>
            <ac:spMk id="21" creationId="{AA37E2DA-56DB-7C9D-60E1-0B7753959D47}"/>
          </ac:spMkLst>
        </pc:spChg>
        <pc:spChg chg="del">
          <ac:chgData name="Zhe Shen" userId="01eaba4c-7cb5-4ff2-8cbf-2d7ece705b92" providerId="ADAL" clId="{B4CF957F-7086-4E74-AE01-F73DFE8C289C}" dt="2024-09-26T07:24:04.623" v="786" actId="478"/>
          <ac:spMkLst>
            <pc:docMk/>
            <pc:sldMk cId="2784935939" sldId="443"/>
            <ac:spMk id="22" creationId="{249B797D-FC9F-DFA1-AF90-2B96E9C4ACF7}"/>
          </ac:spMkLst>
        </pc:spChg>
        <pc:spChg chg="del">
          <ac:chgData name="Zhe Shen" userId="01eaba4c-7cb5-4ff2-8cbf-2d7ece705b92" providerId="ADAL" clId="{B4CF957F-7086-4E74-AE01-F73DFE8C289C}" dt="2024-09-26T07:24:04.623" v="786" actId="478"/>
          <ac:spMkLst>
            <pc:docMk/>
            <pc:sldMk cId="2784935939" sldId="443"/>
            <ac:spMk id="23" creationId="{1CC5D1AE-1AEF-8DF0-5D08-37BA8FA7098B}"/>
          </ac:spMkLst>
        </pc:spChg>
        <pc:spChg chg="del">
          <ac:chgData name="Zhe Shen" userId="01eaba4c-7cb5-4ff2-8cbf-2d7ece705b92" providerId="ADAL" clId="{B4CF957F-7086-4E74-AE01-F73DFE8C289C}" dt="2024-09-26T07:24:04.623" v="786" actId="478"/>
          <ac:spMkLst>
            <pc:docMk/>
            <pc:sldMk cId="2784935939" sldId="443"/>
            <ac:spMk id="26" creationId="{9A229CE5-5DBB-6023-0F2D-687E07C7048F}"/>
          </ac:spMkLst>
        </pc:spChg>
        <pc:graphicFrameChg chg="del">
          <ac:chgData name="Zhe Shen" userId="01eaba4c-7cb5-4ff2-8cbf-2d7ece705b92" providerId="ADAL" clId="{B4CF957F-7086-4E74-AE01-F73DFE8C289C}" dt="2024-09-26T07:24:04.623" v="786" actId="478"/>
          <ac:graphicFrameMkLst>
            <pc:docMk/>
            <pc:sldMk cId="2784935939" sldId="443"/>
            <ac:graphicFrameMk id="28" creationId="{7D9A4779-E8FC-EB9B-9E88-6B63F6C6AA63}"/>
          </ac:graphicFrameMkLst>
        </pc:graphicFrameChg>
        <pc:graphicFrameChg chg="del">
          <ac:chgData name="Zhe Shen" userId="01eaba4c-7cb5-4ff2-8cbf-2d7ece705b92" providerId="ADAL" clId="{B4CF957F-7086-4E74-AE01-F73DFE8C289C}" dt="2024-09-26T07:24:04.623" v="786" actId="478"/>
          <ac:graphicFrameMkLst>
            <pc:docMk/>
            <pc:sldMk cId="2784935939" sldId="443"/>
            <ac:graphicFrameMk id="29" creationId="{7757677E-28D4-6012-0F0A-C43FA3C140B4}"/>
          </ac:graphicFrameMkLst>
        </pc:graphicFrameChg>
        <pc:graphicFrameChg chg="del">
          <ac:chgData name="Zhe Shen" userId="01eaba4c-7cb5-4ff2-8cbf-2d7ece705b92" providerId="ADAL" clId="{B4CF957F-7086-4E74-AE01-F73DFE8C289C}" dt="2024-09-26T07:24:04.623" v="786" actId="478"/>
          <ac:graphicFrameMkLst>
            <pc:docMk/>
            <pc:sldMk cId="2784935939" sldId="443"/>
            <ac:graphicFrameMk id="30" creationId="{0AAB21D8-6D2C-D0CD-33F5-E9114D28538D}"/>
          </ac:graphicFrameMkLst>
        </pc:graphicFrameChg>
        <pc:picChg chg="del">
          <ac:chgData name="Zhe Shen" userId="01eaba4c-7cb5-4ff2-8cbf-2d7ece705b92" providerId="ADAL" clId="{B4CF957F-7086-4E74-AE01-F73DFE8C289C}" dt="2024-09-26T07:24:04.623" v="786" actId="478"/>
          <ac:picMkLst>
            <pc:docMk/>
            <pc:sldMk cId="2784935939" sldId="443"/>
            <ac:picMk id="10" creationId="{708A8561-40A2-9D39-600F-E1092DEAAF64}"/>
          </ac:picMkLst>
        </pc:picChg>
        <pc:picChg chg="add mod">
          <ac:chgData name="Zhe Shen" userId="01eaba4c-7cb5-4ff2-8cbf-2d7ece705b92" providerId="ADAL" clId="{B4CF957F-7086-4E74-AE01-F73DFE8C289C}" dt="2024-09-26T07:44:34.874" v="813" actId="14100"/>
          <ac:picMkLst>
            <pc:docMk/>
            <pc:sldMk cId="2784935939" sldId="443"/>
            <ac:picMk id="11" creationId="{8D8FC99A-3597-FD98-D6DB-63067996CD9E}"/>
          </ac:picMkLst>
        </pc:picChg>
        <pc:picChg chg="del">
          <ac:chgData name="Zhe Shen" userId="01eaba4c-7cb5-4ff2-8cbf-2d7ece705b92" providerId="ADAL" clId="{B4CF957F-7086-4E74-AE01-F73DFE8C289C}" dt="2024-09-26T07:24:04.623" v="786" actId="478"/>
          <ac:picMkLst>
            <pc:docMk/>
            <pc:sldMk cId="2784935939" sldId="443"/>
            <ac:picMk id="15" creationId="{A04A9A69-D3B2-9C7A-735A-672901153D8D}"/>
          </ac:picMkLst>
        </pc:picChg>
        <pc:cxnChg chg="del">
          <ac:chgData name="Zhe Shen" userId="01eaba4c-7cb5-4ff2-8cbf-2d7ece705b92" providerId="ADAL" clId="{B4CF957F-7086-4E74-AE01-F73DFE8C289C}" dt="2024-09-26T07:24:04.623" v="786" actId="478"/>
          <ac:cxnSpMkLst>
            <pc:docMk/>
            <pc:sldMk cId="2784935939" sldId="443"/>
            <ac:cxnSpMk id="18" creationId="{54E8D7CF-D0F3-E3C8-71A8-4C3FB3642238}"/>
          </ac:cxnSpMkLst>
        </pc:cxnChg>
      </pc:sldChg>
      <pc:sldChg chg="addSp delSp modSp add mod">
        <pc:chgData name="Zhe Shen" userId="01eaba4c-7cb5-4ff2-8cbf-2d7ece705b92" providerId="ADAL" clId="{B4CF957F-7086-4E74-AE01-F73DFE8C289C}" dt="2024-09-26T07:56:43.098" v="980" actId="20577"/>
        <pc:sldMkLst>
          <pc:docMk/>
          <pc:sldMk cId="1517976510" sldId="444"/>
        </pc:sldMkLst>
        <pc:spChg chg="mod">
          <ac:chgData name="Zhe Shen" userId="01eaba4c-7cb5-4ff2-8cbf-2d7ece705b92" providerId="ADAL" clId="{B4CF957F-7086-4E74-AE01-F73DFE8C289C}" dt="2024-09-26T07:37:21.497" v="807" actId="5793"/>
          <ac:spMkLst>
            <pc:docMk/>
            <pc:sldMk cId="1517976510" sldId="444"/>
            <ac:spMk id="7" creationId="{2AEC4058-7A52-4977-A0C6-767A4C4918C3}"/>
          </ac:spMkLst>
        </pc:spChg>
        <pc:spChg chg="mod">
          <ac:chgData name="Zhe Shen" userId="01eaba4c-7cb5-4ff2-8cbf-2d7ece705b92" providerId="ADAL" clId="{B4CF957F-7086-4E74-AE01-F73DFE8C289C}" dt="2024-09-26T07:33:12.692" v="793" actId="20577"/>
          <ac:spMkLst>
            <pc:docMk/>
            <pc:sldMk cId="1517976510" sldId="444"/>
            <ac:spMk id="12" creationId="{00000000-0000-0000-0000-000000000000}"/>
          </ac:spMkLst>
        </pc:spChg>
        <pc:spChg chg="mod">
          <ac:chgData name="Zhe Shen" userId="01eaba4c-7cb5-4ff2-8cbf-2d7ece705b92" providerId="ADAL" clId="{B4CF957F-7086-4E74-AE01-F73DFE8C289C}" dt="2024-09-26T07:56:43.098" v="980" actId="20577"/>
          <ac:spMkLst>
            <pc:docMk/>
            <pc:sldMk cId="1517976510" sldId="444"/>
            <ac:spMk id="13" creationId="{6754E07E-3E69-6B8E-2C8C-D339B562182A}"/>
          </ac:spMkLst>
        </pc:spChg>
        <pc:spChg chg="mod">
          <ac:chgData name="Zhe Shen" userId="01eaba4c-7cb5-4ff2-8cbf-2d7ece705b92" providerId="ADAL" clId="{B4CF957F-7086-4E74-AE01-F73DFE8C289C}" dt="2024-09-26T07:33:21.239" v="797" actId="20577"/>
          <ac:spMkLst>
            <pc:docMk/>
            <pc:sldMk cId="1517976510" sldId="444"/>
            <ac:spMk id="24" creationId="{382A7386-7FA3-FAE6-3202-45531FF36B71}"/>
          </ac:spMkLst>
        </pc:spChg>
        <pc:picChg chg="add del">
          <ac:chgData name="Zhe Shen" userId="01eaba4c-7cb5-4ff2-8cbf-2d7ece705b92" providerId="ADAL" clId="{B4CF957F-7086-4E74-AE01-F73DFE8C289C}" dt="2024-09-26T07:44:55.597" v="816" actId="478"/>
          <ac:picMkLst>
            <pc:docMk/>
            <pc:sldMk cId="1517976510" sldId="444"/>
            <ac:picMk id="14" creationId="{1EB07143-D7F2-0472-B319-70F0F2085BA7}"/>
          </ac:picMkLst>
        </pc:picChg>
      </pc:sldChg>
      <pc:sldChg chg="addSp delSp modSp add mod">
        <pc:chgData name="Zhe Shen" userId="01eaba4c-7cb5-4ff2-8cbf-2d7ece705b92" providerId="ADAL" clId="{B4CF957F-7086-4E74-AE01-F73DFE8C289C}" dt="2024-09-26T08:01:54.393" v="1054" actId="1038"/>
        <pc:sldMkLst>
          <pc:docMk/>
          <pc:sldMk cId="3574782509" sldId="445"/>
        </pc:sldMkLst>
        <pc:spChg chg="mod">
          <ac:chgData name="Zhe Shen" userId="01eaba4c-7cb5-4ff2-8cbf-2d7ece705b92" providerId="ADAL" clId="{B4CF957F-7086-4E74-AE01-F73DFE8C289C}" dt="2024-09-26T08:01:45.157" v="1050" actId="1035"/>
          <ac:spMkLst>
            <pc:docMk/>
            <pc:sldMk cId="3574782509" sldId="445"/>
            <ac:spMk id="8" creationId="{27BE037B-3592-21BC-063B-931D93C16182}"/>
          </ac:spMkLst>
        </pc:spChg>
        <pc:spChg chg="mod">
          <ac:chgData name="Zhe Shen" userId="01eaba4c-7cb5-4ff2-8cbf-2d7ece705b92" providerId="ADAL" clId="{B4CF957F-7086-4E74-AE01-F73DFE8C289C}" dt="2024-09-26T08:01:45.157" v="1050" actId="1035"/>
          <ac:spMkLst>
            <pc:docMk/>
            <pc:sldMk cId="3574782509" sldId="445"/>
            <ac:spMk id="9" creationId="{23DB7D9E-EB97-B412-5EE8-6ED2BAE42812}"/>
          </ac:spMkLst>
        </pc:spChg>
        <pc:spChg chg="mod">
          <ac:chgData name="Zhe Shen" userId="01eaba4c-7cb5-4ff2-8cbf-2d7ece705b92" providerId="ADAL" clId="{B4CF957F-7086-4E74-AE01-F73DFE8C289C}" dt="2024-09-26T07:56:46.167" v="981" actId="20577"/>
          <ac:spMkLst>
            <pc:docMk/>
            <pc:sldMk cId="3574782509" sldId="445"/>
            <ac:spMk id="13" creationId="{6754E07E-3E69-6B8E-2C8C-D339B562182A}"/>
          </ac:spMkLst>
        </pc:spChg>
        <pc:spChg chg="mod">
          <ac:chgData name="Zhe Shen" userId="01eaba4c-7cb5-4ff2-8cbf-2d7ece705b92" providerId="ADAL" clId="{B4CF957F-7086-4E74-AE01-F73DFE8C289C}" dt="2024-09-26T08:01:45.157" v="1050" actId="1035"/>
          <ac:spMkLst>
            <pc:docMk/>
            <pc:sldMk cId="3574782509" sldId="445"/>
            <ac:spMk id="19" creationId="{95DC66F1-85AD-ECCD-199C-8A08302FEF0C}"/>
          </ac:spMkLst>
        </pc:spChg>
        <pc:spChg chg="mod">
          <ac:chgData name="Zhe Shen" userId="01eaba4c-7cb5-4ff2-8cbf-2d7ece705b92" providerId="ADAL" clId="{B4CF957F-7086-4E74-AE01-F73DFE8C289C}" dt="2024-09-26T08:01:45.157" v="1050" actId="1035"/>
          <ac:spMkLst>
            <pc:docMk/>
            <pc:sldMk cId="3574782509" sldId="445"/>
            <ac:spMk id="21" creationId="{AA37E2DA-56DB-7C9D-60E1-0B7753959D47}"/>
          </ac:spMkLst>
        </pc:spChg>
        <pc:spChg chg="add del">
          <ac:chgData name="Zhe Shen" userId="01eaba4c-7cb5-4ff2-8cbf-2d7ece705b92" providerId="ADAL" clId="{B4CF957F-7086-4E74-AE01-F73DFE8C289C}" dt="2024-09-26T07:45:06.591" v="820" actId="478"/>
          <ac:spMkLst>
            <pc:docMk/>
            <pc:sldMk cId="3574782509" sldId="445"/>
            <ac:spMk id="22" creationId="{249B797D-FC9F-DFA1-AF90-2B96E9C4ACF7}"/>
          </ac:spMkLst>
        </pc:spChg>
        <pc:spChg chg="add del">
          <ac:chgData name="Zhe Shen" userId="01eaba4c-7cb5-4ff2-8cbf-2d7ece705b92" providerId="ADAL" clId="{B4CF957F-7086-4E74-AE01-F73DFE8C289C}" dt="2024-09-26T07:45:06.591" v="820" actId="478"/>
          <ac:spMkLst>
            <pc:docMk/>
            <pc:sldMk cId="3574782509" sldId="445"/>
            <ac:spMk id="23" creationId="{1CC5D1AE-1AEF-8DF0-5D08-37BA8FA7098B}"/>
          </ac:spMkLst>
        </pc:spChg>
        <pc:spChg chg="add del">
          <ac:chgData name="Zhe Shen" userId="01eaba4c-7cb5-4ff2-8cbf-2d7ece705b92" providerId="ADAL" clId="{B4CF957F-7086-4E74-AE01-F73DFE8C289C}" dt="2024-09-26T07:45:06.591" v="820" actId="478"/>
          <ac:spMkLst>
            <pc:docMk/>
            <pc:sldMk cId="3574782509" sldId="445"/>
            <ac:spMk id="26" creationId="{9A229CE5-5DBB-6023-0F2D-687E07C7048F}"/>
          </ac:spMkLst>
        </pc:spChg>
        <pc:graphicFrameChg chg="del">
          <ac:chgData name="Zhe Shen" userId="01eaba4c-7cb5-4ff2-8cbf-2d7ece705b92" providerId="ADAL" clId="{B4CF957F-7086-4E74-AE01-F73DFE8C289C}" dt="2024-09-26T07:44:59.394" v="817" actId="478"/>
          <ac:graphicFrameMkLst>
            <pc:docMk/>
            <pc:sldMk cId="3574782509" sldId="445"/>
            <ac:graphicFrameMk id="28" creationId="{7D9A4779-E8FC-EB9B-9E88-6B63F6C6AA63}"/>
          </ac:graphicFrameMkLst>
        </pc:graphicFrameChg>
        <pc:graphicFrameChg chg="del">
          <ac:chgData name="Zhe Shen" userId="01eaba4c-7cb5-4ff2-8cbf-2d7ece705b92" providerId="ADAL" clId="{B4CF957F-7086-4E74-AE01-F73DFE8C289C}" dt="2024-09-26T07:44:59.394" v="817" actId="478"/>
          <ac:graphicFrameMkLst>
            <pc:docMk/>
            <pc:sldMk cId="3574782509" sldId="445"/>
            <ac:graphicFrameMk id="29" creationId="{7757677E-28D4-6012-0F0A-C43FA3C140B4}"/>
          </ac:graphicFrameMkLst>
        </pc:graphicFrameChg>
        <pc:graphicFrameChg chg="del">
          <ac:chgData name="Zhe Shen" userId="01eaba4c-7cb5-4ff2-8cbf-2d7ece705b92" providerId="ADAL" clId="{B4CF957F-7086-4E74-AE01-F73DFE8C289C}" dt="2024-09-26T07:44:59.394" v="817" actId="478"/>
          <ac:graphicFrameMkLst>
            <pc:docMk/>
            <pc:sldMk cId="3574782509" sldId="445"/>
            <ac:graphicFrameMk id="30" creationId="{0AAB21D8-6D2C-D0CD-33F5-E9114D28538D}"/>
          </ac:graphicFrameMkLst>
        </pc:graphicFrameChg>
        <pc:picChg chg="mod">
          <ac:chgData name="Zhe Shen" userId="01eaba4c-7cb5-4ff2-8cbf-2d7ece705b92" providerId="ADAL" clId="{B4CF957F-7086-4E74-AE01-F73DFE8C289C}" dt="2024-09-26T08:01:45.157" v="1050" actId="1035"/>
          <ac:picMkLst>
            <pc:docMk/>
            <pc:sldMk cId="3574782509" sldId="445"/>
            <ac:picMk id="10" creationId="{708A8561-40A2-9D39-600F-E1092DEAAF64}"/>
          </ac:picMkLst>
        </pc:picChg>
        <pc:picChg chg="add del mod">
          <ac:chgData name="Zhe Shen" userId="01eaba4c-7cb5-4ff2-8cbf-2d7ece705b92" providerId="ADAL" clId="{B4CF957F-7086-4E74-AE01-F73DFE8C289C}" dt="2024-09-26T07:45:24.779" v="826" actId="478"/>
          <ac:picMkLst>
            <pc:docMk/>
            <pc:sldMk cId="3574782509" sldId="445"/>
            <ac:picMk id="14" creationId="{1EB07143-D7F2-0472-B319-70F0F2085BA7}"/>
          </ac:picMkLst>
        </pc:picChg>
        <pc:picChg chg="del">
          <ac:chgData name="Zhe Shen" userId="01eaba4c-7cb5-4ff2-8cbf-2d7ece705b92" providerId="ADAL" clId="{B4CF957F-7086-4E74-AE01-F73DFE8C289C}" dt="2024-09-26T07:53:25.582" v="909" actId="478"/>
          <ac:picMkLst>
            <pc:docMk/>
            <pc:sldMk cId="3574782509" sldId="445"/>
            <ac:picMk id="15" creationId="{A04A9A69-D3B2-9C7A-735A-672901153D8D}"/>
          </ac:picMkLst>
        </pc:picChg>
        <pc:picChg chg="add del mod">
          <ac:chgData name="Zhe Shen" userId="01eaba4c-7cb5-4ff2-8cbf-2d7ece705b92" providerId="ADAL" clId="{B4CF957F-7086-4E74-AE01-F73DFE8C289C}" dt="2024-09-26T07:45:45.413" v="830" actId="478"/>
          <ac:picMkLst>
            <pc:docMk/>
            <pc:sldMk cId="3574782509" sldId="445"/>
            <ac:picMk id="16" creationId="{75FB79D6-1FEB-7706-A56A-3E5B52EF23DD}"/>
          </ac:picMkLst>
        </pc:picChg>
        <pc:picChg chg="add mod">
          <ac:chgData name="Zhe Shen" userId="01eaba4c-7cb5-4ff2-8cbf-2d7ece705b92" providerId="ADAL" clId="{B4CF957F-7086-4E74-AE01-F73DFE8C289C}" dt="2024-09-26T08:01:45.157" v="1050" actId="1035"/>
          <ac:picMkLst>
            <pc:docMk/>
            <pc:sldMk cId="3574782509" sldId="445"/>
            <ac:picMk id="20" creationId="{997FA9F7-96CB-06A5-3487-C7F713080735}"/>
          </ac:picMkLst>
        </pc:picChg>
        <pc:picChg chg="add del mod">
          <ac:chgData name="Zhe Shen" userId="01eaba4c-7cb5-4ff2-8cbf-2d7ece705b92" providerId="ADAL" clId="{B4CF957F-7086-4E74-AE01-F73DFE8C289C}" dt="2024-09-26T07:53:28.801" v="911" actId="478"/>
          <ac:picMkLst>
            <pc:docMk/>
            <pc:sldMk cId="3574782509" sldId="445"/>
            <ac:picMk id="25" creationId="{59939DF7-B42F-EB24-81F1-871EABFAC702}"/>
          </ac:picMkLst>
        </pc:picChg>
        <pc:picChg chg="add mod">
          <ac:chgData name="Zhe Shen" userId="01eaba4c-7cb5-4ff2-8cbf-2d7ece705b92" providerId="ADAL" clId="{B4CF957F-7086-4E74-AE01-F73DFE8C289C}" dt="2024-09-26T08:01:45.157" v="1050" actId="1035"/>
          <ac:picMkLst>
            <pc:docMk/>
            <pc:sldMk cId="3574782509" sldId="445"/>
            <ac:picMk id="27" creationId="{6364FBDD-024F-5894-1B12-7F85360E32A9}"/>
          </ac:picMkLst>
        </pc:picChg>
        <pc:cxnChg chg="mod">
          <ac:chgData name="Zhe Shen" userId="01eaba4c-7cb5-4ff2-8cbf-2d7ece705b92" providerId="ADAL" clId="{B4CF957F-7086-4E74-AE01-F73DFE8C289C}" dt="2024-09-26T08:01:54.393" v="1054" actId="1038"/>
          <ac:cxnSpMkLst>
            <pc:docMk/>
            <pc:sldMk cId="3574782509" sldId="445"/>
            <ac:cxnSpMk id="18" creationId="{54E8D7CF-D0F3-E3C8-71A8-4C3FB3642238}"/>
          </ac:cxnSpMkLst>
        </pc:cxnChg>
      </pc:sldChg>
      <pc:sldChg chg="addSp delSp modSp add mod">
        <pc:chgData name="Zhe Shen" userId="01eaba4c-7cb5-4ff2-8cbf-2d7ece705b92" providerId="ADAL" clId="{B4CF957F-7086-4E74-AE01-F73DFE8C289C}" dt="2024-09-26T08:00:49.612" v="1005" actId="20577"/>
        <pc:sldMkLst>
          <pc:docMk/>
          <pc:sldMk cId="441303853" sldId="446"/>
        </pc:sldMkLst>
        <pc:spChg chg="del">
          <ac:chgData name="Zhe Shen" userId="01eaba4c-7cb5-4ff2-8cbf-2d7ece705b92" providerId="ADAL" clId="{B4CF957F-7086-4E74-AE01-F73DFE8C289C}" dt="2024-09-26T08:00:27.210" v="986" actId="478"/>
          <ac:spMkLst>
            <pc:docMk/>
            <pc:sldMk cId="441303853" sldId="446"/>
            <ac:spMk id="4" creationId="{00000000-0000-0000-0000-000000000000}"/>
          </ac:spMkLst>
        </pc:spChg>
        <pc:spChg chg="add mod">
          <ac:chgData name="Zhe Shen" userId="01eaba4c-7cb5-4ff2-8cbf-2d7ece705b92" providerId="ADAL" clId="{B4CF957F-7086-4E74-AE01-F73DFE8C289C}" dt="2024-09-26T08:00:49.612" v="1005" actId="20577"/>
          <ac:spMkLst>
            <pc:docMk/>
            <pc:sldMk cId="441303853" sldId="446"/>
            <ac:spMk id="5" creationId="{A71075D2-8137-9EBB-8CA2-1493EF934680}"/>
          </ac:spMkLst>
        </pc:spChg>
      </pc:sldChg>
      <pc:sldChg chg="delSp add del mod">
        <pc:chgData name="Zhe Shen" userId="01eaba4c-7cb5-4ff2-8cbf-2d7ece705b92" providerId="ADAL" clId="{B4CF957F-7086-4E74-AE01-F73DFE8C289C}" dt="2024-09-26T07:57:29.052" v="983" actId="47"/>
        <pc:sldMkLst>
          <pc:docMk/>
          <pc:sldMk cId="495135635" sldId="446"/>
        </pc:sldMkLst>
        <pc:spChg chg="del">
          <ac:chgData name="Zhe Shen" userId="01eaba4c-7cb5-4ff2-8cbf-2d7ece705b92" providerId="ADAL" clId="{B4CF957F-7086-4E74-AE01-F73DFE8C289C}" dt="2024-09-26T07:56:54.569" v="982" actId="478"/>
          <ac:spMkLst>
            <pc:docMk/>
            <pc:sldMk cId="495135635" sldId="446"/>
            <ac:spMk id="8" creationId="{27BE037B-3592-21BC-063B-931D93C16182}"/>
          </ac:spMkLst>
        </pc:spChg>
        <pc:spChg chg="del">
          <ac:chgData name="Zhe Shen" userId="01eaba4c-7cb5-4ff2-8cbf-2d7ece705b92" providerId="ADAL" clId="{B4CF957F-7086-4E74-AE01-F73DFE8C289C}" dt="2024-09-26T07:56:54.569" v="982" actId="478"/>
          <ac:spMkLst>
            <pc:docMk/>
            <pc:sldMk cId="495135635" sldId="446"/>
            <ac:spMk id="9" creationId="{23DB7D9E-EB97-B412-5EE8-6ED2BAE42812}"/>
          </ac:spMkLst>
        </pc:spChg>
        <pc:spChg chg="del">
          <ac:chgData name="Zhe Shen" userId="01eaba4c-7cb5-4ff2-8cbf-2d7ece705b92" providerId="ADAL" clId="{B4CF957F-7086-4E74-AE01-F73DFE8C289C}" dt="2024-09-26T07:56:54.569" v="982" actId="478"/>
          <ac:spMkLst>
            <pc:docMk/>
            <pc:sldMk cId="495135635" sldId="446"/>
            <ac:spMk id="19" creationId="{95DC66F1-85AD-ECCD-199C-8A08302FEF0C}"/>
          </ac:spMkLst>
        </pc:spChg>
        <pc:spChg chg="del">
          <ac:chgData name="Zhe Shen" userId="01eaba4c-7cb5-4ff2-8cbf-2d7ece705b92" providerId="ADAL" clId="{B4CF957F-7086-4E74-AE01-F73DFE8C289C}" dt="2024-09-26T07:56:54.569" v="982" actId="478"/>
          <ac:spMkLst>
            <pc:docMk/>
            <pc:sldMk cId="495135635" sldId="446"/>
            <ac:spMk id="21" creationId="{AA37E2DA-56DB-7C9D-60E1-0B7753959D47}"/>
          </ac:spMkLst>
        </pc:spChg>
        <pc:picChg chg="del">
          <ac:chgData name="Zhe Shen" userId="01eaba4c-7cb5-4ff2-8cbf-2d7ece705b92" providerId="ADAL" clId="{B4CF957F-7086-4E74-AE01-F73DFE8C289C}" dt="2024-09-26T07:56:54.569" v="982" actId="478"/>
          <ac:picMkLst>
            <pc:docMk/>
            <pc:sldMk cId="495135635" sldId="446"/>
            <ac:picMk id="10" creationId="{708A8561-40A2-9D39-600F-E1092DEAAF64}"/>
          </ac:picMkLst>
        </pc:picChg>
        <pc:picChg chg="del">
          <ac:chgData name="Zhe Shen" userId="01eaba4c-7cb5-4ff2-8cbf-2d7ece705b92" providerId="ADAL" clId="{B4CF957F-7086-4E74-AE01-F73DFE8C289C}" dt="2024-09-26T07:56:54.569" v="982" actId="478"/>
          <ac:picMkLst>
            <pc:docMk/>
            <pc:sldMk cId="495135635" sldId="446"/>
            <ac:picMk id="20" creationId="{997FA9F7-96CB-06A5-3487-C7F713080735}"/>
          </ac:picMkLst>
        </pc:picChg>
        <pc:picChg chg="del">
          <ac:chgData name="Zhe Shen" userId="01eaba4c-7cb5-4ff2-8cbf-2d7ece705b92" providerId="ADAL" clId="{B4CF957F-7086-4E74-AE01-F73DFE8C289C}" dt="2024-09-26T07:56:54.569" v="982" actId="478"/>
          <ac:picMkLst>
            <pc:docMk/>
            <pc:sldMk cId="495135635" sldId="446"/>
            <ac:picMk id="27" creationId="{6364FBDD-024F-5894-1B12-7F85360E32A9}"/>
          </ac:picMkLst>
        </pc:picChg>
        <pc:cxnChg chg="del">
          <ac:chgData name="Zhe Shen" userId="01eaba4c-7cb5-4ff2-8cbf-2d7ece705b92" providerId="ADAL" clId="{B4CF957F-7086-4E74-AE01-F73DFE8C289C}" dt="2024-09-26T07:56:54.569" v="982" actId="478"/>
          <ac:cxnSpMkLst>
            <pc:docMk/>
            <pc:sldMk cId="495135635" sldId="446"/>
            <ac:cxnSpMk id="18" creationId="{54E8D7CF-D0F3-E3C8-71A8-4C3FB3642238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C529DA-7ED2-477F-9910-9E82C87D73B5}" type="datetimeFigureOut">
              <a:rPr lang="zh-CN" altLang="en-US" smtClean="0"/>
              <a:t>2024/10/17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32CCB3-023F-4C0D-A70A-71C48C4FB7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407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none" dirty="0"/>
              <a:t>Hello everyone, welcome to my trial lecture.</a:t>
            </a:r>
          </a:p>
          <a:p>
            <a:r>
              <a:rPr lang="en-US" u="none" dirty="0"/>
              <a:t>I try to say hello in your mother tongue. </a:t>
            </a:r>
          </a:p>
          <a:p>
            <a:r>
              <a:rPr lang="en-US" u="none" dirty="0"/>
              <a:t>If your mother </a:t>
            </a:r>
            <a:r>
              <a:rPr lang="en-US" altLang="zh-CN" u="none" dirty="0"/>
              <a:t>tongue is, unfortunately, not listed here.</a:t>
            </a:r>
            <a:endParaRPr lang="en-US" u="none" dirty="0"/>
          </a:p>
          <a:p>
            <a:r>
              <a:rPr lang="en-US" u="none" dirty="0"/>
              <a:t>You may give a complaint at the end of this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DB9B4-02ED-494E-8BBF-C5866CE355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0439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u="none" dirty="0"/>
              <a:t>I am your lecturer /</a:t>
            </a:r>
            <a:r>
              <a:rPr lang="en-US" altLang="zh-CN" sz="1800" b="0" i="0" dirty="0">
                <a:solidFill>
                  <a:srgbClr val="5F6368"/>
                </a:solidFill>
                <a:effectLst/>
                <a:latin typeface="Roboto" panose="020F0502020204030204" pitchFamily="2" charset="0"/>
              </a:rPr>
              <a:t>ˈlek(t)</a:t>
            </a:r>
            <a:r>
              <a:rPr lang="en-US" altLang="zh-CN" sz="1800" b="0" i="0" dirty="0" err="1">
                <a:solidFill>
                  <a:srgbClr val="5F6368"/>
                </a:solidFill>
                <a:effectLst/>
                <a:latin typeface="Roboto" panose="020F0502020204030204" pitchFamily="2" charset="0"/>
              </a:rPr>
              <a:t>SHərər</a:t>
            </a:r>
            <a:r>
              <a:rPr lang="en-US" altLang="zh-CN" sz="1800" u="none" dirty="0"/>
              <a:t>/. My name is Shen. I am a Ph.D. in Aeronautics and Astronautics.</a:t>
            </a:r>
            <a:endParaRPr lang="en-US" sz="1800" dirty="0">
              <a:effectLst/>
              <a:latin typeface="Calibri" panose="020F0502020204030204" pitchFamily="34" charset="0"/>
              <a:ea typeface="游明朝" panose="02020400000000000000" pitchFamily="18" charset="-128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This slide gives my self-introduction. I was born in 1995.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In 2017, I started my master’s program at DTU in Denmark. At that time, I was studying in automation and robotics.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The left figure was our autonomous driving team at DTU.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After graduating from DTU, I came to Japan for a doctoral program in Aeronautics and Astronautics.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The charming figure on the right is the university of Tokyo.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My research focus in Tokyo was the drone controller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DB9B4-02ED-494E-8BBF-C5866CE355A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525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none" dirty="0"/>
              <a:t>Today’s lecture is about the drone-based control systems.</a:t>
            </a:r>
          </a:p>
          <a:p>
            <a:r>
              <a:rPr lang="en-US" u="none" dirty="0"/>
              <a:t>Specifically, we will control a quadrotor by a </a:t>
            </a:r>
            <a:r>
              <a:rPr lang="en-US" u="none" dirty="0" err="1"/>
              <a:t>pid</a:t>
            </a:r>
            <a:r>
              <a:rPr lang="en-US" u="none" dirty="0"/>
              <a:t> controller.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DB9B4-02ED-494E-8BBF-C5866CE355A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0564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will visit the quadrotor and its dynamics first.</a:t>
            </a:r>
          </a:p>
          <a:p>
            <a:r>
              <a:rPr lang="en-US" dirty="0"/>
              <a:t>After that, we will control this quadrotor with a </a:t>
            </a:r>
            <a:r>
              <a:rPr lang="en-US"/>
              <a:t>PID controller before </a:t>
            </a:r>
            <a:r>
              <a:rPr lang="en-US" dirty="0"/>
              <a:t>we make a final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DB9B4-02ED-494E-8BBF-C5866CE355A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5328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There are different kinds of quadrotors.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2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What you see on the left is a conventional quadrotor.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 direction of the thrust is upward.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2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On the right, we can see a tiltrotor.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(play the demo)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Different from the conventional quadrotor,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in a tiltrotor, the direction of the thrust is adjustable during the flight.</a:t>
            </a:r>
            <a:endParaRPr lang="en-US" sz="1200" dirty="0">
              <a:effectLst/>
              <a:latin typeface="Calibri" panose="020F0502020204030204" pitchFamily="34" charset="0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DB9B4-02ED-494E-8BBF-C5866CE355A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1395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relevant drones are listed here.</a:t>
            </a:r>
          </a:p>
          <a:p>
            <a:endParaRPr lang="en-US" dirty="0"/>
          </a:p>
          <a:p>
            <a:r>
              <a:rPr lang="en-US" dirty="0"/>
              <a:t>A conventional quadrotor can produce the total force only in one direction.</a:t>
            </a:r>
          </a:p>
          <a:p>
            <a:r>
              <a:rPr lang="en-US" dirty="0"/>
              <a:t>That is upward.</a:t>
            </a:r>
          </a:p>
          <a:p>
            <a:endParaRPr lang="en-US" dirty="0"/>
          </a:p>
          <a:p>
            <a:r>
              <a:rPr lang="en-US" dirty="0"/>
              <a:t>A tiltrotor can change its structure.</a:t>
            </a:r>
          </a:p>
          <a:p>
            <a:r>
              <a:rPr lang="en-US" dirty="0"/>
              <a:t>Therefore, a tiltrotor can change the direction of the thrust during the flight.</a:t>
            </a:r>
          </a:p>
          <a:p>
            <a:endParaRPr lang="en-US" dirty="0"/>
          </a:p>
          <a:p>
            <a:r>
              <a:rPr lang="en-US" dirty="0"/>
              <a:t>The third drone is called the tilted-rotor.</a:t>
            </a:r>
          </a:p>
          <a:p>
            <a:r>
              <a:rPr lang="en-US" dirty="0"/>
              <a:t>The tilted-rotor cannot change its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DB9B4-02ED-494E-8BBF-C5866CE355A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9142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Today, we will control the conventional quadrotor.</a:t>
            </a:r>
          </a:p>
          <a:p>
            <a:r>
              <a:rPr lang="en-US" dirty="0"/>
              <a:t>As we mentioned, this quadrotor has four inputs.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DB9B4-02ED-494E-8BBF-C5866CE355A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8926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4 inputs are the magnitudes of the 4 thrusts.</a:t>
            </a:r>
          </a:p>
          <a:p>
            <a:r>
              <a:rPr lang="en-US" dirty="0"/>
              <a:t>F1, F2, F3, F4, respectively.</a:t>
            </a:r>
          </a:p>
          <a:p>
            <a:r>
              <a:rPr lang="en-US" dirty="0"/>
              <a:t>On the other hand, there are 6 degrees of freedom.</a:t>
            </a:r>
          </a:p>
          <a:p>
            <a:r>
              <a:rPr lang="en-US" dirty="0"/>
              <a:t>They are roll, pitch, yaw, x, y, and z.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Note that the number of the </a:t>
            </a:r>
            <a:r>
              <a:rPr lang="en-US" altLang="zh-CN" dirty="0"/>
              <a:t>inputs is less than the number of the degrees of freedom.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Therefore, these 6 </a:t>
            </a:r>
            <a:r>
              <a:rPr lang="en-US" altLang="zh-CN" dirty="0" err="1"/>
              <a:t>DoF</a:t>
            </a:r>
            <a:r>
              <a:rPr lang="en-US" altLang="zh-CN" dirty="0"/>
              <a:t> cannot be controlled simultaneously or independently.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DB9B4-02ED-494E-8BBF-C5866CE355A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0519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Let’s see a simple example here.</a:t>
            </a:r>
          </a:p>
          <a:p>
            <a:r>
              <a:rPr lang="en-US" altLang="zh-CN" dirty="0"/>
              <a:t>A drone is hovering at its initial position.</a:t>
            </a:r>
          </a:p>
          <a:p>
            <a:endParaRPr lang="en-US" altLang="zh-CN" dirty="0"/>
          </a:p>
          <a:p>
            <a:r>
              <a:rPr lang="en-US" altLang="zh-CN" dirty="0"/>
              <a:t>And it is expected to move to a goal position.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Someone may believe the drone can move without changing the attitude while moving.</a:t>
            </a:r>
          </a:p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DB9B4-02ED-494E-8BBF-C5866CE355A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6622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Like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DB9B4-02ED-494E-8BBF-C5866CE355A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843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DB9B4-02ED-494E-8BBF-C5866CE355A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6491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Unfortunately, this is not true.</a:t>
            </a:r>
          </a:p>
          <a:p>
            <a:r>
              <a:rPr lang="en-US" altLang="zh-CN" dirty="0"/>
              <a:t>The roll and pitch cannot be zero while moving.</a:t>
            </a:r>
          </a:p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DB9B4-02ED-494E-8BBF-C5866CE355A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412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In contrast, the quadrotor has to change its attitude.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DB9B4-02ED-494E-8BBF-C5866CE355A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8369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By adjusting the roll and pitch, the quadrotor will generate the lateral force.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DB9B4-02ED-494E-8BBF-C5866CE355A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5812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And this lateral force pushes it horizontally.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DB9B4-02ED-494E-8BBF-C5866CE355A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9869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DB9B4-02ED-494E-8BBF-C5866CE355A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5808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And finally making it reach the goal.</a:t>
            </a:r>
          </a:p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DB9B4-02ED-494E-8BBF-C5866CE355A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3919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So, the next time your boss is asking you, “Why cannot the drone maintain the zero Euler angles while moving?”</a:t>
            </a:r>
          </a:p>
          <a:p>
            <a:r>
              <a:rPr lang="en-US" altLang="zh-CN" dirty="0"/>
              <a:t>You may reply, “The number of the inputs is less than the number of the degrees of freedom.”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DB9B4-02ED-494E-8BBF-C5866CE355A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7311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With only 4 inputs in total,</a:t>
            </a:r>
          </a:p>
          <a:p>
            <a:r>
              <a:rPr lang="en-US" altLang="zh-CN" dirty="0"/>
              <a:t>we will control roll, pitch, yaw, and altitude independently.</a:t>
            </a:r>
          </a:p>
          <a:p>
            <a:endParaRPr lang="en-US" altLang="zh-CN" dirty="0"/>
          </a:p>
          <a:p>
            <a:r>
              <a:rPr lang="en-US" altLang="zh-CN" dirty="0"/>
              <a:t>To control this quadrotor, we will check its dynamics first.</a:t>
            </a:r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DB9B4-02ED-494E-8BBF-C5866CE355A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6083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What you see on this slide are the dynamic equations of a quadrotor.</a:t>
            </a:r>
          </a:p>
          <a:p>
            <a:r>
              <a:rPr lang="en-US" altLang="zh-CN" dirty="0"/>
              <a:t>I know there are lots of variables.</a:t>
            </a:r>
          </a:p>
          <a:p>
            <a:r>
              <a:rPr lang="en-US" altLang="zh-CN" dirty="0"/>
              <a:t>But don’t be scared. </a:t>
            </a:r>
          </a:p>
          <a:p>
            <a:endParaRPr lang="en-US" altLang="zh-CN" dirty="0"/>
          </a:p>
          <a:p>
            <a:r>
              <a:rPr lang="en-US" altLang="zh-CN" dirty="0"/>
              <a:t>When you see the complicated equations,</a:t>
            </a:r>
          </a:p>
          <a:p>
            <a:r>
              <a:rPr lang="en-US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may</a:t>
            </a:r>
            <a:r>
              <a:rPr lang="zh-CN" altLang="en-US" dirty="0"/>
              <a:t> </a:t>
            </a:r>
            <a:r>
              <a:rPr lang="en-US" altLang="zh-CN" dirty="0"/>
              <a:t>o</a:t>
            </a:r>
            <a:r>
              <a:rPr lang="en-US" dirty="0"/>
              <a:t>bserve the inputs and outputs first.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The inputs are the four thrusts, F1, F2, F3, and F4, respectively.</a:t>
            </a:r>
          </a:p>
          <a:p>
            <a:r>
              <a:rPr lang="en-US" dirty="0"/>
              <a:t>They are here.</a:t>
            </a:r>
          </a:p>
          <a:p>
            <a:endParaRPr lang="en-US" dirty="0"/>
          </a:p>
          <a:p>
            <a:r>
              <a:rPr lang="en-US" dirty="0"/>
              <a:t>The outputs are 6 degrees of freedom. </a:t>
            </a:r>
          </a:p>
          <a:p>
            <a:r>
              <a:rPr lang="en-US" dirty="0"/>
              <a:t>Phi, theta, psi, X, Y, Z.</a:t>
            </a:r>
          </a:p>
          <a:p>
            <a:r>
              <a:rPr lang="en-US" dirty="0"/>
              <a:t>Here are the outputs.</a:t>
            </a:r>
          </a:p>
          <a:p>
            <a:endParaRPr lang="en-US" dirty="0"/>
          </a:p>
          <a:p>
            <a:r>
              <a:rPr lang="en-US" altLang="zh-CN" dirty="0"/>
              <a:t>This is the dynamics of a quadrotor.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These equations tell us how these degrees of freedom respond to the inputs in a quadrotor.</a:t>
            </a:r>
          </a:p>
          <a:p>
            <a:r>
              <a:rPr lang="en-US" dirty="0"/>
              <a:t>And we will control this quadrotor after linearizing these dynamic equations.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DB9B4-02ED-494E-8BBF-C5866CE355A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407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Linearize the dynamics at this equilibrium.</a:t>
            </a:r>
          </a:p>
          <a:p>
            <a:r>
              <a:rPr lang="en-US" dirty="0"/>
              <a:t>With the small angle approximation, we receive these relationships.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Focus on the result on the left.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The inputs are the four thrusts, F1, F2, F3, and F4.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The outputs are the four degrees of freedom.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They are the altitude, Z, the roll, pitch, yaw angles.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So, these 4 degrees of freedom are controlled independently by the inputs.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r>
              <a:rPr lang="en-US" dirty="0"/>
              <a:t>Now, let’s check the other part of the linearization.</a:t>
            </a:r>
          </a:p>
          <a:p>
            <a:r>
              <a:rPr lang="en-US" dirty="0"/>
              <a:t>Focus on the result on the right. </a:t>
            </a:r>
          </a:p>
          <a:p>
            <a:endParaRPr lang="en-US" dirty="0"/>
          </a:p>
          <a:p>
            <a:r>
              <a:rPr lang="en-US" dirty="0"/>
              <a:t>We also color the inputs and outputs.</a:t>
            </a:r>
          </a:p>
          <a:p>
            <a:r>
              <a:rPr lang="en-US" dirty="0"/>
              <a:t>But wait.</a:t>
            </a:r>
          </a:p>
          <a:p>
            <a:r>
              <a:rPr lang="en-US" dirty="0"/>
              <a:t>Where are the inputs?</a:t>
            </a:r>
          </a:p>
          <a:p>
            <a:r>
              <a:rPr lang="en-US" dirty="0"/>
              <a:t>There are no inputs in the equations on the right.</a:t>
            </a:r>
          </a:p>
          <a:p>
            <a:r>
              <a:rPr lang="en-US" dirty="0"/>
              <a:t>It means that the position is coupled with the attitude.</a:t>
            </a:r>
          </a:p>
          <a:p>
            <a:endParaRPr lang="en-US" dirty="0"/>
          </a:p>
          <a:p>
            <a:r>
              <a:rPr lang="en-US" dirty="0"/>
              <a:t>You may remember, the attitude cannot be zero while the drone moves.</a:t>
            </a:r>
          </a:p>
          <a:p>
            <a:r>
              <a:rPr lang="en-US" dirty="0"/>
              <a:t>These two equations explain this phenomenon.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We cannot control all 6 degrees of freedom independently.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Actually, these two equations between the attitude and the position are widely used in the setpoint tracking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DB9B4-02ED-494E-8BBF-C5866CE355A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8717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Having this conventional relationship, we can control the position X and Y depending on the attitude.</a:t>
            </a:r>
          </a:p>
          <a:p>
            <a:endParaRPr lang="en-US" dirty="0"/>
          </a:p>
          <a:p>
            <a:r>
              <a:rPr lang="en-US" dirty="0"/>
              <a:t>The figure on the right is from a publication in the quadrotor control.</a:t>
            </a:r>
          </a:p>
          <a:p>
            <a:r>
              <a:rPr lang="en-US" dirty="0"/>
              <a:t>As we can see, the independent degrees of freedom to be directly controlled are the attitude and altitude.</a:t>
            </a:r>
          </a:p>
          <a:p>
            <a:endParaRPr lang="en-US" dirty="0"/>
          </a:p>
          <a:p>
            <a:r>
              <a:rPr lang="en-US" dirty="0"/>
              <a:t>The position X and Y are controlled by the coupling relationship between the position and the attitude.</a:t>
            </a:r>
          </a:p>
          <a:p>
            <a:endParaRPr lang="en-US" dirty="0"/>
          </a:p>
          <a:p>
            <a:r>
              <a:rPr lang="en-US" dirty="0"/>
              <a:t>In short, we will control the attitude and altitude directly.</a:t>
            </a:r>
          </a:p>
          <a:p>
            <a:r>
              <a:rPr lang="en-US" dirty="0"/>
              <a:t>And in this first lecture, we will learn how to stabilize the altitude.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DB9B4-02ED-494E-8BBF-C5866CE355A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5131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make the altitude control,</a:t>
            </a:r>
          </a:p>
          <a:p>
            <a:r>
              <a:rPr lang="en-US" dirty="0"/>
              <a:t>let’s focus on this dynamic equation after linearization.</a:t>
            </a:r>
          </a:p>
          <a:p>
            <a:endParaRPr lang="en-US" dirty="0"/>
          </a:p>
          <a:p>
            <a:r>
              <a:rPr lang="en-US" dirty="0"/>
              <a:t>To make our deduction easier,</a:t>
            </a:r>
          </a:p>
          <a:p>
            <a:r>
              <a:rPr lang="en-US" dirty="0"/>
              <a:t>we simplify this equation by assigning the right side as u1.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And, we will design the PID controller relying on this dynamic equation.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DB9B4-02ED-494E-8BBF-C5866CE355A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7934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Delta z in this dynamic equation is the difference between the desired altitude and the actual altitude.</a:t>
            </a:r>
          </a:p>
          <a:p>
            <a:r>
              <a:rPr lang="en-US" dirty="0"/>
              <a:t>If you read the literatures, delta Z is sometimes called the state error.</a:t>
            </a:r>
          </a:p>
          <a:p>
            <a:r>
              <a:rPr lang="en-US" dirty="0"/>
              <a:t>Our goal is to let Z be equal to Z reference.</a:t>
            </a:r>
          </a:p>
          <a:p>
            <a:endParaRPr lang="en-US" dirty="0"/>
          </a:p>
          <a:p>
            <a:r>
              <a:rPr lang="en-US" dirty="0"/>
              <a:t>In other words, we need to find the input u1,</a:t>
            </a:r>
          </a:p>
          <a:p>
            <a:r>
              <a:rPr lang="en-US" altLang="zh-CN" dirty="0"/>
              <a:t>This u1 will finally make delta Z to be zero.</a:t>
            </a:r>
          </a:p>
          <a:p>
            <a:endParaRPr lang="en-US" dirty="0"/>
          </a:p>
          <a:p>
            <a:r>
              <a:rPr lang="en-US" dirty="0"/>
              <a:t>Here, we introduce a PID controller.</a:t>
            </a:r>
          </a:p>
          <a:p>
            <a:r>
              <a:rPr lang="en-US" dirty="0"/>
              <a:t>The PID controller is the abbreviation of proportional, integral, and derivative controller.</a:t>
            </a:r>
          </a:p>
          <a:p>
            <a:r>
              <a:rPr lang="en-US" altLang="zh-CN" dirty="0"/>
              <a:t>The Proportional part is the delta Z.</a:t>
            </a:r>
          </a:p>
          <a:p>
            <a:r>
              <a:rPr lang="en-US" dirty="0"/>
              <a:t>The Integral part is the integral of delta Z.</a:t>
            </a:r>
          </a:p>
          <a:p>
            <a:r>
              <a:rPr lang="en-US" dirty="0"/>
              <a:t>The Derivative part is the derivative of delta Z.</a:t>
            </a:r>
          </a:p>
          <a:p>
            <a:endParaRPr lang="en-US" dirty="0"/>
          </a:p>
          <a:p>
            <a:r>
              <a:rPr lang="en-US" dirty="0"/>
              <a:t>And a PID controller is the linear combination of the </a:t>
            </a:r>
            <a:r>
              <a:rPr lang="en-US" altLang="zh-CN" dirty="0"/>
              <a:t>Proportional, Integral, and Derivative part.</a:t>
            </a:r>
          </a:p>
          <a:p>
            <a:r>
              <a:rPr lang="en-US" dirty="0"/>
              <a:t>The sum is the input of the quadrotor. The quadrotor will be maneuvered by this u1.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DB9B4-02ED-494E-8BBF-C5866CE355A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1020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use this PID controller to stabilize the quadrotor.</a:t>
            </a:r>
          </a:p>
          <a:p>
            <a:r>
              <a:rPr lang="en-US" dirty="0"/>
              <a:t>Assume a quadrotor is hovering at 0 meter.</a:t>
            </a:r>
          </a:p>
          <a:p>
            <a:r>
              <a:rPr lang="en-US" dirty="0"/>
              <a:t>And, it is desired to reach the goal at 5 meters.</a:t>
            </a:r>
          </a:p>
          <a:p>
            <a:endParaRPr lang="en-US" dirty="0"/>
          </a:p>
          <a:p>
            <a:r>
              <a:rPr lang="en-US" dirty="0"/>
              <a:t>We will use the PID controller on the right.</a:t>
            </a:r>
          </a:p>
          <a:p>
            <a:r>
              <a:rPr lang="en-US" dirty="0"/>
              <a:t>The coefficients, </a:t>
            </a:r>
            <a:r>
              <a:rPr lang="en-US" dirty="0" err="1"/>
              <a:t>Kp</a:t>
            </a:r>
            <a:r>
              <a:rPr lang="en-US" dirty="0"/>
              <a:t>, Ki, </a:t>
            </a:r>
            <a:r>
              <a:rPr lang="en-US" dirty="0" err="1"/>
              <a:t>Kd</a:t>
            </a:r>
            <a:r>
              <a:rPr lang="en-US" dirty="0"/>
              <a:t> are specified below.</a:t>
            </a:r>
          </a:p>
          <a:p>
            <a:endParaRPr lang="en-US" dirty="0"/>
          </a:p>
          <a:p>
            <a:r>
              <a:rPr lang="en-US" dirty="0"/>
              <a:t>On the top, you can check the final input.</a:t>
            </a:r>
          </a:p>
          <a:p>
            <a:endParaRPr lang="en-US" dirty="0"/>
          </a:p>
          <a:p>
            <a:r>
              <a:rPr lang="en-US" dirty="0"/>
              <a:t>To demonstrate the behavior of this controller,</a:t>
            </a:r>
          </a:p>
          <a:p>
            <a:r>
              <a:rPr lang="en-US" dirty="0"/>
              <a:t>I built the simulator in MATLAB.</a:t>
            </a:r>
          </a:p>
          <a:p>
            <a:r>
              <a:rPr lang="en-US" dirty="0"/>
              <a:t>For the interested researchers, this is the </a:t>
            </a:r>
            <a:r>
              <a:rPr lang="en-US" dirty="0" err="1"/>
              <a:t>github</a:t>
            </a:r>
            <a:r>
              <a:rPr lang="en-US" dirty="0"/>
              <a:t> link.</a:t>
            </a:r>
          </a:p>
          <a:p>
            <a:r>
              <a:rPr lang="en-US" dirty="0"/>
              <a:t>If you open this link,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DB9B4-02ED-494E-8BBF-C5866CE355A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2626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You will get access to the simulator on my </a:t>
            </a:r>
            <a:r>
              <a:rPr lang="en-US" altLang="zh-CN" dirty="0" err="1"/>
              <a:t>github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I recommend my students to download and play with it after the lecture.</a:t>
            </a:r>
          </a:p>
          <a:p>
            <a:r>
              <a:rPr lang="en-US" altLang="zh-CN" dirty="0"/>
              <a:t>If you do so and open my simulator,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32CCB3-023F-4C0D-A70A-71C48C4FB764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49093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You will see this Simulink file.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It is the digital twin of the quadrotor.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The dynamic equations we saw earlier were constructed here.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And the controller, the PID controller, was built here.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In short, we will use the PID controller to stabilize the quadrotor in this simulator.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Let’s visualize the result.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32CCB3-023F-4C0D-A70A-71C48C4FB764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34661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left, we will see the animation of the quadrotor.</a:t>
            </a:r>
          </a:p>
          <a:p>
            <a:r>
              <a:rPr lang="en-US" dirty="0"/>
              <a:t>The altitude of the quadrotor will be plotted on the right.</a:t>
            </a:r>
          </a:p>
          <a:p>
            <a:endParaRPr lang="en-US" dirty="0"/>
          </a:p>
          <a:p>
            <a:r>
              <a:rPr lang="en-US" dirty="0"/>
              <a:t>(play the video)</a:t>
            </a:r>
          </a:p>
          <a:p>
            <a:r>
              <a:rPr lang="en-US" dirty="0"/>
              <a:t>In the simulator,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the drone lifts from 0 to 5 meters as expected.</a:t>
            </a:r>
          </a:p>
          <a:p>
            <a:endParaRPr lang="en-US" dirty="0"/>
          </a:p>
          <a:p>
            <a:r>
              <a:rPr lang="en-US" altLang="zh-CN" dirty="0"/>
              <a:t>It means that our</a:t>
            </a:r>
            <a:r>
              <a:rPr lang="en-US" dirty="0"/>
              <a:t> PID controller works! </a:t>
            </a:r>
          </a:p>
          <a:p>
            <a:r>
              <a:rPr lang="en-US" dirty="0"/>
              <a:t>I recommend you to change the coefficients in our controller.</a:t>
            </a:r>
          </a:p>
          <a:p>
            <a:r>
              <a:rPr lang="en-US" dirty="0"/>
              <a:t>For example, you may change the </a:t>
            </a:r>
            <a:r>
              <a:rPr lang="en-US" dirty="0" err="1"/>
              <a:t>Kp</a:t>
            </a:r>
            <a:r>
              <a:rPr lang="en-US" dirty="0"/>
              <a:t> to another value instead of 1.0 and check the result.</a:t>
            </a:r>
          </a:p>
          <a:p>
            <a:endParaRPr lang="en-US" dirty="0"/>
          </a:p>
          <a:p>
            <a:r>
              <a:rPr lang="en-US" dirty="0"/>
              <a:t>By doing so, you may find some interesting behaviors of the PID controller.</a:t>
            </a:r>
          </a:p>
          <a:p>
            <a:r>
              <a:rPr lang="en-US" dirty="0"/>
              <a:t>And please write to me if you have these experiences after this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DB9B4-02ED-494E-8BBF-C5866CE355A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06712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I’ll summarize what we have learned today.</a:t>
            </a:r>
          </a:p>
          <a:p>
            <a:r>
              <a:rPr lang="en-US" dirty="0"/>
              <a:t>Firstly, the quadrotor was introduced.</a:t>
            </a:r>
          </a:p>
          <a:p>
            <a:r>
              <a:rPr lang="en-US" dirty="0"/>
              <a:t>We then analyzed the dependencies between the </a:t>
            </a:r>
            <a:r>
              <a:rPr lang="en-US" altLang="zh-CN" dirty="0"/>
              <a:t>degrees of freedom.</a:t>
            </a:r>
          </a:p>
          <a:p>
            <a:r>
              <a:rPr lang="en-US" dirty="0"/>
              <a:t>Next, we talked about how these degrees of freedom were influenced by the inputs.</a:t>
            </a:r>
          </a:p>
          <a:p>
            <a:endParaRPr lang="en-US" dirty="0"/>
          </a:p>
          <a:p>
            <a:r>
              <a:rPr lang="en-US" dirty="0"/>
              <a:t>That is the dynamics of the quadrotor.</a:t>
            </a:r>
          </a:p>
          <a:p>
            <a:endParaRPr lang="en-US" dirty="0"/>
          </a:p>
          <a:p>
            <a:r>
              <a:rPr lang="en-US" dirty="0"/>
              <a:t>With the dynamics of the quadrotor, we developed a controller.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DB9B4-02ED-494E-8BBF-C5866CE355A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30211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PID controller in specific, to stabilize the quadrotor.</a:t>
            </a:r>
          </a:p>
          <a:p>
            <a:r>
              <a:rPr lang="en-US" dirty="0"/>
              <a:t>We use this PID controller to make the altitude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DB9B4-02ED-494E-8BBF-C5866CE355A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42566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next lesson, we will revisit the PID controller.</a:t>
            </a:r>
          </a:p>
          <a:p>
            <a:r>
              <a:rPr lang="en-US" dirty="0"/>
              <a:t>We will see Why a PID controller can stabilize the quadrotor.</a:t>
            </a:r>
          </a:p>
          <a:p>
            <a:endParaRPr lang="en-US" dirty="0"/>
          </a:p>
          <a:p>
            <a:r>
              <a:rPr lang="en-US" dirty="0"/>
              <a:t>Also, we will make the attitude control.</a:t>
            </a:r>
          </a:p>
          <a:p>
            <a:r>
              <a:rPr lang="en-US" dirty="0"/>
              <a:t>So far, we’ve only learned the altitude control.</a:t>
            </a:r>
          </a:p>
          <a:p>
            <a:r>
              <a:rPr lang="en-US" dirty="0"/>
              <a:t>You will learn how to make the position tracking control in the next lecture.</a:t>
            </a:r>
          </a:p>
          <a:p>
            <a:endParaRPr lang="en-US" dirty="0"/>
          </a:p>
          <a:p>
            <a:r>
              <a:rPr lang="en-US" dirty="0"/>
              <a:t>That’s all from my side in the </a:t>
            </a:r>
            <a:r>
              <a:rPr lang="en-US"/>
              <a:t>first lecture.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DB9B4-02ED-494E-8BBF-C5866CE355A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34301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u="none" dirty="0"/>
              <a:t>Thank you for your attention.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As far as I know, in today's lecture, there can be audiences at the beginner’s level.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So, I leave about 5 </a:t>
            </a:r>
            <a:r>
              <a:rPr lang="en-US" altLang="zh-CN"/>
              <a:t>minutes for you.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u="none" dirty="0"/>
              <a:t>Let me know if you have questions or comments.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DB9B4-02ED-494E-8BBF-C5866CE355A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80224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u="none" dirty="0"/>
              <a:t>In the following 10 minutes, I will talk about my research and teaching concept.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DB9B4-02ED-494E-8BBF-C5866CE355A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31243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I’ll begin with </a:t>
            </a:r>
            <a:r>
              <a:rPr lang="en-US" sz="1800">
                <a:effectLst/>
                <a:latin typeface="Calibri" panose="020F0502020204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my research.</a:t>
            </a:r>
            <a:endParaRPr lang="en-US" sz="1800" dirty="0">
              <a:effectLst/>
              <a:latin typeface="Calibri" panose="020F0502020204030204" pitchFamily="34" charset="0"/>
              <a:ea typeface="游明朝" panose="02020400000000000000" pitchFamily="18" charset="-128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dirty="0">
              <a:effectLst/>
              <a:latin typeface="Calibri" panose="020F0502020204030204" pitchFamily="34" charset="0"/>
              <a:ea typeface="游明朝" panose="02020400000000000000" pitchFamily="18" charset="-128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This page lists some of my research publications during my doctoral program. 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All of them are about robot simulator and robot control.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My primary contribution during my doctoral program was about the control theory and its application on the drones.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DB9B4-02ED-494E-8BBF-C5866CE355A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26010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dirty="0">
                <a:effectLst/>
                <a:latin typeface="Calibri" panose="020F0502020204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The drone that I was focusing on during my doctoral program was called tiltrotor.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dirty="0">
                <a:effectLst/>
                <a:latin typeface="Calibri" panose="020F0502020204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We introduced the tiltrotor in the trial lecture.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200" dirty="0">
              <a:effectLst/>
              <a:latin typeface="Calibri" panose="020F0502020204030204" pitchFamily="34" charset="0"/>
              <a:ea typeface="游明朝" panose="02020400000000000000" pitchFamily="18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dirty="0">
                <a:effectLst/>
                <a:latin typeface="Calibri" panose="020F0502020204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(play the demo)</a:t>
            </a:r>
            <a:endParaRPr lang="en-US" sz="12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2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There are 8 inputs in the tiltrotor.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2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They are 4 magnitudes of the thrusts and 4 directions of the thrusts.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dirty="0">
                <a:effectLst/>
                <a:latin typeface="Calibri" panose="020F0502020204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We use a term called tilting angles to define the directions of the thrusts.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DB9B4-02ED-494E-8BBF-C5866CE355A8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19998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Here, we can see the dynamics of the tiltrotor.</a:t>
            </a:r>
          </a:p>
          <a:p>
            <a:r>
              <a:rPr lang="en-US" dirty="0"/>
              <a:t>The position and the attitude are governed by the 4 magnitudes and 4 directions of the thrusts, or we call them tilting angles.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My research focus was stabilizing the tiltrotor by feedback linearization.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Feedback linearization is a popular control method widely adopted in robotics.</a:t>
            </a:r>
          </a:p>
          <a:p>
            <a:r>
              <a:rPr lang="en-US" dirty="0"/>
              <a:t>I will brief the difficulties in applying feedback linearization from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DB9B4-02ED-494E-8BBF-C5866CE355A8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13956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applying feedback linearization, a singular decoupling matrix is not expected.</a:t>
            </a:r>
          </a:p>
          <a:p>
            <a:endParaRPr lang="en-US" dirty="0"/>
          </a:p>
          <a:p>
            <a:r>
              <a:rPr lang="en-US" dirty="0"/>
              <a:t>What you see here is the determinant of the decoupling matrix.</a:t>
            </a:r>
          </a:p>
          <a:p>
            <a:r>
              <a:rPr lang="en-US" dirty="0"/>
              <a:t>There are 6 variables in this determinant.</a:t>
            </a:r>
          </a:p>
          <a:p>
            <a:r>
              <a:rPr lang="en-US" dirty="0"/>
              <a:t>They are roll, pitch, and four tilting angles, alpha1, alpha2, alpha3, and alpha4.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To receive the invertible decoupling matrix, the determinant should be non-zero.</a:t>
            </a:r>
          </a:p>
          <a:p>
            <a:endParaRPr lang="en-US" dirty="0"/>
          </a:p>
          <a:p>
            <a:r>
              <a:rPr lang="en-US" dirty="0"/>
              <a:t>If we assign both roll and pitch zero, we receive a simplified determinant.</a:t>
            </a:r>
          </a:p>
          <a:p>
            <a:endParaRPr lang="en-US" dirty="0"/>
          </a:p>
          <a:p>
            <a:r>
              <a:rPr lang="en-US" dirty="0"/>
              <a:t>There are </a:t>
            </a:r>
            <a:r>
              <a:rPr lang="en-US" altLang="zh-CN" dirty="0"/>
              <a:t>only 4 variables in the </a:t>
            </a:r>
            <a:r>
              <a:rPr lang="en-US" dirty="0"/>
              <a:t>simplified determinant</a:t>
            </a:r>
            <a:r>
              <a:rPr lang="en-US" altLang="zh-CN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They are the tilting angles alpha1, alpha2, alpha3, alpha4.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 my research, these tilting angles are pre-defined by a user-defined procedure.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 created this procedure for the first time and called it Gait Plan.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Gait Plan determines the tilting angles alpha1, alpha2, alpha3, alpha4, in advance.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As we know, before the flight, neither roll nor pitch is determined.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Having no information about phi or theta, we cannot use the left formula.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 gait (alpha1 alpha2 alpha3 alpha4) can only be planned based on </a:t>
            </a:r>
            <a:r>
              <a:rPr lang="en-US" altLang="zh-CN" dirty="0"/>
              <a:t>this </a:t>
            </a:r>
            <a:r>
              <a:rPr lang="en-US" dirty="0"/>
              <a:t>simplified determinant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we have no information about phi or theta in the left formula before the flight.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However, a gait, satisfying the formula on the right, may still violate the formula on the left.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is because that rolls and pitches maybe non-zero.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C82347-2C23-47FF-8BE3-AA8CED3FCD4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43870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(play the demo)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gait receives nonzero in the simplified determinant.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for some attitudes, the original determinant is zero.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Specifically, the rolls and pitches marked in blue in this figure result in the zero determinant.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blue curves represent the unacceptable attitudes that lead to the singular decoupling matrix.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Traveling to the unacceptable attitude curves will result in the singular decoupling matrix, which is strictly prohibited.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Therefore, the attitude of the tiltrotor is only allowed to travel in a restricted way.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Here, the restricted way means traveling to the attitude not occupied by the unacceptable attitude curve.</a:t>
            </a:r>
          </a:p>
          <a:p>
            <a:endParaRPr lang="en-US" dirty="0"/>
          </a:p>
          <a:p>
            <a:r>
              <a:rPr lang="en-US" dirty="0"/>
              <a:t>Is there a way to enlarge the region of the acceptable attitude?</a:t>
            </a:r>
          </a:p>
          <a:p>
            <a:r>
              <a:rPr lang="en-US" dirty="0"/>
              <a:t>My research answered this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C82347-2C23-47FF-8BE3-AA8CED3FCD4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77052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Since neither phi nor theta is determined, we expect a robust gait not influenced by roll or pitch.</a:t>
            </a:r>
          </a:p>
          <a:p>
            <a:endParaRPr lang="en-US" dirty="0"/>
          </a:p>
          <a:p>
            <a:r>
              <a:rPr lang="en-US" dirty="0"/>
              <a:t>In a robust gait, for any small roll or small pitch, the determinant is non-zero.</a:t>
            </a:r>
          </a:p>
          <a:p>
            <a:endParaRPr lang="en-US" dirty="0"/>
          </a:p>
          <a:p>
            <a:r>
              <a:rPr lang="en-US" dirty="0"/>
              <a:t>Here is how we find the robust gait.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Firstly, linearize the determinant at zero roll zero pitch.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result yields: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coefficient of phi times phi plus the coefficient of theta times theta plus the remaining term.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Since both phi and theta are uncertain in this problem, we assign both the coefficients of phi and theta zero.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r>
              <a:rPr lang="en-US" dirty="0"/>
              <a:t>By doing so, the contributions of the uncertain phi and theta are suppressed.</a:t>
            </a:r>
          </a:p>
          <a:p>
            <a:endParaRPr lang="en-US" dirty="0"/>
          </a:p>
          <a:p>
            <a:r>
              <a:rPr lang="en-US" dirty="0"/>
              <a:t>Further, to let the left side be nonzero, the remaining term should be nonzero.</a:t>
            </a:r>
          </a:p>
          <a:p>
            <a:endParaRPr lang="en-US" dirty="0"/>
          </a:p>
          <a:p>
            <a:r>
              <a:rPr lang="en-US" dirty="0"/>
              <a:t>The resulting gait is believed robust to the uncertain attitude.</a:t>
            </a:r>
          </a:p>
          <a:p>
            <a:endParaRPr lang="en-US" dirty="0"/>
          </a:p>
          <a:p>
            <a:r>
              <a:rPr lang="en-US" dirty="0"/>
              <a:t>So, we design the gait based on these 3 coefficients.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C82347-2C23-47FF-8BE3-AA8CED3FCD4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30578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Following this method, I finally found a theorem called the Two color map theorem.</a:t>
            </a:r>
          </a:p>
          <a:p>
            <a:r>
              <a:rPr lang="en-US" dirty="0"/>
              <a:t>The Two color map theorem tells us how to design the robust gait, alpha1, </a:t>
            </a:r>
            <a:r>
              <a:rPr lang="en-US" altLang="zh-CN" dirty="0"/>
              <a:t>alpha2, alpha3, alpha4.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C82347-2C23-47FF-8BE3-AA8CED3FCD4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90732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unacceptable attitude figure, as we introduced earlier.</a:t>
            </a:r>
          </a:p>
          <a:p>
            <a:r>
              <a:rPr lang="en-US" dirty="0"/>
              <a:t>It is a roll pitch diagram. </a:t>
            </a:r>
          </a:p>
          <a:p>
            <a:r>
              <a:rPr lang="en-US" dirty="0"/>
              <a:t>All the curves inside represent the attitudes that the tilt-rotor should not touch.</a:t>
            </a:r>
          </a:p>
          <a:p>
            <a:endParaRPr lang="en-US" dirty="0"/>
          </a:p>
          <a:p>
            <a:r>
              <a:rPr lang="en-US" dirty="0"/>
              <a:t>They are from 2 cases.</a:t>
            </a:r>
          </a:p>
          <a:p>
            <a:r>
              <a:rPr lang="en-US" dirty="0"/>
              <a:t>The red curves are the unacceptable attitudes if the tilt-rotor adopts the gait following the two color map theorem.</a:t>
            </a:r>
          </a:p>
          <a:p>
            <a:r>
              <a:rPr lang="en-US" dirty="0"/>
              <a:t>The blue curves are the unacceptable attitudes if the tilt-rotor adopts a gait not following the two color map theorem.</a:t>
            </a:r>
          </a:p>
          <a:p>
            <a:r>
              <a:rPr lang="en-US" dirty="0"/>
              <a:t>Clearly, the gait following the two color map theorem is more robust.</a:t>
            </a:r>
          </a:p>
          <a:p>
            <a:r>
              <a:rPr lang="en-US" dirty="0"/>
              <a:t>Because the red curves leave more space in the middle.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C82347-2C23-47FF-8BE3-AA8CED3FCD42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35350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As we mentioned, there are some singular attitude areas that the drone is not supposed to travel to.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Inspired by this, it is tempting to further this research domain with the control barrier function.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Control barrier function, also known as CBF, is a useful tool to restrict the controlled object with some constraints.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Here, the constraint is the singular attitudes. 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Also, the CBF can be used to avoid the input constraint in my controller.</a:t>
            </a:r>
          </a:p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dirty="0">
                <a:effectLst/>
                <a:latin typeface="Calibri" panose="020F0502020204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I am motivated to play with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DB9B4-02ED-494E-8BBF-C5866CE355A8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16812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From the next month, I will join a research project with </a:t>
            </a:r>
            <a:r>
              <a:rPr lang="en-US" sz="1800" dirty="0" err="1">
                <a:effectLst/>
                <a:latin typeface="Calibri" panose="020F0502020204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EUROfusion</a:t>
            </a:r>
            <a:r>
              <a:rPr lang="en-US" sz="1800" dirty="0">
                <a:effectLst/>
                <a:latin typeface="Calibri" panose="020F0502020204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.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It is to control a robotic arm for the nuclear fusion.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To avoid the collision between the robotic arm and the equipment of the reactor, the control barrier function is equipped.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So, I will also make a deep investigation into the control barrier function with the model of the robotic arm.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dirty="0">
              <a:effectLst/>
              <a:latin typeface="Calibri" panose="020F0502020204030204" pitchFamily="34" charset="0"/>
              <a:ea typeface="游明朝" panose="02020400000000000000" pitchFamily="18" charset="-128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Those are my research interests.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DB9B4-02ED-494E-8BBF-C5866CE355A8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27280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As for my teaching concept.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I never think it is a good idea to put down the complicated formula directly in my class.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dirty="0">
              <a:effectLst/>
              <a:latin typeface="Calibri" panose="020F0502020204030204" pitchFamily="34" charset="0"/>
              <a:ea typeface="游明朝" panose="02020400000000000000" pitchFamily="18" charset="-128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I always pretend that I am also a student learning the knowledge for the first time.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As a student, I don’t like seeing the complicated formula directly.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Without the explanation, it would be a headache.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dirty="0">
              <a:effectLst/>
              <a:latin typeface="Calibri" panose="020F0502020204030204" pitchFamily="34" charset="0"/>
              <a:ea typeface="游明朝" panose="02020400000000000000" pitchFamily="18" charset="-128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So, I do not support give lectures by simply putting down the formulas.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DB9B4-02ED-494E-8BBF-C5866CE355A8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22279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Instead, I will make the necessary deduction with the students.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I understand that students may have different prior knowledge.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By deducing step by step, the beginners can also follow the whole picture.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dirty="0">
              <a:effectLst/>
              <a:latin typeface="Calibri" panose="020F0502020204030204" pitchFamily="34" charset="0"/>
              <a:ea typeface="游明朝" panose="02020400000000000000" pitchFamily="18" charset="-128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The advanced researchers, on the contrary, will also benefit from the deducing process.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It </a:t>
            </a:r>
            <a:r>
              <a:rPr lang="en-US" sz="1800">
                <a:effectLst/>
                <a:latin typeface="Calibri" panose="020F0502020204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will sometimes </a:t>
            </a:r>
            <a:r>
              <a:rPr lang="en-US" sz="1800" dirty="0">
                <a:effectLst/>
                <a:latin typeface="Calibri" panose="020F0502020204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give the inspiration for his or her research.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The mathematical deduction can sometimes be transplanted maybe from the most basic and simplest knowledge.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dirty="0">
              <a:effectLst/>
              <a:latin typeface="Calibri" panose="020F0502020204030204" pitchFamily="34" charset="0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DB9B4-02ED-494E-8BBF-C5866CE355A8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58895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At last, I encourage the students to play with the simulator.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dirty="0">
              <a:effectLst/>
              <a:latin typeface="Calibri" panose="020F0502020204030204" pitchFamily="34" charset="0"/>
              <a:ea typeface="游明朝" panose="02020400000000000000" pitchFamily="18" charset="-128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When learning a new control algorithm, the best way can be playing with it.</a:t>
            </a:r>
          </a:p>
          <a:p>
            <a:r>
              <a:rPr lang="en-US" altLang="zh-CN" sz="2800" dirty="0"/>
              <a:t>So, I make my controller open-source on GitHub.</a:t>
            </a:r>
          </a:p>
          <a:p>
            <a:r>
              <a:rPr lang="en-US" altLang="zh-CN" sz="2800" dirty="0"/>
              <a:t>T</a:t>
            </a:r>
            <a:r>
              <a:rPr lang="zh-CN" altLang="en-US" sz="2800" dirty="0"/>
              <a:t>he students can clone and play with it </a:t>
            </a:r>
            <a:r>
              <a:rPr lang="en-US" altLang="zh-CN" sz="2800" dirty="0"/>
              <a:t>while learning.</a:t>
            </a:r>
          </a:p>
          <a:p>
            <a:endParaRPr lang="en-US" altLang="zh-CN" sz="2800" dirty="0"/>
          </a:p>
          <a:p>
            <a:r>
              <a:rPr lang="en-US" altLang="zh-CN" sz="2800" dirty="0"/>
              <a:t>This simulator can be used beyond the educational purpose.</a:t>
            </a:r>
          </a:p>
          <a:p>
            <a:r>
              <a:rPr lang="en-US" altLang="zh-CN" sz="2800" dirty="0"/>
              <a:t>T</a:t>
            </a:r>
            <a:r>
              <a:rPr lang="zh-CN" altLang="en-US" sz="2800" dirty="0"/>
              <a:t>he</a:t>
            </a:r>
            <a:r>
              <a:rPr lang="en-US" altLang="zh-CN" sz="2800" dirty="0"/>
              <a:t>re can be</a:t>
            </a:r>
            <a:r>
              <a:rPr lang="zh-CN" altLang="en-US" sz="2800" dirty="0"/>
              <a:t> young researcher </a:t>
            </a:r>
            <a:r>
              <a:rPr lang="en-US" altLang="zh-CN" sz="2800" dirty="0"/>
              <a:t>interested in this domain.</a:t>
            </a:r>
          </a:p>
          <a:p>
            <a:r>
              <a:rPr lang="en-US" altLang="zh-CN" sz="2800" dirty="0"/>
              <a:t>They</a:t>
            </a:r>
            <a:r>
              <a:rPr lang="zh-CN" altLang="en-US" sz="2800" dirty="0"/>
              <a:t> can </a:t>
            </a:r>
            <a:r>
              <a:rPr lang="en-US" altLang="zh-CN" sz="2800" dirty="0"/>
              <a:t>build</a:t>
            </a:r>
            <a:r>
              <a:rPr lang="zh-CN" altLang="en-US" sz="2800" dirty="0"/>
              <a:t> </a:t>
            </a:r>
            <a:r>
              <a:rPr lang="en-US" altLang="zh-CN" sz="2800" dirty="0"/>
              <a:t>their own controller in this simulator and make </a:t>
            </a:r>
            <a:r>
              <a:rPr lang="en-US" altLang="zh-CN" sz="2800"/>
              <a:t>publications.</a:t>
            </a:r>
            <a:endParaRPr lang="en-US" sz="1800" dirty="0">
              <a:effectLst/>
              <a:latin typeface="Calibri" panose="020F0502020204030204" pitchFamily="34" charset="0"/>
              <a:ea typeface="游明朝" panose="02020400000000000000" pitchFamily="18" charset="-128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dirty="0">
              <a:effectLst/>
              <a:latin typeface="Calibri" panose="020F0502020204030204" pitchFamily="34" charset="0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DB9B4-02ED-494E-8BBF-C5866CE355A8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7820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Let me conclude this presentation.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This is the first page of my doctoral thesis.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dirty="0">
              <a:effectLst/>
              <a:latin typeface="Calibri" panose="020F0502020204030204" pitchFamily="34" charset="0"/>
              <a:ea typeface="游明朝" panose="02020400000000000000" pitchFamily="18" charset="-128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I put this sentence here because: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I hope every student coming to Austria from different countries, starting </a:t>
            </a:r>
            <a:r>
              <a:rPr lang="en-US" altLang="zh-CN" sz="1800" dirty="0">
                <a:effectLst/>
                <a:latin typeface="Calibri" panose="020F0502020204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at different levels,</a:t>
            </a:r>
            <a:r>
              <a:rPr lang="en-US" sz="1800" dirty="0">
                <a:effectLst/>
                <a:latin typeface="Calibri" panose="020F0502020204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 can always enjoy and learn something from my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DB9B4-02ED-494E-8BBF-C5866CE355A8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38827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none" dirty="0"/>
              <a:t>Thank you for your listening.</a:t>
            </a:r>
          </a:p>
          <a:p>
            <a:r>
              <a:rPr lang="en-US" u="none" dirty="0"/>
              <a:t>This is the real end of </a:t>
            </a:r>
            <a:r>
              <a:rPr lang="en-US" u="none"/>
              <a:t>my presentation.</a:t>
            </a:r>
            <a:endParaRPr lang="en-US" u="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DB9B4-02ED-494E-8BBF-C5866CE355A8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539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2B5D4-FB30-B786-AD88-2F6225D55F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DDB0C1-A0C1-B9F8-C3B1-5A86083F4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4C94E-06B9-1A0F-5D40-FA40B1AAD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A2063-108A-43DB-B344-D27ADC3668EE}" type="datetimeFigureOut">
              <a:rPr lang="zh-CN" altLang="en-US" smtClean="0"/>
              <a:t>2024/10/17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764A2-B81E-D178-AD91-F664E15C2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BAAA4-B4C9-5DE2-05F7-B5684730C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07A1C-6BAF-4320-99AE-7853E6E4DE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4850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711A7-7C5B-23DB-1F61-50735D1A8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C0C4F-21BD-1FA5-7585-BA2CFE0F7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87BBE-4C4D-46BC-0FDC-8A1C31038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A2063-108A-43DB-B344-D27ADC3668EE}" type="datetimeFigureOut">
              <a:rPr lang="zh-CN" altLang="en-US" smtClean="0"/>
              <a:t>2024/10/17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7CFA4-50B5-0042-B97B-EE9B07F65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6F7BA-0EBA-77FA-E498-B046CF38D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07A1C-6BAF-4320-99AE-7853E6E4DE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1348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E6F01-C1A6-8B10-D721-3B85CAF11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851F70-7A4C-319D-4E91-5BF22E0D5E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98A6B-8572-671C-FECF-E29BE99F5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A2063-108A-43DB-B344-D27ADC3668EE}" type="datetimeFigureOut">
              <a:rPr lang="zh-CN" altLang="en-US" smtClean="0"/>
              <a:t>2024/10/17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5AC0E-EB40-582E-03A0-9D82B3F87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ED36F-9215-0DA6-D37F-AB9F45A4C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07A1C-6BAF-4320-99AE-7853E6E4DE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5429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ECD8A-F401-B8F8-4CA8-F580ABCFC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7AC28-A9E7-BD87-3EE1-A32C1CAED2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85E414-1D2D-9731-08FE-BFF65B11CF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8DBBE1-5188-82B7-31E6-E5C3A7BC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A2063-108A-43DB-B344-D27ADC3668EE}" type="datetimeFigureOut">
              <a:rPr lang="zh-CN" altLang="en-US" smtClean="0"/>
              <a:t>2024/10/17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055571-839E-C6AE-234E-FC93C2DF1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A09BCB-D82D-6D56-39E9-C85251435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07A1C-6BAF-4320-99AE-7853E6E4DE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6726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78D5F-085A-FA1E-9C6D-248940CA8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1FAF94-95E0-446E-F6FE-4794EFE42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841F58-C1D9-7C21-59C0-0E8F41ECD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47DADF-2182-B986-B9A7-A4E9ABA610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002FDE-E8FC-5037-B63D-24A46DB301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3AE4DB-5F81-DE5F-9756-B10B7C339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A2063-108A-43DB-B344-D27ADC3668EE}" type="datetimeFigureOut">
              <a:rPr lang="zh-CN" altLang="en-US" smtClean="0"/>
              <a:t>2024/10/17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30D340-AC73-0AA1-E334-32E47948F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50B940-7DAD-E137-6892-F77900D8D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07A1C-6BAF-4320-99AE-7853E6E4DE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8434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C7776-3CB2-19B0-0FA2-D4194BC50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C0F09A-F2BE-8F2F-F0E3-1BC1E3AAE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A2063-108A-43DB-B344-D27ADC3668EE}" type="datetimeFigureOut">
              <a:rPr lang="zh-CN" altLang="en-US" smtClean="0"/>
              <a:t>2024/10/17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8C232B-4CD3-0EAC-A208-EBBF5260F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128B6D-CE12-0482-F774-3FF5AF957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07A1C-6BAF-4320-99AE-7853E6E4DE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3479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18FC1F-5DC7-CC08-E009-7CD9B1CCA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A2063-108A-43DB-B344-D27ADC3668EE}" type="datetimeFigureOut">
              <a:rPr lang="zh-CN" altLang="en-US" smtClean="0"/>
              <a:t>2024/10/17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A27FBE-BC68-24B0-AE8B-83E806AB9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45B5AB-6870-FB6C-3FA0-816FB5EBD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07A1C-6BAF-4320-99AE-7853E6E4DE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3127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520C6-017E-2C8B-785F-6D2C162D5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F049C-6004-49F3-4B18-BF63F0007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6AC996-8FB8-32DB-9771-5251BB9D1D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CC609-7D7A-6942-ADBB-4941DF10D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A2063-108A-43DB-B344-D27ADC3668EE}" type="datetimeFigureOut">
              <a:rPr lang="zh-CN" altLang="en-US" smtClean="0"/>
              <a:t>2024/10/17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5CE3CD-DDBD-9868-3632-7882A64C5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4AF036-1511-4A0E-A3B9-F676E5B20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07A1C-6BAF-4320-99AE-7853E6E4DE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9158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6E9D3-0B68-382D-9B12-553A8ADBE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F48EC9-71B6-6551-55EB-5FC6591ABD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18A35E-B9ED-4B1D-632F-A1260696ED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175CA9-FBB4-0D33-3D2A-994430147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A2063-108A-43DB-B344-D27ADC3668EE}" type="datetimeFigureOut">
              <a:rPr lang="zh-CN" altLang="en-US" smtClean="0"/>
              <a:t>2024/10/17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BB161E-4C33-A3F6-95D5-056BD3F42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0D798-18A0-AC87-4A5A-41334EBFC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07A1C-6BAF-4320-99AE-7853E6E4DE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4204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67E70-685B-612A-DBD2-58147DED0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2096A7-865F-B65B-B803-A8D11134C0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55645-B27C-7251-C77B-E073E612B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A2063-108A-43DB-B344-D27ADC3668EE}" type="datetimeFigureOut">
              <a:rPr lang="zh-CN" altLang="en-US" smtClean="0"/>
              <a:t>2024/10/17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D68D6-5E80-09FC-7047-6C037FBF0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9FD43-CF06-6C77-422C-982406785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07A1C-6BAF-4320-99AE-7853E6E4DE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9250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CFC350-1104-B9FA-66DF-E7D9B7C6D8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6450A1-44DB-E33A-DC2B-C365C75A77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1855D-AE1A-51D3-E459-B4938928F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A2063-108A-43DB-B344-D27ADC3668EE}" type="datetimeFigureOut">
              <a:rPr lang="zh-CN" altLang="en-US" smtClean="0"/>
              <a:t>2024/10/17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1D6F8-6FC8-34BB-432C-8E4651903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8E880-4B3F-AF24-9E62-085B8CF47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07A1C-6BAF-4320-99AE-7853E6E4DE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1332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4E43F4-A15D-4842-3E63-0D226071C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C92B62-8730-BD2C-68A1-5CF3695EB9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4D85F-10D4-9909-1C52-8119DD6ED7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DA2063-108A-43DB-B344-D27ADC3668EE}" type="datetimeFigureOut">
              <a:rPr lang="zh-CN" altLang="en-US" smtClean="0"/>
              <a:t>2024/10/17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4CC76-2283-7474-AEF7-C2A5CFFBA6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992E7-3061-63FE-A668-D6280DE539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B07A1C-6BAF-4320-99AE-7853E6E4DE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6426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5" Type="http://schemas.openxmlformats.org/officeDocument/2006/relationships/image" Target="../media/image2.jpeg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video" Target="../media/media1.mp4"/><Relationship Id="rId7" Type="http://schemas.openxmlformats.org/officeDocument/2006/relationships/oleObject" Target="../embeddings/oleObject1.bin"/><Relationship Id="rId2" Type="http://schemas.microsoft.com/office/2007/relationships/media" Target="../media/media1.mp4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11" Type="http://schemas.openxmlformats.org/officeDocument/2006/relationships/image" Target="../media/image6.png"/><Relationship Id="rId5" Type="http://schemas.openxmlformats.org/officeDocument/2006/relationships/notesSlide" Target="../notesSlides/notesSlide5.xml"/><Relationship Id="rId10" Type="http://schemas.openxmlformats.org/officeDocument/2006/relationships/image" Target="../media/image5.wmf"/><Relationship Id="rId4" Type="http://schemas.openxmlformats.org/officeDocument/2006/relationships/slideLayout" Target="../slideLayouts/slideLayout7.xml"/><Relationship Id="rId9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oleObject" Target="../embeddings/oleObject7.bin"/><Relationship Id="rId18" Type="http://schemas.openxmlformats.org/officeDocument/2006/relationships/image" Target="../media/image15.wmf"/><Relationship Id="rId3" Type="http://schemas.openxmlformats.org/officeDocument/2006/relationships/notesSlide" Target="../notesSlides/notesSlide8.xml"/><Relationship Id="rId21" Type="http://schemas.openxmlformats.org/officeDocument/2006/relationships/oleObject" Target="../embeddings/oleObject11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12.wmf"/><Relationship Id="rId17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.wmf"/><Relationship Id="rId20" Type="http://schemas.openxmlformats.org/officeDocument/2006/relationships/image" Target="../media/image16.wmf"/><Relationship Id="rId1" Type="http://schemas.openxmlformats.org/officeDocument/2006/relationships/tags" Target="../tags/tag5.x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6.bin"/><Relationship Id="rId24" Type="http://schemas.openxmlformats.org/officeDocument/2006/relationships/image" Target="../media/image18.wmf"/><Relationship Id="rId5" Type="http://schemas.openxmlformats.org/officeDocument/2006/relationships/oleObject" Target="../embeddings/oleObject3.bin"/><Relationship Id="rId15" Type="http://schemas.openxmlformats.org/officeDocument/2006/relationships/oleObject" Target="../embeddings/oleObject8.bin"/><Relationship Id="rId23" Type="http://schemas.openxmlformats.org/officeDocument/2006/relationships/oleObject" Target="../embeddings/oleObject12.bin"/><Relationship Id="rId10" Type="http://schemas.openxmlformats.org/officeDocument/2006/relationships/image" Target="../media/image11.wmf"/><Relationship Id="rId19" Type="http://schemas.openxmlformats.org/officeDocument/2006/relationships/oleObject" Target="../embeddings/oleObject10.bin"/><Relationship Id="rId4" Type="http://schemas.openxmlformats.org/officeDocument/2006/relationships/image" Target="../media/image6.png"/><Relationship Id="rId9" Type="http://schemas.openxmlformats.org/officeDocument/2006/relationships/oleObject" Target="../embeddings/oleObject5.bin"/><Relationship Id="rId14" Type="http://schemas.openxmlformats.org/officeDocument/2006/relationships/image" Target="../media/image13.wmf"/><Relationship Id="rId22" Type="http://schemas.openxmlformats.org/officeDocument/2006/relationships/image" Target="../media/image17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20.emf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6" Type="http://schemas.openxmlformats.org/officeDocument/2006/relationships/image" Target="../media/image20.e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6" Type="http://schemas.openxmlformats.org/officeDocument/2006/relationships/image" Target="../media/image20.e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6" Type="http://schemas.openxmlformats.org/officeDocument/2006/relationships/image" Target="../media/image20.e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20.emf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20.emf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Relationship Id="rId6" Type="http://schemas.openxmlformats.org/officeDocument/2006/relationships/image" Target="../media/image20.e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Relationship Id="rId6" Type="http://schemas.openxmlformats.org/officeDocument/2006/relationships/image" Target="../media/image20.e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Relationship Id="rId6" Type="http://schemas.openxmlformats.org/officeDocument/2006/relationships/image" Target="../media/image20.e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image" Target="../media/image16.wmf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21.wmf"/><Relationship Id="rId12" Type="http://schemas.openxmlformats.org/officeDocument/2006/relationships/oleObject" Target="../embeddings/oleObject18.bin"/><Relationship Id="rId17" Type="http://schemas.openxmlformats.org/officeDocument/2006/relationships/image" Target="../media/image1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0.bin"/><Relationship Id="rId1" Type="http://schemas.openxmlformats.org/officeDocument/2006/relationships/tags" Target="../tags/tag15.x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15.wmf"/><Relationship Id="rId5" Type="http://schemas.openxmlformats.org/officeDocument/2006/relationships/image" Target="../media/image19.png"/><Relationship Id="rId15" Type="http://schemas.openxmlformats.org/officeDocument/2006/relationships/image" Target="../media/image17.wmf"/><Relationship Id="rId10" Type="http://schemas.openxmlformats.org/officeDocument/2006/relationships/oleObject" Target="../embeddings/oleObject17.bin"/><Relationship Id="rId4" Type="http://schemas.openxmlformats.org/officeDocument/2006/relationships/image" Target="../media/image6.png"/><Relationship Id="rId9" Type="http://schemas.openxmlformats.org/officeDocument/2006/relationships/image" Target="../media/image22.wmf"/><Relationship Id="rId14" Type="http://schemas.openxmlformats.org/officeDocument/2006/relationships/oleObject" Target="../embeddings/oleObject19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13" Type="http://schemas.openxmlformats.org/officeDocument/2006/relationships/image" Target="../media/image16.wmf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21.wmf"/><Relationship Id="rId12" Type="http://schemas.openxmlformats.org/officeDocument/2006/relationships/oleObject" Target="../embeddings/oleObject24.bin"/><Relationship Id="rId17" Type="http://schemas.openxmlformats.org/officeDocument/2006/relationships/image" Target="../media/image2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6.bin"/><Relationship Id="rId1" Type="http://schemas.openxmlformats.org/officeDocument/2006/relationships/tags" Target="../tags/tag16.x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23.wmf"/><Relationship Id="rId5" Type="http://schemas.openxmlformats.org/officeDocument/2006/relationships/image" Target="../media/image19.png"/><Relationship Id="rId15" Type="http://schemas.openxmlformats.org/officeDocument/2006/relationships/image" Target="../media/image17.wmf"/><Relationship Id="rId10" Type="http://schemas.openxmlformats.org/officeDocument/2006/relationships/oleObject" Target="../embeddings/oleObject23.bin"/><Relationship Id="rId4" Type="http://schemas.openxmlformats.org/officeDocument/2006/relationships/image" Target="../media/image6.png"/><Relationship Id="rId9" Type="http://schemas.openxmlformats.org/officeDocument/2006/relationships/image" Target="../media/image22.wmf"/><Relationship Id="rId14" Type="http://schemas.openxmlformats.org/officeDocument/2006/relationships/oleObject" Target="../embeddings/oleObject25.bin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1.bin"/><Relationship Id="rId18" Type="http://schemas.openxmlformats.org/officeDocument/2006/relationships/image" Target="../media/image15.wmf"/><Relationship Id="rId26" Type="http://schemas.openxmlformats.org/officeDocument/2006/relationships/image" Target="../media/image9.wmf"/><Relationship Id="rId3" Type="http://schemas.openxmlformats.org/officeDocument/2006/relationships/notesSlide" Target="../notesSlides/notesSlide20.xml"/><Relationship Id="rId21" Type="http://schemas.openxmlformats.org/officeDocument/2006/relationships/oleObject" Target="../embeddings/oleObject35.bin"/><Relationship Id="rId34" Type="http://schemas.openxmlformats.org/officeDocument/2006/relationships/image" Target="../media/image33.png"/><Relationship Id="rId7" Type="http://schemas.openxmlformats.org/officeDocument/2006/relationships/oleObject" Target="../embeddings/oleObject28.bin"/><Relationship Id="rId12" Type="http://schemas.openxmlformats.org/officeDocument/2006/relationships/image" Target="../media/image29.wmf"/><Relationship Id="rId17" Type="http://schemas.openxmlformats.org/officeDocument/2006/relationships/oleObject" Target="../embeddings/oleObject33.bin"/><Relationship Id="rId25" Type="http://schemas.openxmlformats.org/officeDocument/2006/relationships/oleObject" Target="../embeddings/oleObject37.bin"/><Relationship Id="rId33" Type="http://schemas.openxmlformats.org/officeDocument/2006/relationships/image" Target="../media/image32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.wmf"/><Relationship Id="rId20" Type="http://schemas.openxmlformats.org/officeDocument/2006/relationships/image" Target="../media/image16.wmf"/><Relationship Id="rId29" Type="http://schemas.openxmlformats.org/officeDocument/2006/relationships/oleObject" Target="../embeddings/oleObject39.bin"/><Relationship Id="rId1" Type="http://schemas.openxmlformats.org/officeDocument/2006/relationships/tags" Target="../tags/tag17.xml"/><Relationship Id="rId6" Type="http://schemas.openxmlformats.org/officeDocument/2006/relationships/image" Target="../media/image26.wmf"/><Relationship Id="rId11" Type="http://schemas.openxmlformats.org/officeDocument/2006/relationships/oleObject" Target="../embeddings/oleObject30.bin"/><Relationship Id="rId24" Type="http://schemas.openxmlformats.org/officeDocument/2006/relationships/image" Target="../media/image18.wmf"/><Relationship Id="rId32" Type="http://schemas.openxmlformats.org/officeDocument/2006/relationships/image" Target="../media/image12.wmf"/><Relationship Id="rId5" Type="http://schemas.openxmlformats.org/officeDocument/2006/relationships/oleObject" Target="../embeddings/oleObject27.bin"/><Relationship Id="rId15" Type="http://schemas.openxmlformats.org/officeDocument/2006/relationships/oleObject" Target="../embeddings/oleObject32.bin"/><Relationship Id="rId23" Type="http://schemas.openxmlformats.org/officeDocument/2006/relationships/oleObject" Target="../embeddings/oleObject36.bin"/><Relationship Id="rId28" Type="http://schemas.openxmlformats.org/officeDocument/2006/relationships/image" Target="../media/image10.wmf"/><Relationship Id="rId10" Type="http://schemas.openxmlformats.org/officeDocument/2006/relationships/image" Target="../media/image28.wmf"/><Relationship Id="rId19" Type="http://schemas.openxmlformats.org/officeDocument/2006/relationships/oleObject" Target="../embeddings/oleObject34.bin"/><Relationship Id="rId31" Type="http://schemas.openxmlformats.org/officeDocument/2006/relationships/oleObject" Target="../embeddings/oleObject40.bin"/><Relationship Id="rId4" Type="http://schemas.openxmlformats.org/officeDocument/2006/relationships/image" Target="../media/image25.png"/><Relationship Id="rId9" Type="http://schemas.openxmlformats.org/officeDocument/2006/relationships/oleObject" Target="../embeddings/oleObject29.bin"/><Relationship Id="rId14" Type="http://schemas.openxmlformats.org/officeDocument/2006/relationships/image" Target="../media/image30.wmf"/><Relationship Id="rId22" Type="http://schemas.openxmlformats.org/officeDocument/2006/relationships/image" Target="../media/image17.wmf"/><Relationship Id="rId27" Type="http://schemas.openxmlformats.org/officeDocument/2006/relationships/oleObject" Target="../embeddings/oleObject38.bin"/><Relationship Id="rId30" Type="http://schemas.openxmlformats.org/officeDocument/2006/relationships/image" Target="../media/image11.wmf"/><Relationship Id="rId8" Type="http://schemas.openxmlformats.org/officeDocument/2006/relationships/image" Target="../media/image27.wmf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wmf"/><Relationship Id="rId18" Type="http://schemas.openxmlformats.org/officeDocument/2006/relationships/oleObject" Target="../embeddings/oleObject38.bin"/><Relationship Id="rId26" Type="http://schemas.openxmlformats.org/officeDocument/2006/relationships/oleObject" Target="../embeddings/oleObject47.bin"/><Relationship Id="rId21" Type="http://schemas.openxmlformats.org/officeDocument/2006/relationships/image" Target="../media/image11.wmf"/><Relationship Id="rId34" Type="http://schemas.openxmlformats.org/officeDocument/2006/relationships/image" Target="../media/image38.wmf"/><Relationship Id="rId7" Type="http://schemas.openxmlformats.org/officeDocument/2006/relationships/image" Target="../media/image22.wmf"/><Relationship Id="rId12" Type="http://schemas.openxmlformats.org/officeDocument/2006/relationships/oleObject" Target="../embeddings/oleObject35.bin"/><Relationship Id="rId17" Type="http://schemas.openxmlformats.org/officeDocument/2006/relationships/image" Target="../media/image9.wmf"/><Relationship Id="rId25" Type="http://schemas.openxmlformats.org/officeDocument/2006/relationships/image" Target="../media/image34.wmf"/><Relationship Id="rId33" Type="http://schemas.openxmlformats.org/officeDocument/2006/relationships/oleObject" Target="../embeddings/oleObject50.bin"/><Relationship Id="rId38" Type="http://schemas.openxmlformats.org/officeDocument/2006/relationships/image" Target="../media/image4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5.bin"/><Relationship Id="rId20" Type="http://schemas.openxmlformats.org/officeDocument/2006/relationships/oleObject" Target="../embeddings/oleObject39.bin"/><Relationship Id="rId29" Type="http://schemas.openxmlformats.org/officeDocument/2006/relationships/image" Target="../media/image36.wmf"/><Relationship Id="rId1" Type="http://schemas.openxmlformats.org/officeDocument/2006/relationships/tags" Target="../tags/tag18.xml"/><Relationship Id="rId6" Type="http://schemas.openxmlformats.org/officeDocument/2006/relationships/oleObject" Target="../embeddings/oleObject42.bin"/><Relationship Id="rId11" Type="http://schemas.openxmlformats.org/officeDocument/2006/relationships/image" Target="../media/image16.wmf"/><Relationship Id="rId24" Type="http://schemas.openxmlformats.org/officeDocument/2006/relationships/oleObject" Target="../embeddings/oleObject46.bin"/><Relationship Id="rId32" Type="http://schemas.openxmlformats.org/officeDocument/2006/relationships/image" Target="../media/image37.wmf"/><Relationship Id="rId37" Type="http://schemas.openxmlformats.org/officeDocument/2006/relationships/oleObject" Target="../embeddings/oleObject52.bin"/><Relationship Id="rId5" Type="http://schemas.openxmlformats.org/officeDocument/2006/relationships/image" Target="../media/image21.wmf"/><Relationship Id="rId15" Type="http://schemas.openxmlformats.org/officeDocument/2006/relationships/image" Target="../media/image24.wmf"/><Relationship Id="rId23" Type="http://schemas.openxmlformats.org/officeDocument/2006/relationships/image" Target="../media/image12.wmf"/><Relationship Id="rId28" Type="http://schemas.openxmlformats.org/officeDocument/2006/relationships/oleObject" Target="../embeddings/oleObject48.bin"/><Relationship Id="rId36" Type="http://schemas.openxmlformats.org/officeDocument/2006/relationships/image" Target="../media/image39.wmf"/><Relationship Id="rId10" Type="http://schemas.openxmlformats.org/officeDocument/2006/relationships/oleObject" Target="../embeddings/oleObject34.bin"/><Relationship Id="rId19" Type="http://schemas.openxmlformats.org/officeDocument/2006/relationships/image" Target="../media/image10.wmf"/><Relationship Id="rId31" Type="http://schemas.openxmlformats.org/officeDocument/2006/relationships/oleObject" Target="../embeddings/oleObject49.bin"/><Relationship Id="rId4" Type="http://schemas.openxmlformats.org/officeDocument/2006/relationships/oleObject" Target="../embeddings/oleObject41.bin"/><Relationship Id="rId9" Type="http://schemas.openxmlformats.org/officeDocument/2006/relationships/image" Target="../media/image23.wmf"/><Relationship Id="rId14" Type="http://schemas.openxmlformats.org/officeDocument/2006/relationships/oleObject" Target="../embeddings/oleObject44.bin"/><Relationship Id="rId22" Type="http://schemas.openxmlformats.org/officeDocument/2006/relationships/oleObject" Target="../embeddings/oleObject40.bin"/><Relationship Id="rId27" Type="http://schemas.openxmlformats.org/officeDocument/2006/relationships/image" Target="../media/image35.wmf"/><Relationship Id="rId30" Type="http://schemas.openxmlformats.org/officeDocument/2006/relationships/image" Target="../media/image19.png"/><Relationship Id="rId35" Type="http://schemas.openxmlformats.org/officeDocument/2006/relationships/oleObject" Target="../embeddings/oleObject51.bin"/><Relationship Id="rId8" Type="http://schemas.openxmlformats.org/officeDocument/2006/relationships/oleObject" Target="../embeddings/oleObject43.bin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image" Target="../media/image41.png"/><Relationship Id="rId7" Type="http://schemas.openxmlformats.org/officeDocument/2006/relationships/oleObject" Target="../embeddings/oleObject54.bin"/><Relationship Id="rId12" Type="http://schemas.openxmlformats.org/officeDocument/2006/relationships/image" Target="../media/image46.w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wmf"/><Relationship Id="rId11" Type="http://schemas.openxmlformats.org/officeDocument/2006/relationships/oleObject" Target="../embeddings/oleObject56.bin"/><Relationship Id="rId5" Type="http://schemas.openxmlformats.org/officeDocument/2006/relationships/oleObject" Target="../embeddings/oleObject53.bin"/><Relationship Id="rId10" Type="http://schemas.openxmlformats.org/officeDocument/2006/relationships/image" Target="../media/image45.wmf"/><Relationship Id="rId4" Type="http://schemas.openxmlformats.org/officeDocument/2006/relationships/image" Target="../media/image42.png"/><Relationship Id="rId9" Type="http://schemas.openxmlformats.org/officeDocument/2006/relationships/oleObject" Target="../embeddings/oleObject55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.bin"/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48.wmf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.xml"/><Relationship Id="rId6" Type="http://schemas.openxmlformats.org/officeDocument/2006/relationships/oleObject" Target="../embeddings/oleObject58.bin"/><Relationship Id="rId5" Type="http://schemas.openxmlformats.org/officeDocument/2006/relationships/image" Target="../media/image47.wmf"/><Relationship Id="rId4" Type="http://schemas.openxmlformats.org/officeDocument/2006/relationships/oleObject" Target="../embeddings/oleObject57.bin"/><Relationship Id="rId9" Type="http://schemas.openxmlformats.org/officeDocument/2006/relationships/image" Target="../media/image49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13" Type="http://schemas.openxmlformats.org/officeDocument/2006/relationships/image" Target="../media/image54.wmf"/><Relationship Id="rId18" Type="http://schemas.openxmlformats.org/officeDocument/2006/relationships/oleObject" Target="../embeddings/oleObject67.bin"/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51.wmf"/><Relationship Id="rId12" Type="http://schemas.openxmlformats.org/officeDocument/2006/relationships/oleObject" Target="../embeddings/oleObject64.bin"/><Relationship Id="rId17" Type="http://schemas.openxmlformats.org/officeDocument/2006/relationships/image" Target="../media/image5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6.bin"/><Relationship Id="rId1" Type="http://schemas.openxmlformats.org/officeDocument/2006/relationships/tags" Target="../tags/tag20.xml"/><Relationship Id="rId6" Type="http://schemas.openxmlformats.org/officeDocument/2006/relationships/oleObject" Target="../embeddings/oleObject61.bin"/><Relationship Id="rId11" Type="http://schemas.openxmlformats.org/officeDocument/2006/relationships/image" Target="../media/image53.wmf"/><Relationship Id="rId5" Type="http://schemas.openxmlformats.org/officeDocument/2006/relationships/image" Target="../media/image50.wmf"/><Relationship Id="rId15" Type="http://schemas.openxmlformats.org/officeDocument/2006/relationships/image" Target="../media/image55.wmf"/><Relationship Id="rId10" Type="http://schemas.openxmlformats.org/officeDocument/2006/relationships/oleObject" Target="../embeddings/oleObject63.bin"/><Relationship Id="rId19" Type="http://schemas.openxmlformats.org/officeDocument/2006/relationships/image" Target="../media/image57.wmf"/><Relationship Id="rId4" Type="http://schemas.openxmlformats.org/officeDocument/2006/relationships/oleObject" Target="../embeddings/oleObject60.bin"/><Relationship Id="rId9" Type="http://schemas.openxmlformats.org/officeDocument/2006/relationships/image" Target="../media/image52.wmf"/><Relationship Id="rId14" Type="http://schemas.openxmlformats.org/officeDocument/2006/relationships/oleObject" Target="../embeddings/oleObject65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13" Type="http://schemas.openxmlformats.org/officeDocument/2006/relationships/oleObject" Target="../embeddings/oleObject72.bin"/><Relationship Id="rId18" Type="http://schemas.openxmlformats.org/officeDocument/2006/relationships/image" Target="../media/image51.wmf"/><Relationship Id="rId3" Type="http://schemas.openxmlformats.org/officeDocument/2006/relationships/notesSlide" Target="../notesSlides/notesSlide25.xml"/><Relationship Id="rId7" Type="http://schemas.openxmlformats.org/officeDocument/2006/relationships/oleObject" Target="../embeddings/oleObject69.bin"/><Relationship Id="rId12" Type="http://schemas.openxmlformats.org/officeDocument/2006/relationships/image" Target="../media/image60.wmf"/><Relationship Id="rId17" Type="http://schemas.openxmlformats.org/officeDocument/2006/relationships/oleObject" Target="../embeddings/oleObject6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0.wmf"/><Relationship Id="rId1" Type="http://schemas.openxmlformats.org/officeDocument/2006/relationships/tags" Target="../tags/tag21.xml"/><Relationship Id="rId6" Type="http://schemas.openxmlformats.org/officeDocument/2006/relationships/image" Target="../media/image19.png"/><Relationship Id="rId11" Type="http://schemas.openxmlformats.org/officeDocument/2006/relationships/oleObject" Target="../embeddings/oleObject71.bin"/><Relationship Id="rId5" Type="http://schemas.openxmlformats.org/officeDocument/2006/relationships/image" Target="../media/image57.wmf"/><Relationship Id="rId15" Type="http://schemas.openxmlformats.org/officeDocument/2006/relationships/oleObject" Target="../embeddings/oleObject60.bin"/><Relationship Id="rId10" Type="http://schemas.openxmlformats.org/officeDocument/2006/relationships/image" Target="../media/image59.wmf"/><Relationship Id="rId4" Type="http://schemas.openxmlformats.org/officeDocument/2006/relationships/oleObject" Target="../embeddings/oleObject68.bin"/><Relationship Id="rId9" Type="http://schemas.openxmlformats.org/officeDocument/2006/relationships/oleObject" Target="../embeddings/oleObject70.bin"/><Relationship Id="rId14" Type="http://schemas.openxmlformats.org/officeDocument/2006/relationships/image" Target="../media/image61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3.bin"/><Relationship Id="rId13" Type="http://schemas.openxmlformats.org/officeDocument/2006/relationships/oleObject" Target="../embeddings/oleObject61.bin"/><Relationship Id="rId3" Type="http://schemas.openxmlformats.org/officeDocument/2006/relationships/video" Target="../media/media2.mp4"/><Relationship Id="rId7" Type="http://schemas.openxmlformats.org/officeDocument/2006/relationships/notesSlide" Target="../notesSlides/notesSlide28.xml"/><Relationship Id="rId12" Type="http://schemas.openxmlformats.org/officeDocument/2006/relationships/image" Target="../media/image50.wmf"/><Relationship Id="rId2" Type="http://schemas.microsoft.com/office/2007/relationships/media" Target="../media/media2.mp4"/><Relationship Id="rId1" Type="http://schemas.openxmlformats.org/officeDocument/2006/relationships/tags" Target="../tags/tag22.xml"/><Relationship Id="rId6" Type="http://schemas.openxmlformats.org/officeDocument/2006/relationships/slideLayout" Target="../slideLayouts/slideLayout7.xml"/><Relationship Id="rId11" Type="http://schemas.openxmlformats.org/officeDocument/2006/relationships/oleObject" Target="../embeddings/oleObject60.bin"/><Relationship Id="rId5" Type="http://schemas.openxmlformats.org/officeDocument/2006/relationships/video" Target="../media/media3.mp4"/><Relationship Id="rId15" Type="http://schemas.openxmlformats.org/officeDocument/2006/relationships/image" Target="../media/image66.png"/><Relationship Id="rId10" Type="http://schemas.openxmlformats.org/officeDocument/2006/relationships/image" Target="../media/image65.png"/><Relationship Id="rId4" Type="http://schemas.microsoft.com/office/2007/relationships/media" Target="../media/media3.mp4"/><Relationship Id="rId9" Type="http://schemas.openxmlformats.org/officeDocument/2006/relationships/image" Target="../media/image61.wmf"/><Relationship Id="rId14" Type="http://schemas.openxmlformats.org/officeDocument/2006/relationships/image" Target="../media/image51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oleObject" Target="../embeddings/oleObject40.bin"/><Relationship Id="rId18" Type="http://schemas.openxmlformats.org/officeDocument/2006/relationships/image" Target="../media/image31.wmf"/><Relationship Id="rId26" Type="http://schemas.openxmlformats.org/officeDocument/2006/relationships/image" Target="../media/image18.wmf"/><Relationship Id="rId3" Type="http://schemas.openxmlformats.org/officeDocument/2006/relationships/notesSlide" Target="../notesSlides/notesSlide29.xml"/><Relationship Id="rId21" Type="http://schemas.openxmlformats.org/officeDocument/2006/relationships/oleObject" Target="../embeddings/oleObject34.bin"/><Relationship Id="rId7" Type="http://schemas.openxmlformats.org/officeDocument/2006/relationships/oleObject" Target="../embeddings/oleObject37.bin"/><Relationship Id="rId12" Type="http://schemas.openxmlformats.org/officeDocument/2006/relationships/image" Target="../media/image11.wmf"/><Relationship Id="rId17" Type="http://schemas.openxmlformats.org/officeDocument/2006/relationships/oleObject" Target="../embeddings/oleObject32.bin"/><Relationship Id="rId25" Type="http://schemas.openxmlformats.org/officeDocument/2006/relationships/oleObject" Target="../embeddings/oleObject3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0.wmf"/><Relationship Id="rId20" Type="http://schemas.openxmlformats.org/officeDocument/2006/relationships/image" Target="../media/image15.wmf"/><Relationship Id="rId1" Type="http://schemas.openxmlformats.org/officeDocument/2006/relationships/tags" Target="../tags/tag23.xml"/><Relationship Id="rId6" Type="http://schemas.openxmlformats.org/officeDocument/2006/relationships/image" Target="../media/image68.png"/><Relationship Id="rId11" Type="http://schemas.openxmlformats.org/officeDocument/2006/relationships/oleObject" Target="../embeddings/oleObject39.bin"/><Relationship Id="rId24" Type="http://schemas.openxmlformats.org/officeDocument/2006/relationships/image" Target="../media/image17.wmf"/><Relationship Id="rId5" Type="http://schemas.openxmlformats.org/officeDocument/2006/relationships/image" Target="../media/image67.png"/><Relationship Id="rId15" Type="http://schemas.openxmlformats.org/officeDocument/2006/relationships/oleObject" Target="../embeddings/oleObject31.bin"/><Relationship Id="rId23" Type="http://schemas.openxmlformats.org/officeDocument/2006/relationships/oleObject" Target="../embeddings/oleObject35.bin"/><Relationship Id="rId10" Type="http://schemas.openxmlformats.org/officeDocument/2006/relationships/image" Target="../media/image10.wmf"/><Relationship Id="rId19" Type="http://schemas.openxmlformats.org/officeDocument/2006/relationships/oleObject" Target="../embeddings/oleObject33.bin"/><Relationship Id="rId4" Type="http://schemas.openxmlformats.org/officeDocument/2006/relationships/image" Target="../media/image6.png"/><Relationship Id="rId9" Type="http://schemas.openxmlformats.org/officeDocument/2006/relationships/oleObject" Target="../embeddings/oleObject38.bin"/><Relationship Id="rId14" Type="http://schemas.openxmlformats.org/officeDocument/2006/relationships/image" Target="../media/image12.wmf"/><Relationship Id="rId22" Type="http://schemas.openxmlformats.org/officeDocument/2006/relationships/image" Target="../media/image16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notesSlide" Target="../notesSlides/notesSlide30.xml"/><Relationship Id="rId7" Type="http://schemas.openxmlformats.org/officeDocument/2006/relationships/oleObject" Target="../embeddings/oleObject65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.x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64.bin"/><Relationship Id="rId10" Type="http://schemas.openxmlformats.org/officeDocument/2006/relationships/image" Target="../media/image56.wmf"/><Relationship Id="rId4" Type="http://schemas.openxmlformats.org/officeDocument/2006/relationships/image" Target="../media/image19.png"/><Relationship Id="rId9" Type="http://schemas.openxmlformats.org/officeDocument/2006/relationships/oleObject" Target="../embeddings/oleObject66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5.xml"/><Relationship Id="rId5" Type="http://schemas.openxmlformats.org/officeDocument/2006/relationships/image" Target="../media/image69.png"/><Relationship Id="rId4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6.xml"/><Relationship Id="rId4" Type="http://schemas.openxmlformats.org/officeDocument/2006/relationships/image" Target="../media/image70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77.bin"/><Relationship Id="rId18" Type="http://schemas.openxmlformats.org/officeDocument/2006/relationships/image" Target="../media/image75.wmf"/><Relationship Id="rId3" Type="http://schemas.openxmlformats.org/officeDocument/2006/relationships/video" Target="../media/media1.mp4"/><Relationship Id="rId21" Type="http://schemas.openxmlformats.org/officeDocument/2006/relationships/oleObject" Target="../embeddings/oleObject81.bin"/><Relationship Id="rId7" Type="http://schemas.openxmlformats.org/officeDocument/2006/relationships/oleObject" Target="../embeddings/oleObject74.bin"/><Relationship Id="rId12" Type="http://schemas.openxmlformats.org/officeDocument/2006/relationships/image" Target="../media/image72.wmf"/><Relationship Id="rId17" Type="http://schemas.openxmlformats.org/officeDocument/2006/relationships/oleObject" Target="../embeddings/oleObject79.bin"/><Relationship Id="rId2" Type="http://schemas.microsoft.com/office/2007/relationships/media" Target="../media/media1.mp4"/><Relationship Id="rId16" Type="http://schemas.openxmlformats.org/officeDocument/2006/relationships/image" Target="../media/image74.wmf"/><Relationship Id="rId20" Type="http://schemas.openxmlformats.org/officeDocument/2006/relationships/image" Target="../media/image76.wmf"/><Relationship Id="rId1" Type="http://schemas.openxmlformats.org/officeDocument/2006/relationships/tags" Target="../tags/tag27.xml"/><Relationship Id="rId6" Type="http://schemas.openxmlformats.org/officeDocument/2006/relationships/image" Target="../media/image3.png"/><Relationship Id="rId11" Type="http://schemas.openxmlformats.org/officeDocument/2006/relationships/oleObject" Target="../embeddings/oleObject76.bin"/><Relationship Id="rId24" Type="http://schemas.openxmlformats.org/officeDocument/2006/relationships/image" Target="../media/image78.wmf"/><Relationship Id="rId5" Type="http://schemas.openxmlformats.org/officeDocument/2006/relationships/notesSlide" Target="../notesSlides/notesSlide35.xml"/><Relationship Id="rId15" Type="http://schemas.openxmlformats.org/officeDocument/2006/relationships/oleObject" Target="../embeddings/oleObject78.bin"/><Relationship Id="rId23" Type="http://schemas.openxmlformats.org/officeDocument/2006/relationships/oleObject" Target="../embeddings/oleObject82.bin"/><Relationship Id="rId10" Type="http://schemas.openxmlformats.org/officeDocument/2006/relationships/image" Target="../media/image71.wmf"/><Relationship Id="rId19" Type="http://schemas.openxmlformats.org/officeDocument/2006/relationships/oleObject" Target="../embeddings/oleObject80.bin"/><Relationship Id="rId4" Type="http://schemas.openxmlformats.org/officeDocument/2006/relationships/slideLayout" Target="../slideLayouts/slideLayout7.xml"/><Relationship Id="rId9" Type="http://schemas.openxmlformats.org/officeDocument/2006/relationships/oleObject" Target="../embeddings/oleObject75.bin"/><Relationship Id="rId14" Type="http://schemas.openxmlformats.org/officeDocument/2006/relationships/image" Target="../media/image73.wmf"/><Relationship Id="rId22" Type="http://schemas.openxmlformats.org/officeDocument/2006/relationships/image" Target="../media/image77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3.png"/><Relationship Id="rId3" Type="http://schemas.openxmlformats.org/officeDocument/2006/relationships/video" Target="../media/media1.mp4"/><Relationship Id="rId7" Type="http://schemas.openxmlformats.org/officeDocument/2006/relationships/image" Target="../media/image80.png"/><Relationship Id="rId12" Type="http://schemas.openxmlformats.org/officeDocument/2006/relationships/image" Target="../media/image84.wmf"/><Relationship Id="rId17" Type="http://schemas.openxmlformats.org/officeDocument/2006/relationships/image" Target="../media/image86.png"/><Relationship Id="rId2" Type="http://schemas.microsoft.com/office/2007/relationships/media" Target="../media/media1.mp4"/><Relationship Id="rId16" Type="http://schemas.openxmlformats.org/officeDocument/2006/relationships/image" Target="../media/image85.png"/><Relationship Id="rId1" Type="http://schemas.openxmlformats.org/officeDocument/2006/relationships/tags" Target="../tags/tag28.xml"/><Relationship Id="rId6" Type="http://schemas.openxmlformats.org/officeDocument/2006/relationships/image" Target="../media/image79.png"/><Relationship Id="rId11" Type="http://schemas.openxmlformats.org/officeDocument/2006/relationships/oleObject" Target="../embeddings/oleObject83.bin"/><Relationship Id="rId5" Type="http://schemas.openxmlformats.org/officeDocument/2006/relationships/notesSlide" Target="../notesSlides/notesSlide36.xml"/><Relationship Id="rId15" Type="http://schemas.openxmlformats.org/officeDocument/2006/relationships/image" Target="../media/image4.wmf"/><Relationship Id="rId10" Type="http://schemas.openxmlformats.org/officeDocument/2006/relationships/image" Target="../media/image83.pn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82.png"/><Relationship Id="rId14" Type="http://schemas.openxmlformats.org/officeDocument/2006/relationships/oleObject" Target="../embeddings/oleObject74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wmf"/><Relationship Id="rId13" Type="http://schemas.openxmlformats.org/officeDocument/2006/relationships/oleObject" Target="../embeddings/oleObject88.bin"/><Relationship Id="rId3" Type="http://schemas.openxmlformats.org/officeDocument/2006/relationships/oleObject" Target="../embeddings/oleObject84.bin"/><Relationship Id="rId7" Type="http://schemas.openxmlformats.org/officeDocument/2006/relationships/oleObject" Target="../embeddings/oleObject86.bin"/><Relationship Id="rId12" Type="http://schemas.openxmlformats.org/officeDocument/2006/relationships/image" Target="../media/image92.png"/><Relationship Id="rId2" Type="http://schemas.openxmlformats.org/officeDocument/2006/relationships/notesSlide" Target="../notesSlides/notesSlide37.xml"/><Relationship Id="rId16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8.wmf"/><Relationship Id="rId11" Type="http://schemas.openxmlformats.org/officeDocument/2006/relationships/image" Target="../media/image91.png"/><Relationship Id="rId5" Type="http://schemas.openxmlformats.org/officeDocument/2006/relationships/oleObject" Target="../embeddings/oleObject85.bin"/><Relationship Id="rId15" Type="http://schemas.openxmlformats.org/officeDocument/2006/relationships/image" Target="../media/image85.png"/><Relationship Id="rId10" Type="http://schemas.openxmlformats.org/officeDocument/2006/relationships/image" Target="../media/image90.wmf"/><Relationship Id="rId4" Type="http://schemas.openxmlformats.org/officeDocument/2006/relationships/image" Target="../media/image87.wmf"/><Relationship Id="rId9" Type="http://schemas.openxmlformats.org/officeDocument/2006/relationships/oleObject" Target="../embeddings/oleObject87.bin"/><Relationship Id="rId14" Type="http://schemas.openxmlformats.org/officeDocument/2006/relationships/image" Target="../media/image93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wmf"/><Relationship Id="rId13" Type="http://schemas.openxmlformats.org/officeDocument/2006/relationships/image" Target="../media/image94.png"/><Relationship Id="rId3" Type="http://schemas.openxmlformats.org/officeDocument/2006/relationships/slideLayout" Target="../slideLayouts/slideLayout7.xml"/><Relationship Id="rId7" Type="http://schemas.openxmlformats.org/officeDocument/2006/relationships/oleObject" Target="../embeddings/oleObject85.bin"/><Relationship Id="rId12" Type="http://schemas.openxmlformats.org/officeDocument/2006/relationships/image" Target="../media/image90.wmf"/><Relationship Id="rId17" Type="http://schemas.openxmlformats.org/officeDocument/2006/relationships/image" Target="../media/image98.png"/><Relationship Id="rId2" Type="http://schemas.openxmlformats.org/officeDocument/2006/relationships/video" Target="../media/media4.mp4"/><Relationship Id="rId16" Type="http://schemas.openxmlformats.org/officeDocument/2006/relationships/image" Target="../media/image97.png"/><Relationship Id="rId1" Type="http://schemas.microsoft.com/office/2007/relationships/media" Target="../media/media4.mp4"/><Relationship Id="rId6" Type="http://schemas.openxmlformats.org/officeDocument/2006/relationships/image" Target="../media/image87.wmf"/><Relationship Id="rId11" Type="http://schemas.openxmlformats.org/officeDocument/2006/relationships/oleObject" Target="../embeddings/oleObject87.bin"/><Relationship Id="rId5" Type="http://schemas.openxmlformats.org/officeDocument/2006/relationships/oleObject" Target="../embeddings/oleObject84.bin"/><Relationship Id="rId15" Type="http://schemas.openxmlformats.org/officeDocument/2006/relationships/image" Target="../media/image96.png"/><Relationship Id="rId10" Type="http://schemas.openxmlformats.org/officeDocument/2006/relationships/image" Target="../media/image89.wmf"/><Relationship Id="rId4" Type="http://schemas.openxmlformats.org/officeDocument/2006/relationships/notesSlide" Target="../notesSlides/notesSlide38.xml"/><Relationship Id="rId9" Type="http://schemas.openxmlformats.org/officeDocument/2006/relationships/oleObject" Target="../embeddings/oleObject86.bin"/><Relationship Id="rId14" Type="http://schemas.openxmlformats.org/officeDocument/2006/relationships/image" Target="../media/image95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1.bin"/><Relationship Id="rId13" Type="http://schemas.openxmlformats.org/officeDocument/2006/relationships/image" Target="../media/image103.wmf"/><Relationship Id="rId3" Type="http://schemas.openxmlformats.org/officeDocument/2006/relationships/oleObject" Target="../embeddings/oleObject89.bin"/><Relationship Id="rId7" Type="http://schemas.openxmlformats.org/officeDocument/2006/relationships/image" Target="../media/image99.wmf"/><Relationship Id="rId12" Type="http://schemas.openxmlformats.org/officeDocument/2006/relationships/oleObject" Target="../embeddings/oleObject92.bin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0.bin"/><Relationship Id="rId11" Type="http://schemas.openxmlformats.org/officeDocument/2006/relationships/image" Target="../media/image102.png"/><Relationship Id="rId5" Type="http://schemas.openxmlformats.org/officeDocument/2006/relationships/image" Target="../media/image91.png"/><Relationship Id="rId15" Type="http://schemas.openxmlformats.org/officeDocument/2006/relationships/image" Target="../media/image86.png"/><Relationship Id="rId10" Type="http://schemas.openxmlformats.org/officeDocument/2006/relationships/image" Target="../media/image101.png"/><Relationship Id="rId4" Type="http://schemas.openxmlformats.org/officeDocument/2006/relationships/image" Target="../media/image87.wmf"/><Relationship Id="rId9" Type="http://schemas.openxmlformats.org/officeDocument/2006/relationships/image" Target="../media/image100.wmf"/><Relationship Id="rId14" Type="http://schemas.openxmlformats.org/officeDocument/2006/relationships/image" Target="../media/image85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5.bin"/><Relationship Id="rId13" Type="http://schemas.openxmlformats.org/officeDocument/2006/relationships/image" Target="../media/image110.png"/><Relationship Id="rId18" Type="http://schemas.openxmlformats.org/officeDocument/2006/relationships/oleObject" Target="../embeddings/oleObject100.bin"/><Relationship Id="rId3" Type="http://schemas.openxmlformats.org/officeDocument/2006/relationships/image" Target="../media/image104.png"/><Relationship Id="rId21" Type="http://schemas.openxmlformats.org/officeDocument/2006/relationships/image" Target="../media/image112.wmf"/><Relationship Id="rId7" Type="http://schemas.openxmlformats.org/officeDocument/2006/relationships/image" Target="../media/image106.wmf"/><Relationship Id="rId12" Type="http://schemas.openxmlformats.org/officeDocument/2006/relationships/image" Target="../media/image109.png"/><Relationship Id="rId17" Type="http://schemas.openxmlformats.org/officeDocument/2006/relationships/oleObject" Target="../embeddings/oleObject99.bin"/><Relationship Id="rId2" Type="http://schemas.openxmlformats.org/officeDocument/2006/relationships/notesSlide" Target="../notesSlides/notesSlide40.xml"/><Relationship Id="rId16" Type="http://schemas.openxmlformats.org/officeDocument/2006/relationships/oleObject" Target="../embeddings/oleObject98.bin"/><Relationship Id="rId20" Type="http://schemas.openxmlformats.org/officeDocument/2006/relationships/oleObject" Target="../embeddings/oleObject10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4.bin"/><Relationship Id="rId11" Type="http://schemas.openxmlformats.org/officeDocument/2006/relationships/image" Target="../media/image108.wmf"/><Relationship Id="rId5" Type="http://schemas.openxmlformats.org/officeDocument/2006/relationships/image" Target="../media/image105.wmf"/><Relationship Id="rId15" Type="http://schemas.openxmlformats.org/officeDocument/2006/relationships/image" Target="../media/image111.wmf"/><Relationship Id="rId10" Type="http://schemas.openxmlformats.org/officeDocument/2006/relationships/oleObject" Target="../embeddings/oleObject96.bin"/><Relationship Id="rId19" Type="http://schemas.openxmlformats.org/officeDocument/2006/relationships/oleObject" Target="../embeddings/oleObject101.bin"/><Relationship Id="rId4" Type="http://schemas.openxmlformats.org/officeDocument/2006/relationships/oleObject" Target="../embeddings/oleObject93.bin"/><Relationship Id="rId9" Type="http://schemas.openxmlformats.org/officeDocument/2006/relationships/image" Target="../media/image107.wmf"/><Relationship Id="rId14" Type="http://schemas.openxmlformats.org/officeDocument/2006/relationships/oleObject" Target="../embeddings/oleObject97.bin"/><Relationship Id="rId22" Type="http://schemas.openxmlformats.org/officeDocument/2006/relationships/image" Target="../media/image113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image" Target="../media/image114.png"/><Relationship Id="rId7" Type="http://schemas.openxmlformats.org/officeDocument/2006/relationships/image" Target="../media/image116.w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4.bin"/><Relationship Id="rId5" Type="http://schemas.openxmlformats.org/officeDocument/2006/relationships/image" Target="../media/image115.wmf"/><Relationship Id="rId4" Type="http://schemas.openxmlformats.org/officeDocument/2006/relationships/oleObject" Target="../embeddings/oleObject103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4.bin"/><Relationship Id="rId3" Type="http://schemas.openxmlformats.org/officeDocument/2006/relationships/notesSlide" Target="../notesSlides/notesSlide42.xml"/><Relationship Id="rId7" Type="http://schemas.openxmlformats.org/officeDocument/2006/relationships/image" Target="../media/image115.wmf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9.xml"/><Relationship Id="rId6" Type="http://schemas.openxmlformats.org/officeDocument/2006/relationships/oleObject" Target="../embeddings/oleObject103.bin"/><Relationship Id="rId5" Type="http://schemas.openxmlformats.org/officeDocument/2006/relationships/image" Target="../media/image114.png"/><Relationship Id="rId4" Type="http://schemas.openxmlformats.org/officeDocument/2006/relationships/image" Target="../media/image117.png"/><Relationship Id="rId9" Type="http://schemas.openxmlformats.org/officeDocument/2006/relationships/image" Target="../media/image116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7" Type="http://schemas.openxmlformats.org/officeDocument/2006/relationships/image" Target="../media/image12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0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1.xml"/><Relationship Id="rId5" Type="http://schemas.openxmlformats.org/officeDocument/2006/relationships/image" Target="../media/image123.gif"/><Relationship Id="rId4" Type="http://schemas.openxmlformats.org/officeDocument/2006/relationships/image" Target="../media/image122.gi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7" Type="http://schemas.openxmlformats.org/officeDocument/2006/relationships/image" Target="../media/image126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2.xml"/><Relationship Id="rId6" Type="http://schemas.openxmlformats.org/officeDocument/2006/relationships/image" Target="../media/image125.jpeg"/><Relationship Id="rId5" Type="http://schemas.openxmlformats.org/officeDocument/2006/relationships/image" Target="../media/image124.wmf"/><Relationship Id="rId4" Type="http://schemas.openxmlformats.org/officeDocument/2006/relationships/oleObject" Target="../embeddings/oleObject105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video" Target="../media/media2.mp4"/><Relationship Id="rId7" Type="http://schemas.openxmlformats.org/officeDocument/2006/relationships/notesSlide" Target="../notesSlides/notesSlide46.xml"/><Relationship Id="rId2" Type="http://schemas.microsoft.com/office/2007/relationships/media" Target="../media/media2.mp4"/><Relationship Id="rId1" Type="http://schemas.openxmlformats.org/officeDocument/2006/relationships/tags" Target="../tags/tag33.xml"/><Relationship Id="rId6" Type="http://schemas.openxmlformats.org/officeDocument/2006/relationships/slideLayout" Target="../slideLayouts/slideLayout7.xml"/><Relationship Id="rId5" Type="http://schemas.openxmlformats.org/officeDocument/2006/relationships/video" Target="../media/media3.mp4"/><Relationship Id="rId4" Type="http://schemas.microsoft.com/office/2007/relationships/media" Target="../media/media3.mp4"/><Relationship Id="rId9" Type="http://schemas.openxmlformats.org/officeDocument/2006/relationships/image" Target="../media/image6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4.xml"/><Relationship Id="rId4" Type="http://schemas.openxmlformats.org/officeDocument/2006/relationships/image" Target="../media/image127.jp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E3B969C-8DCF-3F89-1DA0-2C1E98B95018}"/>
              </a:ext>
            </a:extLst>
          </p:cNvPr>
          <p:cNvSpPr txBox="1"/>
          <p:nvPr/>
        </p:nvSpPr>
        <p:spPr>
          <a:xfrm>
            <a:off x="4818819" y="766974"/>
            <a:ext cx="14589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  <a:endParaRPr lang="zh-CN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65B0D5-3D89-CA95-400B-94B6F05908DC}"/>
              </a:ext>
            </a:extLst>
          </p:cNvPr>
          <p:cNvSpPr txBox="1"/>
          <p:nvPr/>
        </p:nvSpPr>
        <p:spPr>
          <a:xfrm>
            <a:off x="3875359" y="2599684"/>
            <a:ext cx="14589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Hej</a:t>
            </a:r>
            <a:endParaRPr lang="en-US" altLang="zh-C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A8BF24-0925-BADA-56D7-FFF93A40905C}"/>
              </a:ext>
            </a:extLst>
          </p:cNvPr>
          <p:cNvSpPr txBox="1"/>
          <p:nvPr/>
        </p:nvSpPr>
        <p:spPr>
          <a:xfrm>
            <a:off x="9582364" y="4430225"/>
            <a:ext cx="14589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Hallo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F3BC95-19E7-42F4-A399-2EC5D1E9A44A}"/>
              </a:ext>
            </a:extLst>
          </p:cNvPr>
          <p:cNvSpPr txBox="1"/>
          <p:nvPr/>
        </p:nvSpPr>
        <p:spPr>
          <a:xfrm>
            <a:off x="4947296" y="4693748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/>
              <a:t>你好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6B980D-D888-6A7A-71D8-145AC6D9B536}"/>
              </a:ext>
            </a:extLst>
          </p:cNvPr>
          <p:cNvSpPr txBox="1"/>
          <p:nvPr/>
        </p:nvSpPr>
        <p:spPr>
          <a:xfrm>
            <a:off x="8286980" y="1469977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000" dirty="0"/>
              <a:t>こんにちは</a:t>
            </a:r>
            <a:endParaRPr lang="zh-CN" altLang="en-US" sz="4000" dirty="0"/>
          </a:p>
        </p:txBody>
      </p:sp>
      <p:grpSp>
        <p:nvGrpSpPr>
          <p:cNvPr id="16" name="Group 2">
            <a:extLst>
              <a:ext uri="{FF2B5EF4-FFF2-40B4-BE49-F238E27FC236}">
                <a16:creationId xmlns:a16="http://schemas.microsoft.com/office/drawing/2014/main" id="{516D2A80-109C-7F50-63BD-DB0AB2EB7435}"/>
              </a:ext>
            </a:extLst>
          </p:cNvPr>
          <p:cNvGrpSpPr/>
          <p:nvPr/>
        </p:nvGrpSpPr>
        <p:grpSpPr>
          <a:xfrm>
            <a:off x="0" y="0"/>
            <a:ext cx="2809588" cy="6858000"/>
            <a:chOff x="0" y="0"/>
            <a:chExt cx="1425606" cy="3479800"/>
          </a:xfrm>
        </p:grpSpPr>
        <p:sp>
          <p:nvSpPr>
            <p:cNvPr id="17" name="Freeform 3">
              <a:extLst>
                <a:ext uri="{FF2B5EF4-FFF2-40B4-BE49-F238E27FC236}">
                  <a16:creationId xmlns:a16="http://schemas.microsoft.com/office/drawing/2014/main" id="{106EE1BE-0A18-8865-5E2C-BC5BF465C5A4}"/>
                </a:ext>
              </a:extLst>
            </p:cNvPr>
            <p:cNvSpPr/>
            <p:nvPr/>
          </p:nvSpPr>
          <p:spPr>
            <a:xfrm>
              <a:off x="0" y="0"/>
              <a:ext cx="1425606" cy="3479800"/>
            </a:xfrm>
            <a:custGeom>
              <a:avLst/>
              <a:gdLst/>
              <a:ahLst/>
              <a:cxnLst/>
              <a:rect l="l" t="t" r="r" b="b"/>
              <a:pathLst>
                <a:path w="1425606" h="3479800">
                  <a:moveTo>
                    <a:pt x="0" y="0"/>
                  </a:moveTo>
                  <a:lnTo>
                    <a:pt x="1425606" y="0"/>
                  </a:lnTo>
                  <a:lnTo>
                    <a:pt x="1425606" y="3479800"/>
                  </a:lnTo>
                  <a:lnTo>
                    <a:pt x="0" y="3479800"/>
                  </a:lnTo>
                  <a:close/>
                </a:path>
              </a:pathLst>
            </a:custGeom>
            <a:solidFill>
              <a:srgbClr val="003F91"/>
            </a:solidFill>
          </p:spPr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50F1E998-DD44-1C44-0E61-D9BDC7CAFAE2}"/>
              </a:ext>
            </a:extLst>
          </p:cNvPr>
          <p:cNvSpPr txBox="1"/>
          <p:nvPr/>
        </p:nvSpPr>
        <p:spPr>
          <a:xfrm>
            <a:off x="7557515" y="5401634"/>
            <a:ext cx="14589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Ciao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9017E7-AED0-F63E-B6E0-663860244196}"/>
              </a:ext>
            </a:extLst>
          </p:cNvPr>
          <p:cNvSpPr txBox="1"/>
          <p:nvPr/>
        </p:nvSpPr>
        <p:spPr>
          <a:xfrm>
            <a:off x="6618058" y="3004875"/>
            <a:ext cx="24711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Bonjour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4384A4-0474-BB1C-03E8-F11EA81C3E78}"/>
              </a:ext>
            </a:extLst>
          </p:cNvPr>
          <p:cNvSpPr txBox="1"/>
          <p:nvPr/>
        </p:nvSpPr>
        <p:spPr>
          <a:xfrm>
            <a:off x="749300" y="5856213"/>
            <a:ext cx="1935689" cy="265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39"/>
              </a:lnSpc>
            </a:pPr>
            <a:r>
              <a:rPr lang="en-US" sz="1600" dirty="0">
                <a:solidFill>
                  <a:srgbClr val="F5F7FA"/>
                </a:solidFill>
                <a:latin typeface="Raleway"/>
              </a:rPr>
              <a:t>Shen</a:t>
            </a:r>
          </a:p>
        </p:txBody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id="{B9267232-37E7-B420-B0CE-CD463959D660}"/>
              </a:ext>
            </a:extLst>
          </p:cNvPr>
          <p:cNvSpPr txBox="1"/>
          <p:nvPr/>
        </p:nvSpPr>
        <p:spPr>
          <a:xfrm>
            <a:off x="685800" y="408940"/>
            <a:ext cx="2123788" cy="260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39"/>
              </a:lnSpc>
            </a:pPr>
            <a:r>
              <a:rPr lang="en-US" sz="1600" dirty="0">
                <a:solidFill>
                  <a:srgbClr val="F5F7FA"/>
                </a:solidFill>
                <a:latin typeface="Raleway"/>
              </a:rPr>
              <a:t>10/17/2024 </a:t>
            </a:r>
          </a:p>
        </p:txBody>
      </p:sp>
    </p:spTree>
    <p:extLst>
      <p:ext uri="{BB962C8B-B14F-4D97-AF65-F5344CB8AC3E}">
        <p14:creationId xmlns:p14="http://schemas.microsoft.com/office/powerpoint/2010/main" val="1392636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"/>
            <a:ext cx="565181" cy="572775"/>
            <a:chOff x="0" y="0"/>
            <a:chExt cx="286777" cy="290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572776"/>
            <a:ext cx="565181" cy="6285225"/>
            <a:chOff x="0" y="0"/>
            <a:chExt cx="286777" cy="31891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</p:sp>
      </p:grpSp>
      <p:sp>
        <p:nvSpPr>
          <p:cNvPr id="6" name="AutoShape 6"/>
          <p:cNvSpPr/>
          <p:nvPr/>
        </p:nvSpPr>
        <p:spPr>
          <a:xfrm rot="1790">
            <a:off x="-1" y="569600"/>
            <a:ext cx="12192001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103173" y="155590"/>
            <a:ext cx="358835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600" spc="49">
                <a:solidFill>
                  <a:srgbClr val="F5F7FA"/>
                </a:solidFill>
                <a:latin typeface="Raleway"/>
              </a:rPr>
              <a:t>I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DD68F2B-BF54-97BD-9D4E-B3E156B1CDA6}"/>
              </a:ext>
            </a:extLst>
          </p:cNvPr>
          <p:cNvCxnSpPr>
            <a:cxnSpLocks/>
          </p:cNvCxnSpPr>
          <p:nvPr/>
        </p:nvCxnSpPr>
        <p:spPr>
          <a:xfrm>
            <a:off x="1233714" y="1479521"/>
            <a:ext cx="10253575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0C0EDD5-A236-FEB2-11EC-F6F0A6475B33}"/>
              </a:ext>
            </a:extLst>
          </p:cNvPr>
          <p:cNvCxnSpPr>
            <a:cxnSpLocks/>
          </p:cNvCxnSpPr>
          <p:nvPr/>
        </p:nvCxnSpPr>
        <p:spPr>
          <a:xfrm flipV="1">
            <a:off x="5681813" y="1335039"/>
            <a:ext cx="0" cy="251671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F405FCB-448E-EE51-930B-979C9F76F912}"/>
              </a:ext>
            </a:extLst>
          </p:cNvPr>
          <p:cNvCxnSpPr>
            <a:cxnSpLocks/>
          </p:cNvCxnSpPr>
          <p:nvPr/>
        </p:nvCxnSpPr>
        <p:spPr>
          <a:xfrm flipV="1">
            <a:off x="9777807" y="1358815"/>
            <a:ext cx="0" cy="251671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E65D38B-5125-A4B1-3F84-B8D7DFCB1D93}"/>
              </a:ext>
            </a:extLst>
          </p:cNvPr>
          <p:cNvCxnSpPr>
            <a:cxnSpLocks/>
          </p:cNvCxnSpPr>
          <p:nvPr/>
        </p:nvCxnSpPr>
        <p:spPr>
          <a:xfrm flipV="1">
            <a:off x="2297139" y="1360438"/>
            <a:ext cx="0" cy="251671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D9847D2B-479B-BAB5-FBEA-33B0B39C16A3}"/>
              </a:ext>
            </a:extLst>
          </p:cNvPr>
          <p:cNvSpPr txBox="1"/>
          <p:nvPr/>
        </p:nvSpPr>
        <p:spPr>
          <a:xfrm>
            <a:off x="5115161" y="1646722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2017-2019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DB64DD5-D494-4D4A-0676-852AA2967013}"/>
              </a:ext>
            </a:extLst>
          </p:cNvPr>
          <p:cNvSpPr txBox="1"/>
          <p:nvPr/>
        </p:nvSpPr>
        <p:spPr>
          <a:xfrm>
            <a:off x="1977684" y="781160"/>
            <a:ext cx="7462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Birth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5C58ED4-6793-4AA8-28D7-21FF3497B61C}"/>
              </a:ext>
            </a:extLst>
          </p:cNvPr>
          <p:cNvSpPr txBox="1"/>
          <p:nvPr/>
        </p:nvSpPr>
        <p:spPr>
          <a:xfrm>
            <a:off x="3706731" y="648603"/>
            <a:ext cx="4047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(Technical University of Denmark)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30A3254-4989-91E5-BBE9-2075C6D7DE7E}"/>
              </a:ext>
            </a:extLst>
          </p:cNvPr>
          <p:cNvSpPr txBox="1"/>
          <p:nvPr/>
        </p:nvSpPr>
        <p:spPr>
          <a:xfrm>
            <a:off x="8125732" y="651309"/>
            <a:ext cx="32161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Tokyo)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B659B16-167C-BAFD-39FE-05BC7493685D}"/>
              </a:ext>
            </a:extLst>
          </p:cNvPr>
          <p:cNvSpPr txBox="1"/>
          <p:nvPr/>
        </p:nvSpPr>
        <p:spPr>
          <a:xfrm>
            <a:off x="9201128" y="1659020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2020-2023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67592618-691E-428F-3289-40F59B5DD2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01" y="2386268"/>
            <a:ext cx="5669566" cy="4252175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62B0FAB9-4195-0EDC-158D-8283C476536D}"/>
              </a:ext>
            </a:extLst>
          </p:cNvPr>
          <p:cNvSpPr txBox="1"/>
          <p:nvPr/>
        </p:nvSpPr>
        <p:spPr>
          <a:xfrm>
            <a:off x="1985282" y="165885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1995</a:t>
            </a:r>
          </a:p>
        </p:txBody>
      </p:sp>
      <p:pic>
        <p:nvPicPr>
          <p:cNvPr id="1026" name="Picture 2" descr="Photo">
            <a:extLst>
              <a:ext uri="{FF2B5EF4-FFF2-40B4-BE49-F238E27FC236}">
                <a16:creationId xmlns:a16="http://schemas.microsoft.com/office/drawing/2014/main" id="{14583AC3-4D9B-8F37-E8DA-453BC169B1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2362" y="2028190"/>
            <a:ext cx="3774927" cy="4718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11">
            <a:extLst>
              <a:ext uri="{FF2B5EF4-FFF2-40B4-BE49-F238E27FC236}">
                <a16:creationId xmlns:a16="http://schemas.microsoft.com/office/drawing/2014/main" id="{7083E5A2-C327-23CA-AEFD-A809F9003F91}"/>
              </a:ext>
            </a:extLst>
          </p:cNvPr>
          <p:cNvSpPr txBox="1"/>
          <p:nvPr/>
        </p:nvSpPr>
        <p:spPr>
          <a:xfrm>
            <a:off x="749300" y="155590"/>
            <a:ext cx="706183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9"/>
              </a:lnSpc>
            </a:pPr>
            <a:r>
              <a:rPr lang="en-US" sz="1600" dirty="0">
                <a:solidFill>
                  <a:srgbClr val="003F91"/>
                </a:solidFill>
                <a:latin typeface="Raleway"/>
              </a:rPr>
              <a:t>Self-Introduction: Shen</a:t>
            </a:r>
            <a:endParaRPr lang="en-US" sz="1600" spc="49" dirty="0">
              <a:solidFill>
                <a:srgbClr val="003F91"/>
              </a:solidFill>
              <a:latin typeface="Raleway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52015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809588" cy="6858000"/>
            <a:chOff x="0" y="0"/>
            <a:chExt cx="1425606" cy="3479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25606" cy="3479800"/>
            </a:xfrm>
            <a:custGeom>
              <a:avLst/>
              <a:gdLst/>
              <a:ahLst/>
              <a:cxnLst/>
              <a:rect l="l" t="t" r="r" b="b"/>
              <a:pathLst>
                <a:path w="1425606" h="3479800">
                  <a:moveTo>
                    <a:pt x="0" y="0"/>
                  </a:moveTo>
                  <a:lnTo>
                    <a:pt x="1425606" y="0"/>
                  </a:lnTo>
                  <a:lnTo>
                    <a:pt x="1425606" y="3479800"/>
                  </a:lnTo>
                  <a:lnTo>
                    <a:pt x="0" y="3479800"/>
                  </a:lnTo>
                  <a:close/>
                </a:path>
              </a:pathLst>
            </a:custGeom>
            <a:solidFill>
              <a:srgbClr val="003F91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148544" y="2957341"/>
            <a:ext cx="8489273" cy="1440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60"/>
              </a:lnSpc>
            </a:pPr>
            <a:r>
              <a:rPr lang="da-DK" sz="4800" spc="149" dirty="0">
                <a:solidFill>
                  <a:srgbClr val="003F91"/>
                </a:solidFill>
                <a:latin typeface="Playfair Display Black"/>
              </a:rPr>
              <a:t>Drone-based </a:t>
            </a:r>
          </a:p>
          <a:p>
            <a:pPr>
              <a:lnSpc>
                <a:spcPts val="5760"/>
              </a:lnSpc>
            </a:pPr>
            <a:r>
              <a:rPr lang="da-DK" sz="4800" spc="149" dirty="0">
                <a:solidFill>
                  <a:srgbClr val="003F91"/>
                </a:solidFill>
                <a:latin typeface="Playfair Display Black"/>
              </a:rPr>
              <a:t>control systems</a:t>
            </a:r>
            <a:endParaRPr lang="en-US" sz="4800" spc="149" dirty="0">
              <a:solidFill>
                <a:srgbClr val="003F91"/>
              </a:solidFill>
              <a:latin typeface="Playfair Display Black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85800" y="408940"/>
            <a:ext cx="2123788" cy="260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39"/>
              </a:lnSpc>
            </a:pPr>
            <a:r>
              <a:rPr lang="en-US" sz="1600" dirty="0">
                <a:solidFill>
                  <a:srgbClr val="F5F7FA"/>
                </a:solidFill>
                <a:latin typeface="Raleway"/>
              </a:rPr>
              <a:t>10/17/2024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213601" y="408940"/>
            <a:ext cx="4292600" cy="260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600" dirty="0">
                <a:solidFill>
                  <a:srgbClr val="003F91"/>
                </a:solidFill>
                <a:latin typeface="Raleway"/>
              </a:rPr>
              <a:t>Ph.D. in Aeronautics and Astronautics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850359-1B73-3BF9-B2B0-0B9F6EC5D307}"/>
              </a:ext>
            </a:extLst>
          </p:cNvPr>
          <p:cNvSpPr txBox="1"/>
          <p:nvPr/>
        </p:nvSpPr>
        <p:spPr>
          <a:xfrm>
            <a:off x="749300" y="5856213"/>
            <a:ext cx="1935689" cy="265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39"/>
              </a:lnSpc>
            </a:pPr>
            <a:r>
              <a:rPr lang="en-US" sz="1600" dirty="0">
                <a:solidFill>
                  <a:srgbClr val="F5F7FA"/>
                </a:solidFill>
                <a:latin typeface="Raleway"/>
              </a:rPr>
              <a:t>Shen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809588" cy="6858000"/>
            <a:chOff x="0" y="0"/>
            <a:chExt cx="1425606" cy="3479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25606" cy="3479800"/>
            </a:xfrm>
            <a:custGeom>
              <a:avLst/>
              <a:gdLst/>
              <a:ahLst/>
              <a:cxnLst/>
              <a:rect l="l" t="t" r="r" b="b"/>
              <a:pathLst>
                <a:path w="1425606" h="3479800">
                  <a:moveTo>
                    <a:pt x="0" y="0"/>
                  </a:moveTo>
                  <a:lnTo>
                    <a:pt x="1425606" y="0"/>
                  </a:lnTo>
                  <a:lnTo>
                    <a:pt x="1425606" y="3479800"/>
                  </a:lnTo>
                  <a:lnTo>
                    <a:pt x="0" y="3479800"/>
                  </a:lnTo>
                  <a:close/>
                </a:path>
              </a:pathLst>
            </a:custGeom>
            <a:solidFill>
              <a:srgbClr val="003F91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685800" y="447040"/>
            <a:ext cx="1761513" cy="72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80"/>
              </a:lnSpc>
            </a:pPr>
            <a:r>
              <a:rPr lang="en-US" sz="2400" spc="74">
                <a:solidFill>
                  <a:srgbClr val="F5F7FA"/>
                </a:solidFill>
                <a:latin typeface="Playfair Display Black"/>
              </a:rPr>
              <a:t>Table of Contents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266634" y="2263563"/>
            <a:ext cx="5654521" cy="345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1866" dirty="0">
                <a:solidFill>
                  <a:srgbClr val="003F91"/>
                </a:solidFill>
                <a:latin typeface="Raleway"/>
              </a:rPr>
              <a:t>Quadrotors and Dynamics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266634" y="3583783"/>
            <a:ext cx="5654521" cy="345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1866" dirty="0">
                <a:solidFill>
                  <a:srgbClr val="003F91"/>
                </a:solidFill>
                <a:latin typeface="Raleway"/>
              </a:rPr>
              <a:t>Controller Design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266634" y="4886583"/>
            <a:ext cx="6272206" cy="7304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1866" dirty="0">
                <a:solidFill>
                  <a:srgbClr val="003F91"/>
                </a:solidFill>
                <a:latin typeface="Raleway"/>
              </a:rPr>
              <a:t>Summary</a:t>
            </a:r>
          </a:p>
          <a:p>
            <a:pPr>
              <a:lnSpc>
                <a:spcPts val="2986"/>
              </a:lnSpc>
            </a:pPr>
            <a:endParaRPr lang="en-US" sz="1866" dirty="0">
              <a:solidFill>
                <a:srgbClr val="003F91"/>
              </a:solidFill>
              <a:latin typeface="Raleway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815430" y="2263563"/>
            <a:ext cx="454871" cy="345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1866">
                <a:solidFill>
                  <a:srgbClr val="F5F7FA"/>
                </a:solidFill>
                <a:latin typeface="Raleway"/>
              </a:rPr>
              <a:t>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15430" y="3583783"/>
            <a:ext cx="454871" cy="345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1866">
                <a:solidFill>
                  <a:srgbClr val="F5F7FA"/>
                </a:solidFill>
                <a:latin typeface="Raleway"/>
              </a:rPr>
              <a:t>II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15430" y="4886583"/>
            <a:ext cx="454871" cy="345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1866">
                <a:solidFill>
                  <a:srgbClr val="F5F7FA"/>
                </a:solidFill>
                <a:latin typeface="Raleway"/>
              </a:rPr>
              <a:t>III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664410" y="2263563"/>
            <a:ext cx="454871" cy="345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86"/>
              </a:lnSpc>
            </a:pPr>
            <a:r>
              <a:rPr lang="en-US" sz="1866" dirty="0">
                <a:solidFill>
                  <a:srgbClr val="003F91"/>
                </a:solidFill>
                <a:latin typeface="Raleway"/>
              </a:rPr>
              <a:t>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664410" y="3583783"/>
            <a:ext cx="454871" cy="345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86"/>
              </a:lnSpc>
            </a:pPr>
            <a:r>
              <a:rPr lang="en-US" sz="1866" dirty="0">
                <a:solidFill>
                  <a:srgbClr val="003F91"/>
                </a:solidFill>
                <a:latin typeface="Raleway"/>
              </a:rPr>
              <a:t>13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664410" y="4886583"/>
            <a:ext cx="454871" cy="345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86"/>
              </a:lnSpc>
            </a:pPr>
            <a:r>
              <a:rPr lang="en-US" sz="1866" dirty="0">
                <a:solidFill>
                  <a:srgbClr val="003F91"/>
                </a:solidFill>
                <a:latin typeface="Raleway"/>
              </a:rPr>
              <a:t>18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579994" y="1366441"/>
            <a:ext cx="1002390" cy="345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6"/>
              </a:lnSpc>
            </a:pPr>
            <a:r>
              <a:rPr lang="en-US" sz="1866">
                <a:solidFill>
                  <a:srgbClr val="003F91"/>
                </a:solidFill>
                <a:latin typeface="Raleway"/>
              </a:rPr>
              <a:t>Page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"/>
            <a:ext cx="565181" cy="572775"/>
            <a:chOff x="0" y="0"/>
            <a:chExt cx="286777" cy="290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572776"/>
            <a:ext cx="565181" cy="6285225"/>
            <a:chOff x="0" y="0"/>
            <a:chExt cx="286777" cy="31891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</p:sp>
      </p:grpSp>
      <p:sp>
        <p:nvSpPr>
          <p:cNvPr id="6" name="AutoShape 6"/>
          <p:cNvSpPr/>
          <p:nvPr/>
        </p:nvSpPr>
        <p:spPr>
          <a:xfrm rot="1790">
            <a:off x="-1" y="569600"/>
            <a:ext cx="12192001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103173" y="155590"/>
            <a:ext cx="358835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600" spc="49">
                <a:solidFill>
                  <a:srgbClr val="F5F7FA"/>
                </a:solidFill>
                <a:latin typeface="Raleway"/>
              </a:rPr>
              <a:t>I</a:t>
            </a:r>
          </a:p>
        </p:txBody>
      </p:sp>
      <p:pic>
        <p:nvPicPr>
          <p:cNvPr id="15" name="Flashback - Sep 21, 2022 18_57_04">
            <a:hlinkClick r:id="" action="ppaction://media"/>
            <a:extLst>
              <a:ext uri="{FF2B5EF4-FFF2-40B4-BE49-F238E27FC236}">
                <a16:creationId xmlns:a16="http://schemas.microsoft.com/office/drawing/2014/main" id="{D1EE642D-6D19-08B6-1833-9C59AF8D4583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362234" y="907132"/>
            <a:ext cx="3819471" cy="246229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98E242B-3DCC-156D-852F-E5DCCE595C37}"/>
              </a:ext>
            </a:extLst>
          </p:cNvPr>
          <p:cNvSpPr txBox="1"/>
          <p:nvPr/>
        </p:nvSpPr>
        <p:spPr>
          <a:xfrm>
            <a:off x="7923256" y="601454"/>
            <a:ext cx="30217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direction of the thrust is adjustable.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5D9212-B772-115D-6B44-EF438CA32F93}"/>
              </a:ext>
            </a:extLst>
          </p:cNvPr>
          <p:cNvSpPr txBox="1"/>
          <p:nvPr/>
        </p:nvSpPr>
        <p:spPr>
          <a:xfrm>
            <a:off x="7213601" y="3462484"/>
            <a:ext cx="4267200" cy="25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33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Ryll</a:t>
            </a:r>
            <a:r>
              <a:rPr lang="en-US" sz="533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Markus, Heinrich H. </a:t>
            </a:r>
            <a:r>
              <a:rPr lang="en-US" sz="533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Bülthoff</a:t>
            </a:r>
            <a:r>
              <a:rPr lang="en-US" sz="533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Paolo </a:t>
            </a:r>
            <a:r>
              <a:rPr lang="en-US" sz="533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Robuffo</a:t>
            </a:r>
            <a:r>
              <a:rPr lang="en-US" sz="533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Giordano. "Modeling and control of a quadrotor UAV with tilting propellers." </a:t>
            </a:r>
            <a:r>
              <a:rPr lang="en-US" sz="533" i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2012 IEEE international conference on robotics and automation</a:t>
            </a:r>
            <a:r>
              <a:rPr lang="en-US" sz="533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IEEE, 2012.</a:t>
            </a:r>
            <a:endParaRPr lang="en-US" sz="5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C8BDE1DD-927B-3D7B-1F01-CA89500A08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62234" y="3937000"/>
          <a:ext cx="3819472" cy="2579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Glyph" r:id="rId7" imgW="464040" imgH="312840" progId="AxGlyph.Document">
                  <p:embed/>
                </p:oleObj>
              </mc:Choice>
              <mc:Fallback>
                <p:oleObj name="AxGlyph" r:id="rId7" imgW="464040" imgH="312840" progId="AxGlyph.Document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C8BDE1DD-927B-3D7B-1F01-CA89500A08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362234" y="3937000"/>
                        <a:ext cx="3819472" cy="25790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90D95239-91A3-E92F-58FD-26659FA8AD2F}"/>
              </a:ext>
            </a:extLst>
          </p:cNvPr>
          <p:cNvSpPr txBox="1"/>
          <p:nvPr/>
        </p:nvSpPr>
        <p:spPr>
          <a:xfrm>
            <a:off x="8902535" y="6562064"/>
            <a:ext cx="10237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Tilt-rotor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30CD6FBB-A319-8C41-ED03-5B4C302503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44761" y="3893314"/>
          <a:ext cx="3333639" cy="2462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Glyph" r:id="rId9" imgW="272520" imgH="201600" progId="AxGlyph.Document">
                  <p:embed/>
                </p:oleObj>
              </mc:Choice>
              <mc:Fallback>
                <p:oleObj name="AxGlyph" r:id="rId9" imgW="272520" imgH="201600" progId="AxGlyph.Document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30CD6FBB-A319-8C41-ED03-5B4C302503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44761" y="3893314"/>
                        <a:ext cx="3333639" cy="24626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F3F8295F-16D8-89BB-86FC-4A05A084E21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44761" y="685800"/>
            <a:ext cx="3333640" cy="273946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C20801A-ACC5-FED1-86E6-6F0629F24821}"/>
              </a:ext>
            </a:extLst>
          </p:cNvPr>
          <p:cNvSpPr txBox="1"/>
          <p:nvPr/>
        </p:nvSpPr>
        <p:spPr>
          <a:xfrm>
            <a:off x="2765105" y="6516055"/>
            <a:ext cx="11242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Quadrotor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3B490B-2584-4C57-F676-7EEF94BFA68E}"/>
              </a:ext>
            </a:extLst>
          </p:cNvPr>
          <p:cNvSpPr txBox="1"/>
          <p:nvPr/>
        </p:nvSpPr>
        <p:spPr>
          <a:xfrm>
            <a:off x="1584381" y="3503489"/>
            <a:ext cx="3454400" cy="174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33" dirty="0"/>
              <a:t>https://www.mathworks.com/matlabcentral/fileexchange/48052-simulate-quadrotor-in-simulink-with-simmechanics</a:t>
            </a: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6B8A521B-997A-7868-E671-2146E3D380A6}"/>
              </a:ext>
            </a:extLst>
          </p:cNvPr>
          <p:cNvSpPr txBox="1"/>
          <p:nvPr/>
        </p:nvSpPr>
        <p:spPr>
          <a:xfrm>
            <a:off x="11688455" y="-50167"/>
            <a:ext cx="298772" cy="5137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2400" dirty="0">
                <a:solidFill>
                  <a:srgbClr val="003F91"/>
                </a:solidFill>
                <a:latin typeface="Raleway Bold"/>
              </a:rPr>
              <a:t>4</a:t>
            </a:r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086DED24-A9A4-6582-7E79-B87E7F4DB5E6}"/>
              </a:ext>
            </a:extLst>
          </p:cNvPr>
          <p:cNvSpPr txBox="1"/>
          <p:nvPr/>
        </p:nvSpPr>
        <p:spPr>
          <a:xfrm>
            <a:off x="749300" y="155590"/>
            <a:ext cx="706183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9"/>
              </a:lnSpc>
            </a:pPr>
            <a:r>
              <a:rPr lang="en-US" sz="1600" spc="49" dirty="0">
                <a:solidFill>
                  <a:srgbClr val="003F91"/>
                </a:solidFill>
                <a:latin typeface="Raleway"/>
              </a:rPr>
              <a:t>Quadrotors and Dynamics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video>
              <p:cMediaNode vol="80000" mute="1">
                <p:cTn id="2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"/>
            <a:ext cx="565181" cy="572775"/>
            <a:chOff x="0" y="0"/>
            <a:chExt cx="286777" cy="290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572776"/>
            <a:ext cx="565181" cy="6285225"/>
            <a:chOff x="0" y="0"/>
            <a:chExt cx="286777" cy="31891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</p:sp>
      </p:grpSp>
      <p:sp>
        <p:nvSpPr>
          <p:cNvPr id="6" name="AutoShape 6"/>
          <p:cNvSpPr/>
          <p:nvPr/>
        </p:nvSpPr>
        <p:spPr>
          <a:xfrm rot="1790">
            <a:off x="-1" y="569600"/>
            <a:ext cx="12192001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103173" y="155590"/>
            <a:ext cx="358835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600" spc="49">
                <a:solidFill>
                  <a:srgbClr val="F5F7FA"/>
                </a:solidFill>
                <a:latin typeface="Raleway"/>
              </a:rPr>
              <a:t>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392BD3-2EDF-3582-61A4-FAD702E824F6}"/>
              </a:ext>
            </a:extLst>
          </p:cNvPr>
          <p:cNvSpPr txBox="1"/>
          <p:nvPr/>
        </p:nvSpPr>
        <p:spPr>
          <a:xfrm>
            <a:off x="2022482" y="1109286"/>
            <a:ext cx="1244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Quadrotor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D0DEAD-D7F0-859A-A123-59168A3BDD06}"/>
              </a:ext>
            </a:extLst>
          </p:cNvPr>
          <p:cNvSpPr txBox="1"/>
          <p:nvPr/>
        </p:nvSpPr>
        <p:spPr>
          <a:xfrm>
            <a:off x="1118108" y="5119933"/>
            <a:ext cx="30536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control force can be produced only in one direction.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6F2FCC-8E82-7922-11BF-1B551BD43403}"/>
              </a:ext>
            </a:extLst>
          </p:cNvPr>
          <p:cNvSpPr txBox="1"/>
          <p:nvPr/>
        </p:nvSpPr>
        <p:spPr>
          <a:xfrm>
            <a:off x="5901948" y="1109286"/>
            <a:ext cx="1073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Tiltrotor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F4F4C8-2C85-22DB-C900-D8BEFFEEA5BC}"/>
              </a:ext>
            </a:extLst>
          </p:cNvPr>
          <p:cNvSpPr txBox="1"/>
          <p:nvPr/>
        </p:nvSpPr>
        <p:spPr>
          <a:xfrm>
            <a:off x="9225262" y="1109286"/>
            <a:ext cx="1399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Tilted-rotor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20CD93-B95A-53DC-48DD-14BB17E1DBA6}"/>
              </a:ext>
            </a:extLst>
          </p:cNvPr>
          <p:cNvSpPr txBox="1"/>
          <p:nvPr/>
        </p:nvSpPr>
        <p:spPr>
          <a:xfrm>
            <a:off x="8382561" y="5112796"/>
            <a:ext cx="34953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trajectories, the optimal structure can be designed.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D3EE01-15D4-12FE-48EF-0CF73E2A47BC}"/>
              </a:ext>
            </a:extLst>
          </p:cNvPr>
          <p:cNvSpPr txBox="1"/>
          <p:nvPr/>
        </p:nvSpPr>
        <p:spPr>
          <a:xfrm>
            <a:off x="4724678" y="5120742"/>
            <a:ext cx="34283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mechanically possible to change the structure of the tiltrotor.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483AD9-7170-29DE-50AB-CC57434D78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949" y="1879284"/>
            <a:ext cx="3082804" cy="25333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33C585-2C55-9793-AAAF-80D6B0A577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561" y="2337506"/>
            <a:ext cx="3084761" cy="17432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22FD0F-3EA1-F98B-5F75-15EE22314F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5933" y="1942477"/>
            <a:ext cx="2836469" cy="2533336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6754E07E-3E69-6B8E-2C8C-D339B562182A}"/>
              </a:ext>
            </a:extLst>
          </p:cNvPr>
          <p:cNvSpPr txBox="1"/>
          <p:nvPr/>
        </p:nvSpPr>
        <p:spPr>
          <a:xfrm>
            <a:off x="11688455" y="-50167"/>
            <a:ext cx="298772" cy="535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2400" dirty="0">
                <a:solidFill>
                  <a:srgbClr val="003F91"/>
                </a:solidFill>
                <a:latin typeface="Raleway Bold"/>
              </a:rPr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A467BE-2E36-62B9-FE9D-587039125E11}"/>
              </a:ext>
            </a:extLst>
          </p:cNvPr>
          <p:cNvSpPr txBox="1"/>
          <p:nvPr/>
        </p:nvSpPr>
        <p:spPr>
          <a:xfrm>
            <a:off x="565181" y="6474409"/>
            <a:ext cx="3454400" cy="174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33" dirty="0"/>
              <a:t>https://www.mathworks.com/matlabcentral/fileexchange/48052-simulate-quadrotor-in-simulink-with-simmechanics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C23117-6720-115D-B60C-2D17E8C38BF6}"/>
              </a:ext>
            </a:extLst>
          </p:cNvPr>
          <p:cNvSpPr txBox="1"/>
          <p:nvPr/>
        </p:nvSpPr>
        <p:spPr>
          <a:xfrm>
            <a:off x="565181" y="6585521"/>
            <a:ext cx="6102990" cy="1743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533"/>
            </a:lvl1pPr>
          </a:lstStyle>
          <a:p>
            <a:r>
              <a:rPr lang="en-US" dirty="0" err="1"/>
              <a:t>Ryll</a:t>
            </a:r>
            <a:r>
              <a:rPr lang="en-US" dirty="0"/>
              <a:t>, M., </a:t>
            </a:r>
            <a:r>
              <a:rPr lang="en-US" dirty="0" err="1"/>
              <a:t>Bülthoff</a:t>
            </a:r>
            <a:r>
              <a:rPr lang="en-US" dirty="0"/>
              <a:t>, H.H. and Giordano, P.R., 2012, May. Modeling and control of a quadrotor UAV with tilting propellers. In 2012 IEEE international conference on robotics and automation (pp. 4606-4613). IEEE.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07F432-836E-FBDD-8560-3DA259303CD6}"/>
              </a:ext>
            </a:extLst>
          </p:cNvPr>
          <p:cNvSpPr txBox="1"/>
          <p:nvPr/>
        </p:nvSpPr>
        <p:spPr>
          <a:xfrm>
            <a:off x="565181" y="6703967"/>
            <a:ext cx="8444595" cy="1743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533"/>
            </a:lvl1pPr>
          </a:lstStyle>
          <a:p>
            <a:r>
              <a:rPr lang="en-US" dirty="0"/>
              <a:t>Rajappa, S., </a:t>
            </a:r>
            <a:r>
              <a:rPr lang="en-US" dirty="0" err="1"/>
              <a:t>Ryll</a:t>
            </a:r>
            <a:r>
              <a:rPr lang="en-US" dirty="0"/>
              <a:t>, M., </a:t>
            </a:r>
            <a:r>
              <a:rPr lang="en-US" dirty="0" err="1"/>
              <a:t>Bülthoff</a:t>
            </a:r>
            <a:r>
              <a:rPr lang="en-US" dirty="0"/>
              <a:t>, H.H. and Franchi, A., 2015, May. Modeling, control and design optimization for a fully-actuated </a:t>
            </a:r>
            <a:r>
              <a:rPr lang="en-US" dirty="0" err="1"/>
              <a:t>hexarotor</a:t>
            </a:r>
            <a:r>
              <a:rPr lang="en-US" dirty="0"/>
              <a:t> aerial vehicle with tilted propellers. In 2015 IEEE international conference on robotics and automation (ICRA) (pp. 4006-4013). IEEE.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F5E7C8A-41AF-A3F9-1690-9CE9AC272AFA}"/>
              </a:ext>
            </a:extLst>
          </p:cNvPr>
          <p:cNvSpPr txBox="1"/>
          <p:nvPr/>
        </p:nvSpPr>
        <p:spPr>
          <a:xfrm>
            <a:off x="749300" y="155590"/>
            <a:ext cx="706183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9"/>
              </a:lnSpc>
            </a:pPr>
            <a:r>
              <a:rPr lang="en-US" sz="1600" spc="49" dirty="0">
                <a:solidFill>
                  <a:srgbClr val="003F91"/>
                </a:solidFill>
                <a:latin typeface="Raleway"/>
              </a:rPr>
              <a:t>Quadrotors and Dynamics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32188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"/>
            <a:ext cx="565181" cy="572775"/>
            <a:chOff x="0" y="0"/>
            <a:chExt cx="286777" cy="290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572776"/>
            <a:ext cx="565181" cy="6285225"/>
            <a:chOff x="0" y="0"/>
            <a:chExt cx="286777" cy="31891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</p:sp>
      </p:grpSp>
      <p:sp>
        <p:nvSpPr>
          <p:cNvPr id="6" name="AutoShape 6"/>
          <p:cNvSpPr/>
          <p:nvPr/>
        </p:nvSpPr>
        <p:spPr>
          <a:xfrm rot="1790">
            <a:off x="-1" y="569600"/>
            <a:ext cx="12192001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103173" y="155590"/>
            <a:ext cx="358835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600" spc="49">
                <a:solidFill>
                  <a:srgbClr val="F5F7FA"/>
                </a:solidFill>
                <a:latin typeface="Raleway"/>
              </a:rPr>
              <a:t>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392BD3-2EDF-3582-61A4-FAD702E824F6}"/>
              </a:ext>
            </a:extLst>
          </p:cNvPr>
          <p:cNvSpPr txBox="1"/>
          <p:nvPr/>
        </p:nvSpPr>
        <p:spPr>
          <a:xfrm>
            <a:off x="2022482" y="1109286"/>
            <a:ext cx="1244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Quadrotor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D0DEAD-D7F0-859A-A123-59168A3BDD06}"/>
              </a:ext>
            </a:extLst>
          </p:cNvPr>
          <p:cNvSpPr txBox="1"/>
          <p:nvPr/>
        </p:nvSpPr>
        <p:spPr>
          <a:xfrm>
            <a:off x="1118108" y="5119933"/>
            <a:ext cx="30536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control force can be produced only in one direction.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6F2FCC-8E82-7922-11BF-1B551BD43403}"/>
              </a:ext>
            </a:extLst>
          </p:cNvPr>
          <p:cNvSpPr txBox="1"/>
          <p:nvPr/>
        </p:nvSpPr>
        <p:spPr>
          <a:xfrm>
            <a:off x="5901948" y="1109286"/>
            <a:ext cx="1073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Tiltrotor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F4F4C8-2C85-22DB-C900-D8BEFFEEA5BC}"/>
              </a:ext>
            </a:extLst>
          </p:cNvPr>
          <p:cNvSpPr txBox="1"/>
          <p:nvPr/>
        </p:nvSpPr>
        <p:spPr>
          <a:xfrm>
            <a:off x="9225262" y="1109286"/>
            <a:ext cx="1399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Tilted-rotor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20CD93-B95A-53DC-48DD-14BB17E1DBA6}"/>
              </a:ext>
            </a:extLst>
          </p:cNvPr>
          <p:cNvSpPr txBox="1"/>
          <p:nvPr/>
        </p:nvSpPr>
        <p:spPr>
          <a:xfrm>
            <a:off x="8382561" y="5112796"/>
            <a:ext cx="34953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trajectories, the optimal structure can be designed.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D3EE01-15D4-12FE-48EF-0CF73E2A47BC}"/>
              </a:ext>
            </a:extLst>
          </p:cNvPr>
          <p:cNvSpPr txBox="1"/>
          <p:nvPr/>
        </p:nvSpPr>
        <p:spPr>
          <a:xfrm>
            <a:off x="4724678" y="5120742"/>
            <a:ext cx="34283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mechanically possible to change the structure of the tiltrotor.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483AD9-7170-29DE-50AB-CC57434D78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949" y="1879284"/>
            <a:ext cx="3082804" cy="25333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33C585-2C55-9793-AAAF-80D6B0A577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561" y="2337506"/>
            <a:ext cx="3084761" cy="17432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22FD0F-3EA1-F98B-5F75-15EE22314F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5933" y="1942477"/>
            <a:ext cx="2836469" cy="2533336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6754E07E-3E69-6B8E-2C8C-D339B562182A}"/>
              </a:ext>
            </a:extLst>
          </p:cNvPr>
          <p:cNvSpPr txBox="1"/>
          <p:nvPr/>
        </p:nvSpPr>
        <p:spPr>
          <a:xfrm>
            <a:off x="11688455" y="-50167"/>
            <a:ext cx="298772" cy="535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2400" dirty="0">
                <a:solidFill>
                  <a:srgbClr val="003F91"/>
                </a:solidFill>
                <a:latin typeface="Raleway Bold"/>
              </a:rPr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A467BE-2E36-62B9-FE9D-587039125E11}"/>
              </a:ext>
            </a:extLst>
          </p:cNvPr>
          <p:cNvSpPr txBox="1"/>
          <p:nvPr/>
        </p:nvSpPr>
        <p:spPr>
          <a:xfrm>
            <a:off x="565181" y="6474409"/>
            <a:ext cx="3454400" cy="174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33" dirty="0"/>
              <a:t>https://www.mathworks.com/matlabcentral/fileexchange/48052-simulate-quadrotor-in-simulink-with-simmechanics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C23117-6720-115D-B60C-2D17E8C38BF6}"/>
              </a:ext>
            </a:extLst>
          </p:cNvPr>
          <p:cNvSpPr txBox="1"/>
          <p:nvPr/>
        </p:nvSpPr>
        <p:spPr>
          <a:xfrm>
            <a:off x="565181" y="6585521"/>
            <a:ext cx="6102990" cy="1743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533"/>
            </a:lvl1pPr>
          </a:lstStyle>
          <a:p>
            <a:r>
              <a:rPr lang="en-US" dirty="0" err="1"/>
              <a:t>Ryll</a:t>
            </a:r>
            <a:r>
              <a:rPr lang="en-US" dirty="0"/>
              <a:t>, M., </a:t>
            </a:r>
            <a:r>
              <a:rPr lang="en-US" dirty="0" err="1"/>
              <a:t>Bülthoff</a:t>
            </a:r>
            <a:r>
              <a:rPr lang="en-US" dirty="0"/>
              <a:t>, H.H. and Giordano, P.R., 2012, May. Modeling and control of a quadrotor UAV with tilting propellers. In 2012 IEEE international conference on robotics and automation (pp. 4606-4613). IEEE.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07F432-836E-FBDD-8560-3DA259303CD6}"/>
              </a:ext>
            </a:extLst>
          </p:cNvPr>
          <p:cNvSpPr txBox="1"/>
          <p:nvPr/>
        </p:nvSpPr>
        <p:spPr>
          <a:xfrm>
            <a:off x="565181" y="6703967"/>
            <a:ext cx="8444595" cy="1743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533"/>
            </a:lvl1pPr>
          </a:lstStyle>
          <a:p>
            <a:r>
              <a:rPr lang="en-US" dirty="0"/>
              <a:t>Rajappa, S., </a:t>
            </a:r>
            <a:r>
              <a:rPr lang="en-US" dirty="0" err="1"/>
              <a:t>Ryll</a:t>
            </a:r>
            <a:r>
              <a:rPr lang="en-US" dirty="0"/>
              <a:t>, M., </a:t>
            </a:r>
            <a:r>
              <a:rPr lang="en-US" dirty="0" err="1"/>
              <a:t>Bülthoff</a:t>
            </a:r>
            <a:r>
              <a:rPr lang="en-US" dirty="0"/>
              <a:t>, H.H. and Franchi, A., 2015, May. Modeling, control and design optimization for a fully-actuated </a:t>
            </a:r>
            <a:r>
              <a:rPr lang="en-US" dirty="0" err="1"/>
              <a:t>hexarotor</a:t>
            </a:r>
            <a:r>
              <a:rPr lang="en-US" dirty="0"/>
              <a:t> aerial vehicle with tilted propellers. In 2015 IEEE international conference on robotics and automation (ICRA) (pp. 4006-4013). IEEE.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74BAF0-7828-AFAA-2F44-55188C11F51A}"/>
              </a:ext>
            </a:extLst>
          </p:cNvPr>
          <p:cNvSpPr/>
          <p:nvPr/>
        </p:nvSpPr>
        <p:spPr>
          <a:xfrm>
            <a:off x="777121" y="972461"/>
            <a:ext cx="3667510" cy="51785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11">
            <a:extLst>
              <a:ext uri="{FF2B5EF4-FFF2-40B4-BE49-F238E27FC236}">
                <a16:creationId xmlns:a16="http://schemas.microsoft.com/office/drawing/2014/main" id="{27B9774A-AD20-158E-D466-F727D0D35FD1}"/>
              </a:ext>
            </a:extLst>
          </p:cNvPr>
          <p:cNvSpPr txBox="1"/>
          <p:nvPr/>
        </p:nvSpPr>
        <p:spPr>
          <a:xfrm>
            <a:off x="749300" y="155590"/>
            <a:ext cx="706183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9"/>
              </a:lnSpc>
            </a:pPr>
            <a:r>
              <a:rPr lang="en-US" sz="1600" spc="49" dirty="0">
                <a:solidFill>
                  <a:srgbClr val="003F91"/>
                </a:solidFill>
                <a:latin typeface="Raleway"/>
              </a:rPr>
              <a:t>Quadrotors and Dynamics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64695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"/>
            <a:ext cx="565181" cy="572775"/>
            <a:chOff x="0" y="0"/>
            <a:chExt cx="286777" cy="290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572776"/>
            <a:ext cx="565181" cy="6285225"/>
            <a:chOff x="0" y="0"/>
            <a:chExt cx="286777" cy="31891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</p:sp>
      </p:grpSp>
      <p:sp>
        <p:nvSpPr>
          <p:cNvPr id="6" name="AutoShape 6"/>
          <p:cNvSpPr/>
          <p:nvPr/>
        </p:nvSpPr>
        <p:spPr>
          <a:xfrm rot="1790">
            <a:off x="-1" y="569600"/>
            <a:ext cx="12192001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103173" y="155590"/>
            <a:ext cx="358835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600" spc="49" dirty="0">
                <a:solidFill>
                  <a:srgbClr val="F5F7FA"/>
                </a:solidFill>
                <a:latin typeface="Raleway"/>
              </a:rPr>
              <a:t>I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6754E07E-3E69-6B8E-2C8C-D339B562182A}"/>
              </a:ext>
            </a:extLst>
          </p:cNvPr>
          <p:cNvSpPr txBox="1"/>
          <p:nvPr/>
        </p:nvSpPr>
        <p:spPr>
          <a:xfrm>
            <a:off x="11688455" y="-50167"/>
            <a:ext cx="298772" cy="535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2400" dirty="0">
                <a:solidFill>
                  <a:srgbClr val="003F91"/>
                </a:solidFill>
                <a:latin typeface="Raleway Bold"/>
              </a:rPr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292B80-FCD7-C794-CCFA-AEA70051CDF9}"/>
              </a:ext>
            </a:extLst>
          </p:cNvPr>
          <p:cNvSpPr txBox="1"/>
          <p:nvPr/>
        </p:nvSpPr>
        <p:spPr>
          <a:xfrm>
            <a:off x="2022482" y="1109286"/>
            <a:ext cx="1244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Quadrotor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D645AE-810B-47C3-4395-DC2D4314E651}"/>
              </a:ext>
            </a:extLst>
          </p:cNvPr>
          <p:cNvSpPr txBox="1"/>
          <p:nvPr/>
        </p:nvSpPr>
        <p:spPr>
          <a:xfrm>
            <a:off x="1118108" y="5119933"/>
            <a:ext cx="30536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control force can be produced only in one direction.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980036D-DD30-484D-295C-369B76B6BD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949" y="1879284"/>
            <a:ext cx="3082804" cy="2533336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CCB832FE-7E9B-BB13-F437-A724EDB2FF1D}"/>
              </a:ext>
            </a:extLst>
          </p:cNvPr>
          <p:cNvSpPr/>
          <p:nvPr/>
        </p:nvSpPr>
        <p:spPr>
          <a:xfrm>
            <a:off x="777121" y="972461"/>
            <a:ext cx="3667510" cy="51785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DB36333-2037-1C84-ED0B-E802F9C38A93}"/>
              </a:ext>
            </a:extLst>
          </p:cNvPr>
          <p:cNvSpPr txBox="1"/>
          <p:nvPr/>
        </p:nvSpPr>
        <p:spPr>
          <a:xfrm>
            <a:off x="565181" y="6474409"/>
            <a:ext cx="3454400" cy="174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33" dirty="0"/>
              <a:t>https://www.mathworks.com/matlabcentral/fileexchange/48052-simulate-quadrotor-in-simulink-with-simmechanics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9A89E68-BBF4-A669-BC3A-1F433F751FF2}"/>
              </a:ext>
            </a:extLst>
          </p:cNvPr>
          <p:cNvSpPr txBox="1"/>
          <p:nvPr/>
        </p:nvSpPr>
        <p:spPr>
          <a:xfrm>
            <a:off x="565181" y="6585521"/>
            <a:ext cx="6102990" cy="1743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533"/>
            </a:lvl1pPr>
          </a:lstStyle>
          <a:p>
            <a:r>
              <a:rPr lang="en-US" dirty="0" err="1"/>
              <a:t>Ryll</a:t>
            </a:r>
            <a:r>
              <a:rPr lang="en-US" dirty="0"/>
              <a:t>, M., </a:t>
            </a:r>
            <a:r>
              <a:rPr lang="en-US" dirty="0" err="1"/>
              <a:t>Bülthoff</a:t>
            </a:r>
            <a:r>
              <a:rPr lang="en-US" dirty="0"/>
              <a:t>, H.H. and Giordano, P.R., 2012, May. Modeling and control of a quadrotor UAV with tilting propellers. In 2012 IEEE international conference on robotics and automation (pp. 4606-4613). IEEE.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D9DB4B9-E4A4-9B3D-59CD-F4AA762A8E82}"/>
              </a:ext>
            </a:extLst>
          </p:cNvPr>
          <p:cNvSpPr txBox="1"/>
          <p:nvPr/>
        </p:nvSpPr>
        <p:spPr>
          <a:xfrm>
            <a:off x="565181" y="6703967"/>
            <a:ext cx="8444595" cy="1743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533"/>
            </a:lvl1pPr>
          </a:lstStyle>
          <a:p>
            <a:r>
              <a:rPr lang="en-US" dirty="0"/>
              <a:t>Rajappa, S., </a:t>
            </a:r>
            <a:r>
              <a:rPr lang="en-US" dirty="0" err="1"/>
              <a:t>Ryll</a:t>
            </a:r>
            <a:r>
              <a:rPr lang="en-US" dirty="0"/>
              <a:t>, M., </a:t>
            </a:r>
            <a:r>
              <a:rPr lang="en-US" dirty="0" err="1"/>
              <a:t>Bülthoff</a:t>
            </a:r>
            <a:r>
              <a:rPr lang="en-US" dirty="0"/>
              <a:t>, H.H. and Franchi, A., 2015, May. Modeling, control and design optimization for a fully-actuated </a:t>
            </a:r>
            <a:r>
              <a:rPr lang="en-US" dirty="0" err="1"/>
              <a:t>hexarotor</a:t>
            </a:r>
            <a:r>
              <a:rPr lang="en-US" dirty="0"/>
              <a:t> aerial vehicle with tilted propellers. In 2015 IEEE international conference on robotics and automation (ICRA) (pp. 4006-4013). IEEE.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CC8976CD-E3CE-3A53-F47E-50BF29CF01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4679788"/>
              </p:ext>
            </p:extLst>
          </p:nvPr>
        </p:nvGraphicFramePr>
        <p:xfrm>
          <a:off x="6048375" y="2041519"/>
          <a:ext cx="3683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5" imgW="367920" imgH="473760" progId="Equation.AxMath">
                  <p:embed/>
                </p:oleObj>
              </mc:Choice>
              <mc:Fallback>
                <p:oleObj name="AxMath" r:id="rId5" imgW="367920" imgH="473760" progId="Equation.AxMath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CC8976CD-E3CE-3A53-F47E-50BF29CF0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48375" y="2041519"/>
                        <a:ext cx="368300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B53EC175-7310-61A0-A55C-62A0BB7FA1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214897"/>
              </p:ext>
            </p:extLst>
          </p:nvPr>
        </p:nvGraphicFramePr>
        <p:xfrm>
          <a:off x="6845300" y="2046282"/>
          <a:ext cx="38258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7" imgW="382680" imgH="473760" progId="Equation.AxMath">
                  <p:embed/>
                </p:oleObj>
              </mc:Choice>
              <mc:Fallback>
                <p:oleObj name="AxMath" r:id="rId7" imgW="382680" imgH="473760" progId="Equation.AxMath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B53EC175-7310-61A0-A55C-62A0BB7FA1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845300" y="2046282"/>
                        <a:ext cx="382588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8E71EFDD-94BA-6BA9-8B26-05A1561018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1352458"/>
              </p:ext>
            </p:extLst>
          </p:nvPr>
        </p:nvGraphicFramePr>
        <p:xfrm>
          <a:off x="7643813" y="2036757"/>
          <a:ext cx="385762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9" imgW="385920" imgH="473760" progId="Equation.AxMath">
                  <p:embed/>
                </p:oleObj>
              </mc:Choice>
              <mc:Fallback>
                <p:oleObj name="AxMath" r:id="rId9" imgW="385920" imgH="473760" progId="Equation.AxMath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8E71EFDD-94BA-6BA9-8B26-05A1561018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643813" y="2036757"/>
                        <a:ext cx="385762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E04AD34C-F470-7835-23D1-701723F3C5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8359143"/>
              </p:ext>
            </p:extLst>
          </p:nvPr>
        </p:nvGraphicFramePr>
        <p:xfrm>
          <a:off x="8443913" y="2041519"/>
          <a:ext cx="392112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1" imgW="392040" imgH="473760" progId="Equation.AxMath">
                  <p:embed/>
                </p:oleObj>
              </mc:Choice>
              <mc:Fallback>
                <p:oleObj name="AxMath" r:id="rId11" imgW="392040" imgH="473760" progId="Equation.AxMath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E04AD34C-F470-7835-23D1-701723F3C5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443913" y="2041519"/>
                        <a:ext cx="392112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6">
            <a:extLst>
              <a:ext uri="{FF2B5EF4-FFF2-40B4-BE49-F238E27FC236}">
                <a16:creationId xmlns:a16="http://schemas.microsoft.com/office/drawing/2014/main" id="{77C9E5A0-2EC9-F528-EC12-AA3026D12521}"/>
              </a:ext>
            </a:extLst>
          </p:cNvPr>
          <p:cNvSpPr txBox="1"/>
          <p:nvPr/>
        </p:nvSpPr>
        <p:spPr>
          <a:xfrm>
            <a:off x="5116631" y="1454816"/>
            <a:ext cx="1728669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Inputs</a:t>
            </a:r>
          </a:p>
        </p:txBody>
      </p:sp>
      <p:sp>
        <p:nvSpPr>
          <p:cNvPr id="27" name="TextBox 6">
            <a:extLst>
              <a:ext uri="{FF2B5EF4-FFF2-40B4-BE49-F238E27FC236}">
                <a16:creationId xmlns:a16="http://schemas.microsoft.com/office/drawing/2014/main" id="{6E9D0628-C141-82C2-A025-876599C706E3}"/>
              </a:ext>
            </a:extLst>
          </p:cNvPr>
          <p:cNvSpPr txBox="1"/>
          <p:nvPr/>
        </p:nvSpPr>
        <p:spPr>
          <a:xfrm>
            <a:off x="6048375" y="4508698"/>
            <a:ext cx="4625603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Inputs (4)        &lt;         </a:t>
            </a:r>
            <a:r>
              <a:rPr lang="en-US" sz="2400" dirty="0" err="1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DoF</a:t>
            </a: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(6)</a:t>
            </a:r>
          </a:p>
        </p:txBody>
      </p:sp>
      <p:sp>
        <p:nvSpPr>
          <p:cNvPr id="28" name="TextBox 6">
            <a:extLst>
              <a:ext uri="{FF2B5EF4-FFF2-40B4-BE49-F238E27FC236}">
                <a16:creationId xmlns:a16="http://schemas.microsoft.com/office/drawing/2014/main" id="{601818F8-D51B-B980-4C19-000995010E7C}"/>
              </a:ext>
            </a:extLst>
          </p:cNvPr>
          <p:cNvSpPr txBox="1"/>
          <p:nvPr/>
        </p:nvSpPr>
        <p:spPr>
          <a:xfrm>
            <a:off x="5162087" y="5766264"/>
            <a:ext cx="6675754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cannot stabilize all the 6 </a:t>
            </a:r>
            <a:r>
              <a:rPr lang="en-US" sz="2400" dirty="0" err="1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DoF</a:t>
            </a: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independently.</a:t>
            </a:r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202B054D-D27B-A969-C4BD-EF2633C80928}"/>
              </a:ext>
            </a:extLst>
          </p:cNvPr>
          <p:cNvSpPr/>
          <p:nvPr/>
        </p:nvSpPr>
        <p:spPr>
          <a:xfrm>
            <a:off x="7675768" y="5035709"/>
            <a:ext cx="515102" cy="545203"/>
          </a:xfrm>
          <a:prstGeom prst="downArrow">
            <a:avLst>
              <a:gd name="adj1" fmla="val 49298"/>
              <a:gd name="adj2" fmla="val 4073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0" name="TextBox 6">
            <a:extLst>
              <a:ext uri="{FF2B5EF4-FFF2-40B4-BE49-F238E27FC236}">
                <a16:creationId xmlns:a16="http://schemas.microsoft.com/office/drawing/2014/main" id="{39336344-5C62-6D83-5849-651891348716}"/>
              </a:ext>
            </a:extLst>
          </p:cNvPr>
          <p:cNvSpPr txBox="1"/>
          <p:nvPr/>
        </p:nvSpPr>
        <p:spPr>
          <a:xfrm>
            <a:off x="5116632" y="2936932"/>
            <a:ext cx="1551540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 err="1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DoF</a:t>
            </a:r>
            <a:endParaRPr lang="en-US" sz="2400" dirty="0">
              <a:solidFill>
                <a:srgbClr val="003F9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2" name="Object 31">
            <a:extLst>
              <a:ext uri="{FF2B5EF4-FFF2-40B4-BE49-F238E27FC236}">
                <a16:creationId xmlns:a16="http://schemas.microsoft.com/office/drawing/2014/main" id="{C318B1F6-2D69-0551-2DA3-08A7C19012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5932213"/>
              </p:ext>
            </p:extLst>
          </p:nvPr>
        </p:nvGraphicFramePr>
        <p:xfrm>
          <a:off x="6098381" y="3427377"/>
          <a:ext cx="268288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3" imgW="268920" imgH="471600" progId="Equation.AxMath">
                  <p:embed/>
                </p:oleObj>
              </mc:Choice>
              <mc:Fallback>
                <p:oleObj name="AxMath" r:id="rId13" imgW="268920" imgH="471600" progId="Equation.AxMath">
                  <p:embed/>
                  <p:pic>
                    <p:nvPicPr>
                      <p:cNvPr id="32" name="Object 31">
                        <a:extLst>
                          <a:ext uri="{FF2B5EF4-FFF2-40B4-BE49-F238E27FC236}">
                            <a16:creationId xmlns:a16="http://schemas.microsoft.com/office/drawing/2014/main" id="{C318B1F6-2D69-0551-2DA3-08A7C19012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098381" y="3427377"/>
                        <a:ext cx="268288" cy="47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2">
            <a:extLst>
              <a:ext uri="{FF2B5EF4-FFF2-40B4-BE49-F238E27FC236}">
                <a16:creationId xmlns:a16="http://schemas.microsoft.com/office/drawing/2014/main" id="{FAD7C898-513B-F1CD-9DE0-74D6BC44CD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3643136"/>
              </p:ext>
            </p:extLst>
          </p:nvPr>
        </p:nvGraphicFramePr>
        <p:xfrm>
          <a:off x="6784975" y="3427065"/>
          <a:ext cx="23495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5" imgW="233640" imgH="471600" progId="Equation.AxMath">
                  <p:embed/>
                </p:oleObj>
              </mc:Choice>
              <mc:Fallback>
                <p:oleObj name="AxMath" r:id="rId15" imgW="233640" imgH="471600" progId="Equation.AxMath">
                  <p:embed/>
                  <p:pic>
                    <p:nvPicPr>
                      <p:cNvPr id="33" name="Object 32">
                        <a:extLst>
                          <a:ext uri="{FF2B5EF4-FFF2-40B4-BE49-F238E27FC236}">
                            <a16:creationId xmlns:a16="http://schemas.microsoft.com/office/drawing/2014/main" id="{FAD7C898-513B-F1CD-9DE0-74D6BC44CD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784975" y="3427065"/>
                        <a:ext cx="234950" cy="47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37">
            <a:extLst>
              <a:ext uri="{FF2B5EF4-FFF2-40B4-BE49-F238E27FC236}">
                <a16:creationId xmlns:a16="http://schemas.microsoft.com/office/drawing/2014/main" id="{942528A1-B9BB-5E41-2621-80E987064E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9077363"/>
              </p:ext>
            </p:extLst>
          </p:nvPr>
        </p:nvGraphicFramePr>
        <p:xfrm>
          <a:off x="7423150" y="3427065"/>
          <a:ext cx="29845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7" imgW="296280" imgH="471600" progId="Equation.AxMath">
                  <p:embed/>
                </p:oleObj>
              </mc:Choice>
              <mc:Fallback>
                <p:oleObj name="AxMath" r:id="rId17" imgW="296280" imgH="471600" progId="Equation.AxMath">
                  <p:embed/>
                  <p:pic>
                    <p:nvPicPr>
                      <p:cNvPr id="38" name="Object 37">
                        <a:extLst>
                          <a:ext uri="{FF2B5EF4-FFF2-40B4-BE49-F238E27FC236}">
                            <a16:creationId xmlns:a16="http://schemas.microsoft.com/office/drawing/2014/main" id="{942528A1-B9BB-5E41-2621-80E987064E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423150" y="3427065"/>
                        <a:ext cx="298450" cy="47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38">
            <a:extLst>
              <a:ext uri="{FF2B5EF4-FFF2-40B4-BE49-F238E27FC236}">
                <a16:creationId xmlns:a16="http://schemas.microsoft.com/office/drawing/2014/main" id="{6D3530DA-A18E-2A9B-6E7C-D7D8C79F4B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2212569"/>
              </p:ext>
            </p:extLst>
          </p:nvPr>
        </p:nvGraphicFramePr>
        <p:xfrm>
          <a:off x="8116888" y="3427065"/>
          <a:ext cx="250825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9" imgW="249840" imgH="471600" progId="Equation.AxMath">
                  <p:embed/>
                </p:oleObj>
              </mc:Choice>
              <mc:Fallback>
                <p:oleObj name="AxMath" r:id="rId19" imgW="249840" imgH="471600" progId="Equation.AxMath">
                  <p:embed/>
                  <p:pic>
                    <p:nvPicPr>
                      <p:cNvPr id="39" name="Object 38">
                        <a:extLst>
                          <a:ext uri="{FF2B5EF4-FFF2-40B4-BE49-F238E27FC236}">
                            <a16:creationId xmlns:a16="http://schemas.microsoft.com/office/drawing/2014/main" id="{6D3530DA-A18E-2A9B-6E7C-D7D8C79F4B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116888" y="3427065"/>
                        <a:ext cx="250825" cy="47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39">
            <a:extLst>
              <a:ext uri="{FF2B5EF4-FFF2-40B4-BE49-F238E27FC236}">
                <a16:creationId xmlns:a16="http://schemas.microsoft.com/office/drawing/2014/main" id="{EF365D46-0709-FA38-9995-ECF07873B7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7938800"/>
              </p:ext>
            </p:extLst>
          </p:nvPr>
        </p:nvGraphicFramePr>
        <p:xfrm>
          <a:off x="8888413" y="3427065"/>
          <a:ext cx="24130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21" imgW="239400" imgH="471600" progId="Equation.AxMath">
                  <p:embed/>
                </p:oleObj>
              </mc:Choice>
              <mc:Fallback>
                <p:oleObj name="AxMath" r:id="rId21" imgW="239400" imgH="471600" progId="Equation.AxMath">
                  <p:embed/>
                  <p:pic>
                    <p:nvPicPr>
                      <p:cNvPr id="40" name="Object 39">
                        <a:extLst>
                          <a:ext uri="{FF2B5EF4-FFF2-40B4-BE49-F238E27FC236}">
                            <a16:creationId xmlns:a16="http://schemas.microsoft.com/office/drawing/2014/main" id="{EF365D46-0709-FA38-9995-ECF07873B7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8888413" y="3427065"/>
                        <a:ext cx="241300" cy="47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40">
            <a:extLst>
              <a:ext uri="{FF2B5EF4-FFF2-40B4-BE49-F238E27FC236}">
                <a16:creationId xmlns:a16="http://schemas.microsoft.com/office/drawing/2014/main" id="{48CFF921-7619-DB06-2EA7-89DCC41182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1784780"/>
              </p:ext>
            </p:extLst>
          </p:nvPr>
        </p:nvGraphicFramePr>
        <p:xfrm>
          <a:off x="9650413" y="3432823"/>
          <a:ext cx="231775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23" imgW="230400" imgH="471600" progId="Equation.AxMath">
                  <p:embed/>
                </p:oleObj>
              </mc:Choice>
              <mc:Fallback>
                <p:oleObj name="AxMath" r:id="rId23" imgW="230400" imgH="471600" progId="Equation.AxMath">
                  <p:embed/>
                  <p:pic>
                    <p:nvPicPr>
                      <p:cNvPr id="41" name="Object 40">
                        <a:extLst>
                          <a:ext uri="{FF2B5EF4-FFF2-40B4-BE49-F238E27FC236}">
                            <a16:creationId xmlns:a16="http://schemas.microsoft.com/office/drawing/2014/main" id="{48CFF921-7619-DB06-2EA7-89DCC41182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9650413" y="3432823"/>
                        <a:ext cx="231775" cy="47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11">
            <a:extLst>
              <a:ext uri="{FF2B5EF4-FFF2-40B4-BE49-F238E27FC236}">
                <a16:creationId xmlns:a16="http://schemas.microsoft.com/office/drawing/2014/main" id="{D28EE114-DBAF-1FF3-8754-034689B61C26}"/>
              </a:ext>
            </a:extLst>
          </p:cNvPr>
          <p:cNvSpPr txBox="1"/>
          <p:nvPr/>
        </p:nvSpPr>
        <p:spPr>
          <a:xfrm>
            <a:off x="749300" y="155590"/>
            <a:ext cx="706183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9"/>
              </a:lnSpc>
            </a:pPr>
            <a:r>
              <a:rPr lang="en-US" sz="1600" spc="49" dirty="0">
                <a:solidFill>
                  <a:srgbClr val="003F91"/>
                </a:solidFill>
                <a:latin typeface="Raleway"/>
              </a:rPr>
              <a:t>Quadrotors and Dynamics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72711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"/>
            <a:ext cx="565181" cy="572775"/>
            <a:chOff x="0" y="0"/>
            <a:chExt cx="286777" cy="290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572776"/>
            <a:ext cx="565181" cy="6285225"/>
            <a:chOff x="0" y="0"/>
            <a:chExt cx="286777" cy="31891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</p:sp>
      </p:grpSp>
      <p:sp>
        <p:nvSpPr>
          <p:cNvPr id="6" name="AutoShape 6"/>
          <p:cNvSpPr/>
          <p:nvPr/>
        </p:nvSpPr>
        <p:spPr>
          <a:xfrm rot="1790">
            <a:off x="-1" y="569600"/>
            <a:ext cx="12192001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103173" y="155590"/>
            <a:ext cx="358835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600" spc="49" dirty="0">
                <a:solidFill>
                  <a:srgbClr val="F5F7FA"/>
                </a:solidFill>
                <a:latin typeface="Raleway"/>
              </a:rPr>
              <a:t>I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6754E07E-3E69-6B8E-2C8C-D339B562182A}"/>
              </a:ext>
            </a:extLst>
          </p:cNvPr>
          <p:cNvSpPr txBox="1"/>
          <p:nvPr/>
        </p:nvSpPr>
        <p:spPr>
          <a:xfrm>
            <a:off x="11688455" y="-50167"/>
            <a:ext cx="298772" cy="535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2400" dirty="0">
                <a:solidFill>
                  <a:srgbClr val="003F91"/>
                </a:solidFill>
                <a:latin typeface="Raleway Bold"/>
              </a:rPr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292B80-FCD7-C794-CCFA-AEA70051CDF9}"/>
              </a:ext>
            </a:extLst>
          </p:cNvPr>
          <p:cNvSpPr txBox="1"/>
          <p:nvPr/>
        </p:nvSpPr>
        <p:spPr>
          <a:xfrm>
            <a:off x="2022482" y="1109286"/>
            <a:ext cx="1244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Quadrotor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D645AE-810B-47C3-4395-DC2D4314E651}"/>
              </a:ext>
            </a:extLst>
          </p:cNvPr>
          <p:cNvSpPr txBox="1"/>
          <p:nvPr/>
        </p:nvSpPr>
        <p:spPr>
          <a:xfrm>
            <a:off x="1118108" y="5119933"/>
            <a:ext cx="30536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control force can be produced only in one direction.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980036D-DD30-484D-295C-369B76B6BD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949" y="1879284"/>
            <a:ext cx="3082804" cy="2533336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CCB832FE-7E9B-BB13-F437-A724EDB2FF1D}"/>
              </a:ext>
            </a:extLst>
          </p:cNvPr>
          <p:cNvSpPr/>
          <p:nvPr/>
        </p:nvSpPr>
        <p:spPr>
          <a:xfrm>
            <a:off x="777121" y="972461"/>
            <a:ext cx="3667510" cy="51785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DB36333-2037-1C84-ED0B-E802F9C38A93}"/>
              </a:ext>
            </a:extLst>
          </p:cNvPr>
          <p:cNvSpPr txBox="1"/>
          <p:nvPr/>
        </p:nvSpPr>
        <p:spPr>
          <a:xfrm>
            <a:off x="565181" y="6474409"/>
            <a:ext cx="3454400" cy="174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33" dirty="0"/>
              <a:t>https://www.mathworks.com/matlabcentral/fileexchange/48052-simulate-quadrotor-in-simulink-with-simmechanics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9A89E68-BBF4-A669-BC3A-1F433F751FF2}"/>
              </a:ext>
            </a:extLst>
          </p:cNvPr>
          <p:cNvSpPr txBox="1"/>
          <p:nvPr/>
        </p:nvSpPr>
        <p:spPr>
          <a:xfrm>
            <a:off x="565181" y="6585521"/>
            <a:ext cx="6102990" cy="1743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533"/>
            </a:lvl1pPr>
          </a:lstStyle>
          <a:p>
            <a:r>
              <a:rPr lang="en-US" dirty="0" err="1"/>
              <a:t>Ryll</a:t>
            </a:r>
            <a:r>
              <a:rPr lang="en-US" dirty="0"/>
              <a:t>, M., </a:t>
            </a:r>
            <a:r>
              <a:rPr lang="en-US" dirty="0" err="1"/>
              <a:t>Bülthoff</a:t>
            </a:r>
            <a:r>
              <a:rPr lang="en-US" dirty="0"/>
              <a:t>, H.H. and Giordano, P.R., 2012, May. Modeling and control of a quadrotor UAV with tilting propellers. In 2012 IEEE international conference on robotics and automation (pp. 4606-4613). IEEE.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D9DB4B9-E4A4-9B3D-59CD-F4AA762A8E82}"/>
              </a:ext>
            </a:extLst>
          </p:cNvPr>
          <p:cNvSpPr txBox="1"/>
          <p:nvPr/>
        </p:nvSpPr>
        <p:spPr>
          <a:xfrm>
            <a:off x="565181" y="6703967"/>
            <a:ext cx="8444595" cy="1743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533"/>
            </a:lvl1pPr>
          </a:lstStyle>
          <a:p>
            <a:r>
              <a:rPr lang="en-US" dirty="0"/>
              <a:t>Rajappa, S., </a:t>
            </a:r>
            <a:r>
              <a:rPr lang="en-US" dirty="0" err="1"/>
              <a:t>Ryll</a:t>
            </a:r>
            <a:r>
              <a:rPr lang="en-US" dirty="0"/>
              <a:t>, M., </a:t>
            </a:r>
            <a:r>
              <a:rPr lang="en-US" dirty="0" err="1"/>
              <a:t>Bülthoff</a:t>
            </a:r>
            <a:r>
              <a:rPr lang="en-US" dirty="0"/>
              <a:t>, H.H. and Franchi, A., 2015, May. Modeling, control and design optimization for a fully-actuated </a:t>
            </a:r>
            <a:r>
              <a:rPr lang="en-US" dirty="0" err="1"/>
              <a:t>hexarotor</a:t>
            </a:r>
            <a:r>
              <a:rPr lang="en-US" dirty="0"/>
              <a:t> aerial vehicle with tilted propellers. In 2015 IEEE international conference on robotics and automation (ICRA) (pp. 4006-4013). IEEE.</a:t>
            </a:r>
          </a:p>
        </p:txBody>
      </p:sp>
      <p:sp>
        <p:nvSpPr>
          <p:cNvPr id="28" name="TextBox 6">
            <a:extLst>
              <a:ext uri="{FF2B5EF4-FFF2-40B4-BE49-F238E27FC236}">
                <a16:creationId xmlns:a16="http://schemas.microsoft.com/office/drawing/2014/main" id="{601818F8-D51B-B980-4C19-000995010E7C}"/>
              </a:ext>
            </a:extLst>
          </p:cNvPr>
          <p:cNvSpPr txBox="1"/>
          <p:nvPr/>
        </p:nvSpPr>
        <p:spPr>
          <a:xfrm>
            <a:off x="5162087" y="5766264"/>
            <a:ext cx="6675754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cannot stabilize all the 6 </a:t>
            </a:r>
            <a:r>
              <a:rPr lang="en-US" sz="2400" dirty="0" err="1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DoF</a:t>
            </a: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independently.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396A90A-A6FF-A05D-0501-0ACEB0B5A0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2298" y="1933875"/>
            <a:ext cx="1085562" cy="506461"/>
          </a:xfrm>
          <a:prstGeom prst="rect">
            <a:avLst/>
          </a:prstGeom>
        </p:spPr>
      </p:pic>
      <p:graphicFrame>
        <p:nvGraphicFramePr>
          <p:cNvPr id="38" name="Object 37">
            <a:extLst>
              <a:ext uri="{FF2B5EF4-FFF2-40B4-BE49-F238E27FC236}">
                <a16:creationId xmlns:a16="http://schemas.microsoft.com/office/drawing/2014/main" id="{90BBB04D-AFD6-9F70-2090-C98A091405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0498051"/>
              </p:ext>
            </p:extLst>
          </p:nvPr>
        </p:nvGraphicFramePr>
        <p:xfrm>
          <a:off x="4422775" y="3868738"/>
          <a:ext cx="752475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Glyph" r:id="rId6" imgW="752037" imgH="95933" progId="AxGlyph.Document">
                  <p:embed/>
                </p:oleObj>
              </mc:Choice>
              <mc:Fallback>
                <p:oleObj name="AxGlyph" r:id="rId6" imgW="752037" imgH="95933" progId="AxGlyph.Document">
                  <p:embed/>
                  <p:pic>
                    <p:nvPicPr>
                      <p:cNvPr id="38" name="Object 37">
                        <a:extLst>
                          <a:ext uri="{FF2B5EF4-FFF2-40B4-BE49-F238E27FC236}">
                            <a16:creationId xmlns:a16="http://schemas.microsoft.com/office/drawing/2014/main" id="{90BBB04D-AFD6-9F70-2090-C98A091405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422775" y="3868738"/>
                        <a:ext cx="7524750" cy="95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6">
            <a:extLst>
              <a:ext uri="{FF2B5EF4-FFF2-40B4-BE49-F238E27FC236}">
                <a16:creationId xmlns:a16="http://schemas.microsoft.com/office/drawing/2014/main" id="{C84791B5-CA30-D98C-0D0D-3908B42F1E95}"/>
              </a:ext>
            </a:extLst>
          </p:cNvPr>
          <p:cNvSpPr txBox="1"/>
          <p:nvPr/>
        </p:nvSpPr>
        <p:spPr>
          <a:xfrm>
            <a:off x="5394697" y="1377685"/>
            <a:ext cx="905088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</a:t>
            </a:r>
          </a:p>
        </p:txBody>
      </p:sp>
      <p:sp>
        <p:nvSpPr>
          <p:cNvPr id="41" name="TextBox 6">
            <a:extLst>
              <a:ext uri="{FF2B5EF4-FFF2-40B4-BE49-F238E27FC236}">
                <a16:creationId xmlns:a16="http://schemas.microsoft.com/office/drawing/2014/main" id="{2C4DE004-6149-D558-28E3-1524A1C9E007}"/>
              </a:ext>
            </a:extLst>
          </p:cNvPr>
          <p:cNvSpPr txBox="1"/>
          <p:nvPr/>
        </p:nvSpPr>
        <p:spPr>
          <a:xfrm>
            <a:off x="10343070" y="1377685"/>
            <a:ext cx="905088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4B1DE5BF-BA4F-653B-D962-E4F370308A1F}"/>
              </a:ext>
            </a:extLst>
          </p:cNvPr>
          <p:cNvSpPr txBox="1"/>
          <p:nvPr/>
        </p:nvSpPr>
        <p:spPr>
          <a:xfrm>
            <a:off x="749300" y="155590"/>
            <a:ext cx="706183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9"/>
              </a:lnSpc>
            </a:pPr>
            <a:r>
              <a:rPr lang="en-US" sz="1600" spc="49" dirty="0">
                <a:solidFill>
                  <a:srgbClr val="003F91"/>
                </a:solidFill>
                <a:latin typeface="Raleway"/>
              </a:rPr>
              <a:t>Quadrotors and Dynamics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3A3DB0-C58C-B29D-C066-21D602FF12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0194" y="1933875"/>
            <a:ext cx="1085562" cy="5064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50338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"/>
            <a:ext cx="565181" cy="572775"/>
            <a:chOff x="0" y="0"/>
            <a:chExt cx="286777" cy="290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572776"/>
            <a:ext cx="565181" cy="6285225"/>
            <a:chOff x="0" y="0"/>
            <a:chExt cx="286777" cy="31891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</p:sp>
      </p:grpSp>
      <p:sp>
        <p:nvSpPr>
          <p:cNvPr id="6" name="AutoShape 6"/>
          <p:cNvSpPr/>
          <p:nvPr/>
        </p:nvSpPr>
        <p:spPr>
          <a:xfrm rot="1790">
            <a:off x="-1" y="569600"/>
            <a:ext cx="12192001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103173" y="155590"/>
            <a:ext cx="358835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600" spc="49" dirty="0">
                <a:solidFill>
                  <a:srgbClr val="F5F7FA"/>
                </a:solidFill>
                <a:latin typeface="Raleway"/>
              </a:rPr>
              <a:t>I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6754E07E-3E69-6B8E-2C8C-D339B562182A}"/>
              </a:ext>
            </a:extLst>
          </p:cNvPr>
          <p:cNvSpPr txBox="1"/>
          <p:nvPr/>
        </p:nvSpPr>
        <p:spPr>
          <a:xfrm>
            <a:off x="11688455" y="-50167"/>
            <a:ext cx="298772" cy="535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2400" dirty="0">
                <a:solidFill>
                  <a:srgbClr val="003F91"/>
                </a:solidFill>
                <a:latin typeface="Raleway Bold"/>
              </a:rPr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292B80-FCD7-C794-CCFA-AEA70051CDF9}"/>
              </a:ext>
            </a:extLst>
          </p:cNvPr>
          <p:cNvSpPr txBox="1"/>
          <p:nvPr/>
        </p:nvSpPr>
        <p:spPr>
          <a:xfrm>
            <a:off x="2022482" y="1109286"/>
            <a:ext cx="1244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Quadrotor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D645AE-810B-47C3-4395-DC2D4314E651}"/>
              </a:ext>
            </a:extLst>
          </p:cNvPr>
          <p:cNvSpPr txBox="1"/>
          <p:nvPr/>
        </p:nvSpPr>
        <p:spPr>
          <a:xfrm>
            <a:off x="1118108" y="5119933"/>
            <a:ext cx="30536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control force can be produced only in one direction.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980036D-DD30-484D-295C-369B76B6BD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949" y="1879284"/>
            <a:ext cx="3082804" cy="2533336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CCB832FE-7E9B-BB13-F437-A724EDB2FF1D}"/>
              </a:ext>
            </a:extLst>
          </p:cNvPr>
          <p:cNvSpPr/>
          <p:nvPr/>
        </p:nvSpPr>
        <p:spPr>
          <a:xfrm>
            <a:off x="777121" y="972461"/>
            <a:ext cx="3667510" cy="51785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DB36333-2037-1C84-ED0B-E802F9C38A93}"/>
              </a:ext>
            </a:extLst>
          </p:cNvPr>
          <p:cNvSpPr txBox="1"/>
          <p:nvPr/>
        </p:nvSpPr>
        <p:spPr>
          <a:xfrm>
            <a:off x="565181" y="6474409"/>
            <a:ext cx="3454400" cy="174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33" dirty="0"/>
              <a:t>https://www.mathworks.com/matlabcentral/fileexchange/48052-simulate-quadrotor-in-simulink-with-simmechanics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9A89E68-BBF4-A669-BC3A-1F433F751FF2}"/>
              </a:ext>
            </a:extLst>
          </p:cNvPr>
          <p:cNvSpPr txBox="1"/>
          <p:nvPr/>
        </p:nvSpPr>
        <p:spPr>
          <a:xfrm>
            <a:off x="565181" y="6585521"/>
            <a:ext cx="6102990" cy="1743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533"/>
            </a:lvl1pPr>
          </a:lstStyle>
          <a:p>
            <a:r>
              <a:rPr lang="en-US" dirty="0" err="1"/>
              <a:t>Ryll</a:t>
            </a:r>
            <a:r>
              <a:rPr lang="en-US" dirty="0"/>
              <a:t>, M., </a:t>
            </a:r>
            <a:r>
              <a:rPr lang="en-US" dirty="0" err="1"/>
              <a:t>Bülthoff</a:t>
            </a:r>
            <a:r>
              <a:rPr lang="en-US" dirty="0"/>
              <a:t>, H.H. and Giordano, P.R., 2012, May. Modeling and control of a quadrotor UAV with tilting propellers. In 2012 IEEE international conference on robotics and automation (pp. 4606-4613). IEEE.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D9DB4B9-E4A4-9B3D-59CD-F4AA762A8E82}"/>
              </a:ext>
            </a:extLst>
          </p:cNvPr>
          <p:cNvSpPr txBox="1"/>
          <p:nvPr/>
        </p:nvSpPr>
        <p:spPr>
          <a:xfrm>
            <a:off x="565181" y="6703967"/>
            <a:ext cx="8444595" cy="1743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533"/>
            </a:lvl1pPr>
          </a:lstStyle>
          <a:p>
            <a:r>
              <a:rPr lang="en-US" dirty="0"/>
              <a:t>Rajappa, S., </a:t>
            </a:r>
            <a:r>
              <a:rPr lang="en-US" dirty="0" err="1"/>
              <a:t>Ryll</a:t>
            </a:r>
            <a:r>
              <a:rPr lang="en-US" dirty="0"/>
              <a:t>, M., </a:t>
            </a:r>
            <a:r>
              <a:rPr lang="en-US" dirty="0" err="1"/>
              <a:t>Bülthoff</a:t>
            </a:r>
            <a:r>
              <a:rPr lang="en-US" dirty="0"/>
              <a:t>, H.H. and Franchi, A., 2015, May. Modeling, control and design optimization for a fully-actuated </a:t>
            </a:r>
            <a:r>
              <a:rPr lang="en-US" dirty="0" err="1"/>
              <a:t>hexarotor</a:t>
            </a:r>
            <a:r>
              <a:rPr lang="en-US" dirty="0"/>
              <a:t> aerial vehicle with tilted propellers. In 2015 IEEE international conference on robotics and automation (ICRA) (pp. 4006-4013). IEEE.</a:t>
            </a:r>
          </a:p>
        </p:txBody>
      </p:sp>
      <p:sp>
        <p:nvSpPr>
          <p:cNvPr id="28" name="TextBox 6">
            <a:extLst>
              <a:ext uri="{FF2B5EF4-FFF2-40B4-BE49-F238E27FC236}">
                <a16:creationId xmlns:a16="http://schemas.microsoft.com/office/drawing/2014/main" id="{601818F8-D51B-B980-4C19-000995010E7C}"/>
              </a:ext>
            </a:extLst>
          </p:cNvPr>
          <p:cNvSpPr txBox="1"/>
          <p:nvPr/>
        </p:nvSpPr>
        <p:spPr>
          <a:xfrm>
            <a:off x="5162087" y="5766264"/>
            <a:ext cx="6675754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cannot stabilize all the 6 </a:t>
            </a:r>
            <a:r>
              <a:rPr lang="en-US" sz="2400" dirty="0" err="1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DoF</a:t>
            </a: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independently.</a:t>
            </a:r>
          </a:p>
        </p:txBody>
      </p:sp>
      <p:graphicFrame>
        <p:nvGraphicFramePr>
          <p:cNvPr id="38" name="Object 37">
            <a:extLst>
              <a:ext uri="{FF2B5EF4-FFF2-40B4-BE49-F238E27FC236}">
                <a16:creationId xmlns:a16="http://schemas.microsoft.com/office/drawing/2014/main" id="{90BBB04D-AFD6-9F70-2090-C98A091405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2775" y="3868738"/>
          <a:ext cx="752475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Glyph" r:id="rId5" imgW="752037" imgH="95933" progId="AxGlyph.Document">
                  <p:embed/>
                </p:oleObj>
              </mc:Choice>
              <mc:Fallback>
                <p:oleObj name="AxGlyph" r:id="rId5" imgW="752037" imgH="95933" progId="AxGlyph.Document">
                  <p:embed/>
                  <p:pic>
                    <p:nvPicPr>
                      <p:cNvPr id="38" name="Object 37">
                        <a:extLst>
                          <a:ext uri="{FF2B5EF4-FFF2-40B4-BE49-F238E27FC236}">
                            <a16:creationId xmlns:a16="http://schemas.microsoft.com/office/drawing/2014/main" id="{90BBB04D-AFD6-9F70-2090-C98A091405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22775" y="3868738"/>
                        <a:ext cx="7524750" cy="95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6">
            <a:extLst>
              <a:ext uri="{FF2B5EF4-FFF2-40B4-BE49-F238E27FC236}">
                <a16:creationId xmlns:a16="http://schemas.microsoft.com/office/drawing/2014/main" id="{C84791B5-CA30-D98C-0D0D-3908B42F1E95}"/>
              </a:ext>
            </a:extLst>
          </p:cNvPr>
          <p:cNvSpPr txBox="1"/>
          <p:nvPr/>
        </p:nvSpPr>
        <p:spPr>
          <a:xfrm>
            <a:off x="5394697" y="1377685"/>
            <a:ext cx="905088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</a:t>
            </a:r>
          </a:p>
        </p:txBody>
      </p:sp>
      <p:sp>
        <p:nvSpPr>
          <p:cNvPr id="41" name="TextBox 6">
            <a:extLst>
              <a:ext uri="{FF2B5EF4-FFF2-40B4-BE49-F238E27FC236}">
                <a16:creationId xmlns:a16="http://schemas.microsoft.com/office/drawing/2014/main" id="{2C4DE004-6149-D558-28E3-1524A1C9E007}"/>
              </a:ext>
            </a:extLst>
          </p:cNvPr>
          <p:cNvSpPr txBox="1"/>
          <p:nvPr/>
        </p:nvSpPr>
        <p:spPr>
          <a:xfrm>
            <a:off x="10343070" y="1377685"/>
            <a:ext cx="905088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C89D313A-3CF2-7B9E-3850-B3FFDEFECE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5091" y="1928789"/>
            <a:ext cx="1085562" cy="506461"/>
          </a:xfrm>
          <a:prstGeom prst="rect">
            <a:avLst/>
          </a:prstGeom>
        </p:spPr>
      </p:pic>
      <p:sp>
        <p:nvSpPr>
          <p:cNvPr id="7" name="TextBox 11">
            <a:extLst>
              <a:ext uri="{FF2B5EF4-FFF2-40B4-BE49-F238E27FC236}">
                <a16:creationId xmlns:a16="http://schemas.microsoft.com/office/drawing/2014/main" id="{4B1DE5BF-BA4F-653B-D962-E4F370308A1F}"/>
              </a:ext>
            </a:extLst>
          </p:cNvPr>
          <p:cNvSpPr txBox="1"/>
          <p:nvPr/>
        </p:nvSpPr>
        <p:spPr>
          <a:xfrm>
            <a:off x="749300" y="155590"/>
            <a:ext cx="706183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9"/>
              </a:lnSpc>
            </a:pPr>
            <a:r>
              <a:rPr lang="en-US" sz="1600" spc="49" dirty="0">
                <a:solidFill>
                  <a:srgbClr val="003F91"/>
                </a:solidFill>
                <a:latin typeface="Raleway"/>
              </a:rPr>
              <a:t>Quadrotors and Dynamics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3148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"/>
            <a:ext cx="565181" cy="572775"/>
            <a:chOff x="0" y="0"/>
            <a:chExt cx="286777" cy="290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572776"/>
            <a:ext cx="565181" cy="6285225"/>
            <a:chOff x="0" y="0"/>
            <a:chExt cx="286777" cy="31891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</p:sp>
      </p:grpSp>
      <p:sp>
        <p:nvSpPr>
          <p:cNvPr id="6" name="AutoShape 6"/>
          <p:cNvSpPr/>
          <p:nvPr/>
        </p:nvSpPr>
        <p:spPr>
          <a:xfrm rot="1790">
            <a:off x="-1" y="569600"/>
            <a:ext cx="12192001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103173" y="155590"/>
            <a:ext cx="358835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600" spc="49" dirty="0">
                <a:solidFill>
                  <a:srgbClr val="F5F7FA"/>
                </a:solidFill>
                <a:latin typeface="Raleway"/>
              </a:rPr>
              <a:t>I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6754E07E-3E69-6B8E-2C8C-D339B562182A}"/>
              </a:ext>
            </a:extLst>
          </p:cNvPr>
          <p:cNvSpPr txBox="1"/>
          <p:nvPr/>
        </p:nvSpPr>
        <p:spPr>
          <a:xfrm>
            <a:off x="11688455" y="-50167"/>
            <a:ext cx="298772" cy="535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2400" dirty="0">
                <a:solidFill>
                  <a:srgbClr val="003F91"/>
                </a:solidFill>
                <a:latin typeface="Raleway Bold"/>
              </a:rPr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292B80-FCD7-C794-CCFA-AEA70051CDF9}"/>
              </a:ext>
            </a:extLst>
          </p:cNvPr>
          <p:cNvSpPr txBox="1"/>
          <p:nvPr/>
        </p:nvSpPr>
        <p:spPr>
          <a:xfrm>
            <a:off x="2022482" y="1109286"/>
            <a:ext cx="1244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Quadrotor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D645AE-810B-47C3-4395-DC2D4314E651}"/>
              </a:ext>
            </a:extLst>
          </p:cNvPr>
          <p:cNvSpPr txBox="1"/>
          <p:nvPr/>
        </p:nvSpPr>
        <p:spPr>
          <a:xfrm>
            <a:off x="1118108" y="5119933"/>
            <a:ext cx="30536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control force can be produced only in one direction.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980036D-DD30-484D-295C-369B76B6BD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949" y="1879284"/>
            <a:ext cx="3082804" cy="2533336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CCB832FE-7E9B-BB13-F437-A724EDB2FF1D}"/>
              </a:ext>
            </a:extLst>
          </p:cNvPr>
          <p:cNvSpPr/>
          <p:nvPr/>
        </p:nvSpPr>
        <p:spPr>
          <a:xfrm>
            <a:off x="777121" y="972461"/>
            <a:ext cx="3667510" cy="51785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DB36333-2037-1C84-ED0B-E802F9C38A93}"/>
              </a:ext>
            </a:extLst>
          </p:cNvPr>
          <p:cNvSpPr txBox="1"/>
          <p:nvPr/>
        </p:nvSpPr>
        <p:spPr>
          <a:xfrm>
            <a:off x="565181" y="6474409"/>
            <a:ext cx="3454400" cy="174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33" dirty="0"/>
              <a:t>https://www.mathworks.com/matlabcentral/fileexchange/48052-simulate-quadrotor-in-simulink-with-simmechanics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9A89E68-BBF4-A669-BC3A-1F433F751FF2}"/>
              </a:ext>
            </a:extLst>
          </p:cNvPr>
          <p:cNvSpPr txBox="1"/>
          <p:nvPr/>
        </p:nvSpPr>
        <p:spPr>
          <a:xfrm>
            <a:off x="565181" y="6585521"/>
            <a:ext cx="6102990" cy="1743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533"/>
            </a:lvl1pPr>
          </a:lstStyle>
          <a:p>
            <a:r>
              <a:rPr lang="en-US" dirty="0" err="1"/>
              <a:t>Ryll</a:t>
            </a:r>
            <a:r>
              <a:rPr lang="en-US" dirty="0"/>
              <a:t>, M., </a:t>
            </a:r>
            <a:r>
              <a:rPr lang="en-US" dirty="0" err="1"/>
              <a:t>Bülthoff</a:t>
            </a:r>
            <a:r>
              <a:rPr lang="en-US" dirty="0"/>
              <a:t>, H.H. and Giordano, P.R., 2012, May. Modeling and control of a quadrotor UAV with tilting propellers. In 2012 IEEE international conference on robotics and automation (pp. 4606-4613). IEEE.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D9DB4B9-E4A4-9B3D-59CD-F4AA762A8E82}"/>
              </a:ext>
            </a:extLst>
          </p:cNvPr>
          <p:cNvSpPr txBox="1"/>
          <p:nvPr/>
        </p:nvSpPr>
        <p:spPr>
          <a:xfrm>
            <a:off x="565181" y="6703967"/>
            <a:ext cx="8444595" cy="1743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533"/>
            </a:lvl1pPr>
          </a:lstStyle>
          <a:p>
            <a:r>
              <a:rPr lang="en-US" dirty="0"/>
              <a:t>Rajappa, S., </a:t>
            </a:r>
            <a:r>
              <a:rPr lang="en-US" dirty="0" err="1"/>
              <a:t>Ryll</a:t>
            </a:r>
            <a:r>
              <a:rPr lang="en-US" dirty="0"/>
              <a:t>, M., </a:t>
            </a:r>
            <a:r>
              <a:rPr lang="en-US" dirty="0" err="1"/>
              <a:t>Bülthoff</a:t>
            </a:r>
            <a:r>
              <a:rPr lang="en-US" dirty="0"/>
              <a:t>, H.H. and Franchi, A., 2015, May. Modeling, control and design optimization for a fully-actuated </a:t>
            </a:r>
            <a:r>
              <a:rPr lang="en-US" dirty="0" err="1"/>
              <a:t>hexarotor</a:t>
            </a:r>
            <a:r>
              <a:rPr lang="en-US" dirty="0"/>
              <a:t> aerial vehicle with tilted propellers. In 2015 IEEE international conference on robotics and automation (ICRA) (pp. 4006-4013). IEEE.</a:t>
            </a:r>
          </a:p>
        </p:txBody>
      </p:sp>
      <p:sp>
        <p:nvSpPr>
          <p:cNvPr id="28" name="TextBox 6">
            <a:extLst>
              <a:ext uri="{FF2B5EF4-FFF2-40B4-BE49-F238E27FC236}">
                <a16:creationId xmlns:a16="http://schemas.microsoft.com/office/drawing/2014/main" id="{601818F8-D51B-B980-4C19-000995010E7C}"/>
              </a:ext>
            </a:extLst>
          </p:cNvPr>
          <p:cNvSpPr txBox="1"/>
          <p:nvPr/>
        </p:nvSpPr>
        <p:spPr>
          <a:xfrm>
            <a:off x="5162087" y="5766264"/>
            <a:ext cx="6675754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cannot stabilize all the 6 </a:t>
            </a:r>
            <a:r>
              <a:rPr lang="en-US" sz="2400" dirty="0" err="1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DoF</a:t>
            </a: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independently.</a:t>
            </a:r>
          </a:p>
        </p:txBody>
      </p:sp>
      <p:graphicFrame>
        <p:nvGraphicFramePr>
          <p:cNvPr id="38" name="Object 37">
            <a:extLst>
              <a:ext uri="{FF2B5EF4-FFF2-40B4-BE49-F238E27FC236}">
                <a16:creationId xmlns:a16="http://schemas.microsoft.com/office/drawing/2014/main" id="{90BBB04D-AFD6-9F70-2090-C98A091405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2775" y="3868738"/>
          <a:ext cx="752475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Glyph" r:id="rId5" imgW="752037" imgH="95933" progId="AxGlyph.Document">
                  <p:embed/>
                </p:oleObj>
              </mc:Choice>
              <mc:Fallback>
                <p:oleObj name="AxGlyph" r:id="rId5" imgW="752037" imgH="95933" progId="AxGlyph.Document">
                  <p:embed/>
                  <p:pic>
                    <p:nvPicPr>
                      <p:cNvPr id="38" name="Object 37">
                        <a:extLst>
                          <a:ext uri="{FF2B5EF4-FFF2-40B4-BE49-F238E27FC236}">
                            <a16:creationId xmlns:a16="http://schemas.microsoft.com/office/drawing/2014/main" id="{90BBB04D-AFD6-9F70-2090-C98A091405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22775" y="3868738"/>
                        <a:ext cx="7524750" cy="95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6">
            <a:extLst>
              <a:ext uri="{FF2B5EF4-FFF2-40B4-BE49-F238E27FC236}">
                <a16:creationId xmlns:a16="http://schemas.microsoft.com/office/drawing/2014/main" id="{C84791B5-CA30-D98C-0D0D-3908B42F1E95}"/>
              </a:ext>
            </a:extLst>
          </p:cNvPr>
          <p:cNvSpPr txBox="1"/>
          <p:nvPr/>
        </p:nvSpPr>
        <p:spPr>
          <a:xfrm>
            <a:off x="5394697" y="1377685"/>
            <a:ext cx="905088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</a:t>
            </a:r>
          </a:p>
        </p:txBody>
      </p:sp>
      <p:sp>
        <p:nvSpPr>
          <p:cNvPr id="41" name="TextBox 6">
            <a:extLst>
              <a:ext uri="{FF2B5EF4-FFF2-40B4-BE49-F238E27FC236}">
                <a16:creationId xmlns:a16="http://schemas.microsoft.com/office/drawing/2014/main" id="{2C4DE004-6149-D558-28E3-1524A1C9E007}"/>
              </a:ext>
            </a:extLst>
          </p:cNvPr>
          <p:cNvSpPr txBox="1"/>
          <p:nvPr/>
        </p:nvSpPr>
        <p:spPr>
          <a:xfrm>
            <a:off x="10343070" y="1377685"/>
            <a:ext cx="905088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D74DCBFA-CF7D-F9C0-09A1-70FD1F1DE9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7642" y="1928789"/>
            <a:ext cx="1085562" cy="506461"/>
          </a:xfrm>
          <a:prstGeom prst="rect">
            <a:avLst/>
          </a:prstGeom>
        </p:spPr>
      </p:pic>
      <p:sp>
        <p:nvSpPr>
          <p:cNvPr id="7" name="TextBox 11">
            <a:extLst>
              <a:ext uri="{FF2B5EF4-FFF2-40B4-BE49-F238E27FC236}">
                <a16:creationId xmlns:a16="http://schemas.microsoft.com/office/drawing/2014/main" id="{4B1DE5BF-BA4F-653B-D962-E4F370308A1F}"/>
              </a:ext>
            </a:extLst>
          </p:cNvPr>
          <p:cNvSpPr txBox="1"/>
          <p:nvPr/>
        </p:nvSpPr>
        <p:spPr>
          <a:xfrm>
            <a:off x="749300" y="155590"/>
            <a:ext cx="706183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9"/>
              </a:lnSpc>
            </a:pPr>
            <a:r>
              <a:rPr lang="en-US" sz="1600" spc="49" dirty="0">
                <a:solidFill>
                  <a:srgbClr val="003F91"/>
                </a:solidFill>
                <a:latin typeface="Raleway"/>
              </a:rPr>
              <a:t>Quadrotors and Dynamics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6465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"/>
            <a:ext cx="565181" cy="572775"/>
            <a:chOff x="0" y="0"/>
            <a:chExt cx="286777" cy="290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572776"/>
            <a:ext cx="565181" cy="6285225"/>
            <a:chOff x="0" y="0"/>
            <a:chExt cx="286777" cy="31891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</p:sp>
      </p:grpSp>
      <p:sp>
        <p:nvSpPr>
          <p:cNvPr id="6" name="AutoShape 6"/>
          <p:cNvSpPr/>
          <p:nvPr/>
        </p:nvSpPr>
        <p:spPr>
          <a:xfrm rot="1790">
            <a:off x="-1" y="569600"/>
            <a:ext cx="12192001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103173" y="155590"/>
            <a:ext cx="358835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600" spc="49" dirty="0">
                <a:solidFill>
                  <a:srgbClr val="F5F7FA"/>
                </a:solidFill>
                <a:latin typeface="Raleway"/>
              </a:rPr>
              <a:t>I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6754E07E-3E69-6B8E-2C8C-D339B562182A}"/>
              </a:ext>
            </a:extLst>
          </p:cNvPr>
          <p:cNvSpPr txBox="1"/>
          <p:nvPr/>
        </p:nvSpPr>
        <p:spPr>
          <a:xfrm>
            <a:off x="11688455" y="-50167"/>
            <a:ext cx="298772" cy="535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2400" dirty="0">
                <a:solidFill>
                  <a:srgbClr val="003F91"/>
                </a:solidFill>
                <a:latin typeface="Raleway Bold"/>
              </a:rPr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292B80-FCD7-C794-CCFA-AEA70051CDF9}"/>
              </a:ext>
            </a:extLst>
          </p:cNvPr>
          <p:cNvSpPr txBox="1"/>
          <p:nvPr/>
        </p:nvSpPr>
        <p:spPr>
          <a:xfrm>
            <a:off x="2022482" y="1109286"/>
            <a:ext cx="1244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Quadrotor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D645AE-810B-47C3-4395-DC2D4314E651}"/>
              </a:ext>
            </a:extLst>
          </p:cNvPr>
          <p:cNvSpPr txBox="1"/>
          <p:nvPr/>
        </p:nvSpPr>
        <p:spPr>
          <a:xfrm>
            <a:off x="1118108" y="5119933"/>
            <a:ext cx="30536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control force can be produced only in one direction.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980036D-DD30-484D-295C-369B76B6BD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949" y="1879284"/>
            <a:ext cx="3082804" cy="2533336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CCB832FE-7E9B-BB13-F437-A724EDB2FF1D}"/>
              </a:ext>
            </a:extLst>
          </p:cNvPr>
          <p:cNvSpPr/>
          <p:nvPr/>
        </p:nvSpPr>
        <p:spPr>
          <a:xfrm>
            <a:off x="777121" y="972461"/>
            <a:ext cx="3667510" cy="51785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DB36333-2037-1C84-ED0B-E802F9C38A93}"/>
              </a:ext>
            </a:extLst>
          </p:cNvPr>
          <p:cNvSpPr txBox="1"/>
          <p:nvPr/>
        </p:nvSpPr>
        <p:spPr>
          <a:xfrm>
            <a:off x="565181" y="6474409"/>
            <a:ext cx="3454400" cy="174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33" dirty="0"/>
              <a:t>https://www.mathworks.com/matlabcentral/fileexchange/48052-simulate-quadrotor-in-simulink-with-simmechanics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9A89E68-BBF4-A669-BC3A-1F433F751FF2}"/>
              </a:ext>
            </a:extLst>
          </p:cNvPr>
          <p:cNvSpPr txBox="1"/>
          <p:nvPr/>
        </p:nvSpPr>
        <p:spPr>
          <a:xfrm>
            <a:off x="565181" y="6585521"/>
            <a:ext cx="6102990" cy="1743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533"/>
            </a:lvl1pPr>
          </a:lstStyle>
          <a:p>
            <a:r>
              <a:rPr lang="en-US" dirty="0" err="1"/>
              <a:t>Ryll</a:t>
            </a:r>
            <a:r>
              <a:rPr lang="en-US" dirty="0"/>
              <a:t>, M., </a:t>
            </a:r>
            <a:r>
              <a:rPr lang="en-US" dirty="0" err="1"/>
              <a:t>Bülthoff</a:t>
            </a:r>
            <a:r>
              <a:rPr lang="en-US" dirty="0"/>
              <a:t>, H.H. and Giordano, P.R., 2012, May. Modeling and control of a quadrotor UAV with tilting propellers. In 2012 IEEE international conference on robotics and automation (pp. 4606-4613). IEEE.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D9DB4B9-E4A4-9B3D-59CD-F4AA762A8E82}"/>
              </a:ext>
            </a:extLst>
          </p:cNvPr>
          <p:cNvSpPr txBox="1"/>
          <p:nvPr/>
        </p:nvSpPr>
        <p:spPr>
          <a:xfrm>
            <a:off x="565181" y="6703967"/>
            <a:ext cx="8444595" cy="1743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533"/>
            </a:lvl1pPr>
          </a:lstStyle>
          <a:p>
            <a:r>
              <a:rPr lang="en-US" dirty="0"/>
              <a:t>Rajappa, S., </a:t>
            </a:r>
            <a:r>
              <a:rPr lang="en-US" dirty="0" err="1"/>
              <a:t>Ryll</a:t>
            </a:r>
            <a:r>
              <a:rPr lang="en-US" dirty="0"/>
              <a:t>, M., </a:t>
            </a:r>
            <a:r>
              <a:rPr lang="en-US" dirty="0" err="1"/>
              <a:t>Bülthoff</a:t>
            </a:r>
            <a:r>
              <a:rPr lang="en-US" dirty="0"/>
              <a:t>, H.H. and Franchi, A., 2015, May. Modeling, control and design optimization for a fully-actuated </a:t>
            </a:r>
            <a:r>
              <a:rPr lang="en-US" dirty="0" err="1"/>
              <a:t>hexarotor</a:t>
            </a:r>
            <a:r>
              <a:rPr lang="en-US" dirty="0"/>
              <a:t> aerial vehicle with tilted propellers. In 2015 IEEE international conference on robotics and automation (ICRA) (pp. 4006-4013). IEEE.</a:t>
            </a:r>
          </a:p>
        </p:txBody>
      </p:sp>
      <p:sp>
        <p:nvSpPr>
          <p:cNvPr id="28" name="TextBox 6">
            <a:extLst>
              <a:ext uri="{FF2B5EF4-FFF2-40B4-BE49-F238E27FC236}">
                <a16:creationId xmlns:a16="http://schemas.microsoft.com/office/drawing/2014/main" id="{601818F8-D51B-B980-4C19-000995010E7C}"/>
              </a:ext>
            </a:extLst>
          </p:cNvPr>
          <p:cNvSpPr txBox="1"/>
          <p:nvPr/>
        </p:nvSpPr>
        <p:spPr>
          <a:xfrm>
            <a:off x="5162087" y="5766264"/>
            <a:ext cx="6675754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cannot stabilize all the 6 </a:t>
            </a:r>
            <a:r>
              <a:rPr lang="en-US" sz="2400" dirty="0" err="1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DoF</a:t>
            </a: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independently.</a:t>
            </a:r>
          </a:p>
        </p:txBody>
      </p:sp>
      <p:graphicFrame>
        <p:nvGraphicFramePr>
          <p:cNvPr id="38" name="Object 37">
            <a:extLst>
              <a:ext uri="{FF2B5EF4-FFF2-40B4-BE49-F238E27FC236}">
                <a16:creationId xmlns:a16="http://schemas.microsoft.com/office/drawing/2014/main" id="{90BBB04D-AFD6-9F70-2090-C98A091405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2775" y="3868738"/>
          <a:ext cx="752475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Glyph" r:id="rId5" imgW="752037" imgH="95933" progId="AxGlyph.Document">
                  <p:embed/>
                </p:oleObj>
              </mc:Choice>
              <mc:Fallback>
                <p:oleObj name="AxGlyph" r:id="rId5" imgW="752037" imgH="95933" progId="AxGlyph.Document">
                  <p:embed/>
                  <p:pic>
                    <p:nvPicPr>
                      <p:cNvPr id="38" name="Object 37">
                        <a:extLst>
                          <a:ext uri="{FF2B5EF4-FFF2-40B4-BE49-F238E27FC236}">
                            <a16:creationId xmlns:a16="http://schemas.microsoft.com/office/drawing/2014/main" id="{90BBB04D-AFD6-9F70-2090-C98A091405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22775" y="3868738"/>
                        <a:ext cx="7524750" cy="95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6">
            <a:extLst>
              <a:ext uri="{FF2B5EF4-FFF2-40B4-BE49-F238E27FC236}">
                <a16:creationId xmlns:a16="http://schemas.microsoft.com/office/drawing/2014/main" id="{C84791B5-CA30-D98C-0D0D-3908B42F1E95}"/>
              </a:ext>
            </a:extLst>
          </p:cNvPr>
          <p:cNvSpPr txBox="1"/>
          <p:nvPr/>
        </p:nvSpPr>
        <p:spPr>
          <a:xfrm>
            <a:off x="5394697" y="1377685"/>
            <a:ext cx="905088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B9BCB17F-99A2-8AB9-60EB-49335FE31F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10194" y="1933875"/>
            <a:ext cx="1085562" cy="506461"/>
          </a:xfrm>
          <a:prstGeom prst="rect">
            <a:avLst/>
          </a:prstGeom>
        </p:spPr>
      </p:pic>
      <p:sp>
        <p:nvSpPr>
          <p:cNvPr id="41" name="TextBox 6">
            <a:extLst>
              <a:ext uri="{FF2B5EF4-FFF2-40B4-BE49-F238E27FC236}">
                <a16:creationId xmlns:a16="http://schemas.microsoft.com/office/drawing/2014/main" id="{2C4DE004-6149-D558-28E3-1524A1C9E007}"/>
              </a:ext>
            </a:extLst>
          </p:cNvPr>
          <p:cNvSpPr txBox="1"/>
          <p:nvPr/>
        </p:nvSpPr>
        <p:spPr>
          <a:xfrm>
            <a:off x="10343070" y="1377685"/>
            <a:ext cx="905088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4B1DE5BF-BA4F-653B-D962-E4F370308A1F}"/>
              </a:ext>
            </a:extLst>
          </p:cNvPr>
          <p:cNvSpPr txBox="1"/>
          <p:nvPr/>
        </p:nvSpPr>
        <p:spPr>
          <a:xfrm>
            <a:off x="749300" y="155590"/>
            <a:ext cx="706183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9"/>
              </a:lnSpc>
            </a:pPr>
            <a:r>
              <a:rPr lang="en-US" sz="1600" spc="49" dirty="0">
                <a:solidFill>
                  <a:srgbClr val="003F91"/>
                </a:solidFill>
                <a:latin typeface="Raleway"/>
              </a:rPr>
              <a:t>Quadrotors and Dynamics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30542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"/>
            <a:ext cx="565181" cy="572775"/>
            <a:chOff x="0" y="0"/>
            <a:chExt cx="286777" cy="290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572776"/>
            <a:ext cx="565181" cy="6285225"/>
            <a:chOff x="0" y="0"/>
            <a:chExt cx="286777" cy="31891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</p:sp>
      </p:grpSp>
      <p:sp>
        <p:nvSpPr>
          <p:cNvPr id="6" name="AutoShape 6"/>
          <p:cNvSpPr/>
          <p:nvPr/>
        </p:nvSpPr>
        <p:spPr>
          <a:xfrm rot="1790">
            <a:off x="-1" y="569600"/>
            <a:ext cx="12192001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103173" y="155590"/>
            <a:ext cx="358835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600" spc="49" dirty="0">
                <a:solidFill>
                  <a:srgbClr val="F5F7FA"/>
                </a:solidFill>
                <a:latin typeface="Raleway"/>
              </a:rPr>
              <a:t>I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6754E07E-3E69-6B8E-2C8C-D339B562182A}"/>
              </a:ext>
            </a:extLst>
          </p:cNvPr>
          <p:cNvSpPr txBox="1"/>
          <p:nvPr/>
        </p:nvSpPr>
        <p:spPr>
          <a:xfrm>
            <a:off x="11688455" y="-50167"/>
            <a:ext cx="298772" cy="535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2400" dirty="0">
                <a:solidFill>
                  <a:srgbClr val="003F91"/>
                </a:solidFill>
                <a:latin typeface="Raleway Bold"/>
              </a:rPr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292B80-FCD7-C794-CCFA-AEA70051CDF9}"/>
              </a:ext>
            </a:extLst>
          </p:cNvPr>
          <p:cNvSpPr txBox="1"/>
          <p:nvPr/>
        </p:nvSpPr>
        <p:spPr>
          <a:xfrm>
            <a:off x="2022482" y="1109286"/>
            <a:ext cx="1244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Quadrotor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D645AE-810B-47C3-4395-DC2D4314E651}"/>
              </a:ext>
            </a:extLst>
          </p:cNvPr>
          <p:cNvSpPr txBox="1"/>
          <p:nvPr/>
        </p:nvSpPr>
        <p:spPr>
          <a:xfrm>
            <a:off x="1118108" y="5119933"/>
            <a:ext cx="30536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control force can be produced only in one direction.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980036D-DD30-484D-295C-369B76B6BD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949" y="1879284"/>
            <a:ext cx="3082804" cy="2533336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CCB832FE-7E9B-BB13-F437-A724EDB2FF1D}"/>
              </a:ext>
            </a:extLst>
          </p:cNvPr>
          <p:cNvSpPr/>
          <p:nvPr/>
        </p:nvSpPr>
        <p:spPr>
          <a:xfrm>
            <a:off x="777121" y="972461"/>
            <a:ext cx="3667510" cy="51785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DB36333-2037-1C84-ED0B-E802F9C38A93}"/>
              </a:ext>
            </a:extLst>
          </p:cNvPr>
          <p:cNvSpPr txBox="1"/>
          <p:nvPr/>
        </p:nvSpPr>
        <p:spPr>
          <a:xfrm>
            <a:off x="565181" y="6474409"/>
            <a:ext cx="3454400" cy="174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33" dirty="0"/>
              <a:t>https://www.mathworks.com/matlabcentral/fileexchange/48052-simulate-quadrotor-in-simulink-with-simmechanics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9A89E68-BBF4-A669-BC3A-1F433F751FF2}"/>
              </a:ext>
            </a:extLst>
          </p:cNvPr>
          <p:cNvSpPr txBox="1"/>
          <p:nvPr/>
        </p:nvSpPr>
        <p:spPr>
          <a:xfrm>
            <a:off x="565181" y="6585521"/>
            <a:ext cx="6102990" cy="1743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533"/>
            </a:lvl1pPr>
          </a:lstStyle>
          <a:p>
            <a:r>
              <a:rPr lang="en-US" dirty="0" err="1"/>
              <a:t>Ryll</a:t>
            </a:r>
            <a:r>
              <a:rPr lang="en-US" dirty="0"/>
              <a:t>, M., </a:t>
            </a:r>
            <a:r>
              <a:rPr lang="en-US" dirty="0" err="1"/>
              <a:t>Bülthoff</a:t>
            </a:r>
            <a:r>
              <a:rPr lang="en-US" dirty="0"/>
              <a:t>, H.H. and Giordano, P.R., 2012, May. Modeling and control of a quadrotor UAV with tilting propellers. In 2012 IEEE international conference on robotics and automation (pp. 4606-4613). IEEE.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D9DB4B9-E4A4-9B3D-59CD-F4AA762A8E82}"/>
              </a:ext>
            </a:extLst>
          </p:cNvPr>
          <p:cNvSpPr txBox="1"/>
          <p:nvPr/>
        </p:nvSpPr>
        <p:spPr>
          <a:xfrm>
            <a:off x="565181" y="6703967"/>
            <a:ext cx="8444595" cy="1743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533"/>
            </a:lvl1pPr>
          </a:lstStyle>
          <a:p>
            <a:r>
              <a:rPr lang="en-US" dirty="0"/>
              <a:t>Rajappa, S., </a:t>
            </a:r>
            <a:r>
              <a:rPr lang="en-US" dirty="0" err="1"/>
              <a:t>Ryll</a:t>
            </a:r>
            <a:r>
              <a:rPr lang="en-US" dirty="0"/>
              <a:t>, M., </a:t>
            </a:r>
            <a:r>
              <a:rPr lang="en-US" dirty="0" err="1"/>
              <a:t>Bülthoff</a:t>
            </a:r>
            <a:r>
              <a:rPr lang="en-US" dirty="0"/>
              <a:t>, H.H. and Franchi, A., 2015, May. Modeling, control and design optimization for a fully-actuated </a:t>
            </a:r>
            <a:r>
              <a:rPr lang="en-US" dirty="0" err="1"/>
              <a:t>hexarotor</a:t>
            </a:r>
            <a:r>
              <a:rPr lang="en-US" dirty="0"/>
              <a:t> aerial vehicle with tilted propellers. In 2015 IEEE international conference on robotics and automation (ICRA) (pp. 4006-4013). IEEE.</a:t>
            </a:r>
          </a:p>
        </p:txBody>
      </p:sp>
      <p:sp>
        <p:nvSpPr>
          <p:cNvPr id="28" name="TextBox 6">
            <a:extLst>
              <a:ext uri="{FF2B5EF4-FFF2-40B4-BE49-F238E27FC236}">
                <a16:creationId xmlns:a16="http://schemas.microsoft.com/office/drawing/2014/main" id="{601818F8-D51B-B980-4C19-000995010E7C}"/>
              </a:ext>
            </a:extLst>
          </p:cNvPr>
          <p:cNvSpPr txBox="1"/>
          <p:nvPr/>
        </p:nvSpPr>
        <p:spPr>
          <a:xfrm>
            <a:off x="5162087" y="5766264"/>
            <a:ext cx="6675754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cannot stabilize all the 6 </a:t>
            </a:r>
            <a:r>
              <a:rPr lang="en-US" sz="2400" dirty="0" err="1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DoF</a:t>
            </a: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independently.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396A90A-A6FF-A05D-0501-0ACEB0B5A0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2298" y="1933875"/>
            <a:ext cx="1085562" cy="506461"/>
          </a:xfrm>
          <a:prstGeom prst="rect">
            <a:avLst/>
          </a:prstGeom>
        </p:spPr>
      </p:pic>
      <p:graphicFrame>
        <p:nvGraphicFramePr>
          <p:cNvPr id="38" name="Object 37">
            <a:extLst>
              <a:ext uri="{FF2B5EF4-FFF2-40B4-BE49-F238E27FC236}">
                <a16:creationId xmlns:a16="http://schemas.microsoft.com/office/drawing/2014/main" id="{90BBB04D-AFD6-9F70-2090-C98A091405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2775" y="3868738"/>
          <a:ext cx="752475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Glyph" r:id="rId6" imgW="752037" imgH="95933" progId="AxGlyph.Document">
                  <p:embed/>
                </p:oleObj>
              </mc:Choice>
              <mc:Fallback>
                <p:oleObj name="AxGlyph" r:id="rId6" imgW="752037" imgH="95933" progId="AxGlyph.Document">
                  <p:embed/>
                  <p:pic>
                    <p:nvPicPr>
                      <p:cNvPr id="38" name="Object 37">
                        <a:extLst>
                          <a:ext uri="{FF2B5EF4-FFF2-40B4-BE49-F238E27FC236}">
                            <a16:creationId xmlns:a16="http://schemas.microsoft.com/office/drawing/2014/main" id="{90BBB04D-AFD6-9F70-2090-C98A091405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422775" y="3868738"/>
                        <a:ext cx="7524750" cy="95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6">
            <a:extLst>
              <a:ext uri="{FF2B5EF4-FFF2-40B4-BE49-F238E27FC236}">
                <a16:creationId xmlns:a16="http://schemas.microsoft.com/office/drawing/2014/main" id="{C84791B5-CA30-D98C-0D0D-3908B42F1E95}"/>
              </a:ext>
            </a:extLst>
          </p:cNvPr>
          <p:cNvSpPr txBox="1"/>
          <p:nvPr/>
        </p:nvSpPr>
        <p:spPr>
          <a:xfrm>
            <a:off x="5394697" y="1377685"/>
            <a:ext cx="905088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</a:t>
            </a:r>
          </a:p>
        </p:txBody>
      </p:sp>
      <p:sp>
        <p:nvSpPr>
          <p:cNvPr id="41" name="TextBox 6">
            <a:extLst>
              <a:ext uri="{FF2B5EF4-FFF2-40B4-BE49-F238E27FC236}">
                <a16:creationId xmlns:a16="http://schemas.microsoft.com/office/drawing/2014/main" id="{2C4DE004-6149-D558-28E3-1524A1C9E007}"/>
              </a:ext>
            </a:extLst>
          </p:cNvPr>
          <p:cNvSpPr txBox="1"/>
          <p:nvPr/>
        </p:nvSpPr>
        <p:spPr>
          <a:xfrm>
            <a:off x="10343070" y="1377685"/>
            <a:ext cx="905088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4B1DE5BF-BA4F-653B-D962-E4F370308A1F}"/>
              </a:ext>
            </a:extLst>
          </p:cNvPr>
          <p:cNvSpPr txBox="1"/>
          <p:nvPr/>
        </p:nvSpPr>
        <p:spPr>
          <a:xfrm>
            <a:off x="749300" y="155590"/>
            <a:ext cx="706183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9"/>
              </a:lnSpc>
            </a:pPr>
            <a:r>
              <a:rPr lang="en-US" sz="1600" spc="49" dirty="0">
                <a:solidFill>
                  <a:srgbClr val="003F91"/>
                </a:solidFill>
                <a:latin typeface="Raleway"/>
              </a:rPr>
              <a:t>Quadrotors and Dynamics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858554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"/>
            <a:ext cx="565181" cy="572775"/>
            <a:chOff x="0" y="0"/>
            <a:chExt cx="286777" cy="290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572776"/>
            <a:ext cx="565181" cy="6285225"/>
            <a:chOff x="0" y="0"/>
            <a:chExt cx="286777" cy="31891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</p:sp>
      </p:grpSp>
      <p:sp>
        <p:nvSpPr>
          <p:cNvPr id="6" name="AutoShape 6"/>
          <p:cNvSpPr/>
          <p:nvPr/>
        </p:nvSpPr>
        <p:spPr>
          <a:xfrm rot="1790">
            <a:off x="-1" y="569600"/>
            <a:ext cx="12192001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103173" y="155590"/>
            <a:ext cx="358835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600" spc="49" dirty="0">
                <a:solidFill>
                  <a:srgbClr val="F5F7FA"/>
                </a:solidFill>
                <a:latin typeface="Raleway"/>
              </a:rPr>
              <a:t>I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6754E07E-3E69-6B8E-2C8C-D339B562182A}"/>
              </a:ext>
            </a:extLst>
          </p:cNvPr>
          <p:cNvSpPr txBox="1"/>
          <p:nvPr/>
        </p:nvSpPr>
        <p:spPr>
          <a:xfrm>
            <a:off x="11688455" y="-50167"/>
            <a:ext cx="298772" cy="535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2400" dirty="0">
                <a:solidFill>
                  <a:srgbClr val="003F91"/>
                </a:solidFill>
                <a:latin typeface="Raleway Bold"/>
              </a:rPr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292B80-FCD7-C794-CCFA-AEA70051CDF9}"/>
              </a:ext>
            </a:extLst>
          </p:cNvPr>
          <p:cNvSpPr txBox="1"/>
          <p:nvPr/>
        </p:nvSpPr>
        <p:spPr>
          <a:xfrm>
            <a:off x="2022482" y="1109286"/>
            <a:ext cx="1244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Quadrotor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D645AE-810B-47C3-4395-DC2D4314E651}"/>
              </a:ext>
            </a:extLst>
          </p:cNvPr>
          <p:cNvSpPr txBox="1"/>
          <p:nvPr/>
        </p:nvSpPr>
        <p:spPr>
          <a:xfrm>
            <a:off x="1118108" y="5119933"/>
            <a:ext cx="30536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control force can be produced only in one direction.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980036D-DD30-484D-295C-369B76B6BD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949" y="1879284"/>
            <a:ext cx="3082804" cy="2533336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CCB832FE-7E9B-BB13-F437-A724EDB2FF1D}"/>
              </a:ext>
            </a:extLst>
          </p:cNvPr>
          <p:cNvSpPr/>
          <p:nvPr/>
        </p:nvSpPr>
        <p:spPr>
          <a:xfrm>
            <a:off x="777121" y="972461"/>
            <a:ext cx="3667510" cy="51785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DB36333-2037-1C84-ED0B-E802F9C38A93}"/>
              </a:ext>
            </a:extLst>
          </p:cNvPr>
          <p:cNvSpPr txBox="1"/>
          <p:nvPr/>
        </p:nvSpPr>
        <p:spPr>
          <a:xfrm>
            <a:off x="565181" y="6474409"/>
            <a:ext cx="3454400" cy="174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33" dirty="0"/>
              <a:t>https://www.mathworks.com/matlabcentral/fileexchange/48052-simulate-quadrotor-in-simulink-with-simmechanics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9A89E68-BBF4-A669-BC3A-1F433F751FF2}"/>
              </a:ext>
            </a:extLst>
          </p:cNvPr>
          <p:cNvSpPr txBox="1"/>
          <p:nvPr/>
        </p:nvSpPr>
        <p:spPr>
          <a:xfrm>
            <a:off x="565181" y="6585521"/>
            <a:ext cx="6102990" cy="1743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533"/>
            </a:lvl1pPr>
          </a:lstStyle>
          <a:p>
            <a:r>
              <a:rPr lang="en-US" dirty="0" err="1"/>
              <a:t>Ryll</a:t>
            </a:r>
            <a:r>
              <a:rPr lang="en-US" dirty="0"/>
              <a:t>, M., </a:t>
            </a:r>
            <a:r>
              <a:rPr lang="en-US" dirty="0" err="1"/>
              <a:t>Bülthoff</a:t>
            </a:r>
            <a:r>
              <a:rPr lang="en-US" dirty="0"/>
              <a:t>, H.H. and Giordano, P.R., 2012, May. Modeling and control of a quadrotor UAV with tilting propellers. In 2012 IEEE international conference on robotics and automation (pp. 4606-4613). IEEE.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D9DB4B9-E4A4-9B3D-59CD-F4AA762A8E82}"/>
              </a:ext>
            </a:extLst>
          </p:cNvPr>
          <p:cNvSpPr txBox="1"/>
          <p:nvPr/>
        </p:nvSpPr>
        <p:spPr>
          <a:xfrm>
            <a:off x="565181" y="6703967"/>
            <a:ext cx="8444595" cy="1743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533"/>
            </a:lvl1pPr>
          </a:lstStyle>
          <a:p>
            <a:r>
              <a:rPr lang="en-US" dirty="0"/>
              <a:t>Rajappa, S., </a:t>
            </a:r>
            <a:r>
              <a:rPr lang="en-US" dirty="0" err="1"/>
              <a:t>Ryll</a:t>
            </a:r>
            <a:r>
              <a:rPr lang="en-US" dirty="0"/>
              <a:t>, M., </a:t>
            </a:r>
            <a:r>
              <a:rPr lang="en-US" dirty="0" err="1"/>
              <a:t>Bülthoff</a:t>
            </a:r>
            <a:r>
              <a:rPr lang="en-US" dirty="0"/>
              <a:t>, H.H. and Franchi, A., 2015, May. Modeling, control and design optimization for a fully-actuated </a:t>
            </a:r>
            <a:r>
              <a:rPr lang="en-US" dirty="0" err="1"/>
              <a:t>hexarotor</a:t>
            </a:r>
            <a:r>
              <a:rPr lang="en-US" dirty="0"/>
              <a:t> aerial vehicle with tilted propellers. In 2015 IEEE international conference on robotics and automation (ICRA) (pp. 4006-4013). IEEE.</a:t>
            </a:r>
          </a:p>
        </p:txBody>
      </p:sp>
      <p:sp>
        <p:nvSpPr>
          <p:cNvPr id="28" name="TextBox 6">
            <a:extLst>
              <a:ext uri="{FF2B5EF4-FFF2-40B4-BE49-F238E27FC236}">
                <a16:creationId xmlns:a16="http://schemas.microsoft.com/office/drawing/2014/main" id="{601818F8-D51B-B980-4C19-000995010E7C}"/>
              </a:ext>
            </a:extLst>
          </p:cNvPr>
          <p:cNvSpPr txBox="1"/>
          <p:nvPr/>
        </p:nvSpPr>
        <p:spPr>
          <a:xfrm>
            <a:off x="5162087" y="5766264"/>
            <a:ext cx="6675754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cannot stabilize all the 6 </a:t>
            </a:r>
            <a:r>
              <a:rPr lang="en-US" sz="2400" dirty="0" err="1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DoF</a:t>
            </a: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independently.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396A90A-A6FF-A05D-0501-0ACEB0B5A0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18917">
            <a:off x="5242298" y="1933875"/>
            <a:ext cx="1085562" cy="506461"/>
          </a:xfrm>
          <a:prstGeom prst="rect">
            <a:avLst/>
          </a:prstGeom>
        </p:spPr>
      </p:pic>
      <p:graphicFrame>
        <p:nvGraphicFramePr>
          <p:cNvPr id="38" name="Object 37">
            <a:extLst>
              <a:ext uri="{FF2B5EF4-FFF2-40B4-BE49-F238E27FC236}">
                <a16:creationId xmlns:a16="http://schemas.microsoft.com/office/drawing/2014/main" id="{90BBB04D-AFD6-9F70-2090-C98A091405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2775" y="3868738"/>
          <a:ext cx="752475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Glyph" r:id="rId6" imgW="752037" imgH="95933" progId="AxGlyph.Document">
                  <p:embed/>
                </p:oleObj>
              </mc:Choice>
              <mc:Fallback>
                <p:oleObj name="AxGlyph" r:id="rId6" imgW="752037" imgH="95933" progId="AxGlyph.Document">
                  <p:embed/>
                  <p:pic>
                    <p:nvPicPr>
                      <p:cNvPr id="38" name="Object 37">
                        <a:extLst>
                          <a:ext uri="{FF2B5EF4-FFF2-40B4-BE49-F238E27FC236}">
                            <a16:creationId xmlns:a16="http://schemas.microsoft.com/office/drawing/2014/main" id="{90BBB04D-AFD6-9F70-2090-C98A091405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422775" y="3868738"/>
                        <a:ext cx="7524750" cy="95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6">
            <a:extLst>
              <a:ext uri="{FF2B5EF4-FFF2-40B4-BE49-F238E27FC236}">
                <a16:creationId xmlns:a16="http://schemas.microsoft.com/office/drawing/2014/main" id="{C84791B5-CA30-D98C-0D0D-3908B42F1E95}"/>
              </a:ext>
            </a:extLst>
          </p:cNvPr>
          <p:cNvSpPr txBox="1"/>
          <p:nvPr/>
        </p:nvSpPr>
        <p:spPr>
          <a:xfrm>
            <a:off x="5394697" y="1377685"/>
            <a:ext cx="905088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</a:t>
            </a:r>
          </a:p>
        </p:txBody>
      </p:sp>
      <p:sp>
        <p:nvSpPr>
          <p:cNvPr id="41" name="TextBox 6">
            <a:extLst>
              <a:ext uri="{FF2B5EF4-FFF2-40B4-BE49-F238E27FC236}">
                <a16:creationId xmlns:a16="http://schemas.microsoft.com/office/drawing/2014/main" id="{2C4DE004-6149-D558-28E3-1524A1C9E007}"/>
              </a:ext>
            </a:extLst>
          </p:cNvPr>
          <p:cNvSpPr txBox="1"/>
          <p:nvPr/>
        </p:nvSpPr>
        <p:spPr>
          <a:xfrm>
            <a:off x="10343070" y="1377685"/>
            <a:ext cx="905088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0E5BDF05-681B-E565-BD2B-1B7DECF8BEA5}"/>
              </a:ext>
            </a:extLst>
          </p:cNvPr>
          <p:cNvSpPr txBox="1"/>
          <p:nvPr/>
        </p:nvSpPr>
        <p:spPr>
          <a:xfrm>
            <a:off x="749300" y="155590"/>
            <a:ext cx="706183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9"/>
              </a:lnSpc>
            </a:pPr>
            <a:r>
              <a:rPr lang="en-US" sz="1600" spc="49" dirty="0">
                <a:solidFill>
                  <a:srgbClr val="003F91"/>
                </a:solidFill>
                <a:latin typeface="Raleway"/>
              </a:rPr>
              <a:t>Quadrotors and Dynamics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154663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"/>
            <a:ext cx="565181" cy="572775"/>
            <a:chOff x="0" y="0"/>
            <a:chExt cx="286777" cy="290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572776"/>
            <a:ext cx="565181" cy="6285225"/>
            <a:chOff x="0" y="0"/>
            <a:chExt cx="286777" cy="31891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</p:sp>
      </p:grpSp>
      <p:sp>
        <p:nvSpPr>
          <p:cNvPr id="6" name="AutoShape 6"/>
          <p:cNvSpPr/>
          <p:nvPr/>
        </p:nvSpPr>
        <p:spPr>
          <a:xfrm rot="1790">
            <a:off x="-1" y="569600"/>
            <a:ext cx="12192001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103173" y="155590"/>
            <a:ext cx="358835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600" spc="49" dirty="0">
                <a:solidFill>
                  <a:srgbClr val="F5F7FA"/>
                </a:solidFill>
                <a:latin typeface="Raleway"/>
              </a:rPr>
              <a:t>I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6754E07E-3E69-6B8E-2C8C-D339B562182A}"/>
              </a:ext>
            </a:extLst>
          </p:cNvPr>
          <p:cNvSpPr txBox="1"/>
          <p:nvPr/>
        </p:nvSpPr>
        <p:spPr>
          <a:xfrm>
            <a:off x="11688455" y="-50167"/>
            <a:ext cx="298772" cy="535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2400" dirty="0">
                <a:solidFill>
                  <a:srgbClr val="003F91"/>
                </a:solidFill>
                <a:latin typeface="Raleway Bold"/>
              </a:rPr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292B80-FCD7-C794-CCFA-AEA70051CDF9}"/>
              </a:ext>
            </a:extLst>
          </p:cNvPr>
          <p:cNvSpPr txBox="1"/>
          <p:nvPr/>
        </p:nvSpPr>
        <p:spPr>
          <a:xfrm>
            <a:off x="2022482" y="1109286"/>
            <a:ext cx="1244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Quadrotor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D645AE-810B-47C3-4395-DC2D4314E651}"/>
              </a:ext>
            </a:extLst>
          </p:cNvPr>
          <p:cNvSpPr txBox="1"/>
          <p:nvPr/>
        </p:nvSpPr>
        <p:spPr>
          <a:xfrm>
            <a:off x="1118108" y="5119933"/>
            <a:ext cx="30536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control force can be produced only in one direction.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980036D-DD30-484D-295C-369B76B6BD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949" y="1879284"/>
            <a:ext cx="3082804" cy="2533336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CCB832FE-7E9B-BB13-F437-A724EDB2FF1D}"/>
              </a:ext>
            </a:extLst>
          </p:cNvPr>
          <p:cNvSpPr/>
          <p:nvPr/>
        </p:nvSpPr>
        <p:spPr>
          <a:xfrm>
            <a:off x="777121" y="972461"/>
            <a:ext cx="3667510" cy="51785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DB36333-2037-1C84-ED0B-E802F9C38A93}"/>
              </a:ext>
            </a:extLst>
          </p:cNvPr>
          <p:cNvSpPr txBox="1"/>
          <p:nvPr/>
        </p:nvSpPr>
        <p:spPr>
          <a:xfrm>
            <a:off x="565181" y="6474409"/>
            <a:ext cx="3454400" cy="174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33" dirty="0"/>
              <a:t>https://www.mathworks.com/matlabcentral/fileexchange/48052-simulate-quadrotor-in-simulink-with-simmechanics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9A89E68-BBF4-A669-BC3A-1F433F751FF2}"/>
              </a:ext>
            </a:extLst>
          </p:cNvPr>
          <p:cNvSpPr txBox="1"/>
          <p:nvPr/>
        </p:nvSpPr>
        <p:spPr>
          <a:xfrm>
            <a:off x="565181" y="6585521"/>
            <a:ext cx="6102990" cy="1743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533"/>
            </a:lvl1pPr>
          </a:lstStyle>
          <a:p>
            <a:r>
              <a:rPr lang="en-US" dirty="0" err="1"/>
              <a:t>Ryll</a:t>
            </a:r>
            <a:r>
              <a:rPr lang="en-US" dirty="0"/>
              <a:t>, M., </a:t>
            </a:r>
            <a:r>
              <a:rPr lang="en-US" dirty="0" err="1"/>
              <a:t>Bülthoff</a:t>
            </a:r>
            <a:r>
              <a:rPr lang="en-US" dirty="0"/>
              <a:t>, H.H. and Giordano, P.R., 2012, May. Modeling and control of a quadrotor UAV with tilting propellers. In 2012 IEEE international conference on robotics and automation (pp. 4606-4613). IEEE.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D9DB4B9-E4A4-9B3D-59CD-F4AA762A8E82}"/>
              </a:ext>
            </a:extLst>
          </p:cNvPr>
          <p:cNvSpPr txBox="1"/>
          <p:nvPr/>
        </p:nvSpPr>
        <p:spPr>
          <a:xfrm>
            <a:off x="565181" y="6703967"/>
            <a:ext cx="8444595" cy="1743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533"/>
            </a:lvl1pPr>
          </a:lstStyle>
          <a:p>
            <a:r>
              <a:rPr lang="en-US" dirty="0"/>
              <a:t>Rajappa, S., </a:t>
            </a:r>
            <a:r>
              <a:rPr lang="en-US" dirty="0" err="1"/>
              <a:t>Ryll</a:t>
            </a:r>
            <a:r>
              <a:rPr lang="en-US" dirty="0"/>
              <a:t>, M., </a:t>
            </a:r>
            <a:r>
              <a:rPr lang="en-US" dirty="0" err="1"/>
              <a:t>Bülthoff</a:t>
            </a:r>
            <a:r>
              <a:rPr lang="en-US" dirty="0"/>
              <a:t>, H.H. and Franchi, A., 2015, May. Modeling, control and design optimization for a fully-actuated </a:t>
            </a:r>
            <a:r>
              <a:rPr lang="en-US" dirty="0" err="1"/>
              <a:t>hexarotor</a:t>
            </a:r>
            <a:r>
              <a:rPr lang="en-US" dirty="0"/>
              <a:t> aerial vehicle with tilted propellers. In 2015 IEEE international conference on robotics and automation (ICRA) (pp. 4006-4013). IEEE.</a:t>
            </a:r>
          </a:p>
        </p:txBody>
      </p:sp>
      <p:sp>
        <p:nvSpPr>
          <p:cNvPr id="28" name="TextBox 6">
            <a:extLst>
              <a:ext uri="{FF2B5EF4-FFF2-40B4-BE49-F238E27FC236}">
                <a16:creationId xmlns:a16="http://schemas.microsoft.com/office/drawing/2014/main" id="{601818F8-D51B-B980-4C19-000995010E7C}"/>
              </a:ext>
            </a:extLst>
          </p:cNvPr>
          <p:cNvSpPr txBox="1"/>
          <p:nvPr/>
        </p:nvSpPr>
        <p:spPr>
          <a:xfrm>
            <a:off x="5162087" y="5766264"/>
            <a:ext cx="6675754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cannot stabilize all the 6 </a:t>
            </a:r>
            <a:r>
              <a:rPr lang="en-US" sz="2400" dirty="0" err="1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DoF</a:t>
            </a: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independently.</a:t>
            </a:r>
          </a:p>
        </p:txBody>
      </p:sp>
      <p:graphicFrame>
        <p:nvGraphicFramePr>
          <p:cNvPr id="38" name="Object 37">
            <a:extLst>
              <a:ext uri="{FF2B5EF4-FFF2-40B4-BE49-F238E27FC236}">
                <a16:creationId xmlns:a16="http://schemas.microsoft.com/office/drawing/2014/main" id="{90BBB04D-AFD6-9F70-2090-C98A091405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2775" y="3868738"/>
          <a:ext cx="752475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Glyph" r:id="rId5" imgW="752037" imgH="95933" progId="AxGlyph.Document">
                  <p:embed/>
                </p:oleObj>
              </mc:Choice>
              <mc:Fallback>
                <p:oleObj name="AxGlyph" r:id="rId5" imgW="752037" imgH="95933" progId="AxGlyph.Document">
                  <p:embed/>
                  <p:pic>
                    <p:nvPicPr>
                      <p:cNvPr id="38" name="Object 37">
                        <a:extLst>
                          <a:ext uri="{FF2B5EF4-FFF2-40B4-BE49-F238E27FC236}">
                            <a16:creationId xmlns:a16="http://schemas.microsoft.com/office/drawing/2014/main" id="{90BBB04D-AFD6-9F70-2090-C98A091405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22775" y="3868738"/>
                        <a:ext cx="7524750" cy="95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6">
            <a:extLst>
              <a:ext uri="{FF2B5EF4-FFF2-40B4-BE49-F238E27FC236}">
                <a16:creationId xmlns:a16="http://schemas.microsoft.com/office/drawing/2014/main" id="{C84791B5-CA30-D98C-0D0D-3908B42F1E95}"/>
              </a:ext>
            </a:extLst>
          </p:cNvPr>
          <p:cNvSpPr txBox="1"/>
          <p:nvPr/>
        </p:nvSpPr>
        <p:spPr>
          <a:xfrm>
            <a:off x="5394697" y="1377685"/>
            <a:ext cx="905088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</a:t>
            </a:r>
          </a:p>
        </p:txBody>
      </p:sp>
      <p:sp>
        <p:nvSpPr>
          <p:cNvPr id="41" name="TextBox 6">
            <a:extLst>
              <a:ext uri="{FF2B5EF4-FFF2-40B4-BE49-F238E27FC236}">
                <a16:creationId xmlns:a16="http://schemas.microsoft.com/office/drawing/2014/main" id="{2C4DE004-6149-D558-28E3-1524A1C9E007}"/>
              </a:ext>
            </a:extLst>
          </p:cNvPr>
          <p:cNvSpPr txBox="1"/>
          <p:nvPr/>
        </p:nvSpPr>
        <p:spPr>
          <a:xfrm>
            <a:off x="10343070" y="1377685"/>
            <a:ext cx="905088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6400CF-18DD-7BC7-665C-FE5F9A8DFB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18917">
            <a:off x="6770699" y="1933874"/>
            <a:ext cx="1085562" cy="506461"/>
          </a:xfrm>
          <a:prstGeom prst="rect">
            <a:avLst/>
          </a:prstGeom>
        </p:spPr>
      </p:pic>
      <p:sp>
        <p:nvSpPr>
          <p:cNvPr id="7" name="TextBox 11">
            <a:extLst>
              <a:ext uri="{FF2B5EF4-FFF2-40B4-BE49-F238E27FC236}">
                <a16:creationId xmlns:a16="http://schemas.microsoft.com/office/drawing/2014/main" id="{0E5BDF05-681B-E565-BD2B-1B7DECF8BEA5}"/>
              </a:ext>
            </a:extLst>
          </p:cNvPr>
          <p:cNvSpPr txBox="1"/>
          <p:nvPr/>
        </p:nvSpPr>
        <p:spPr>
          <a:xfrm>
            <a:off x="749300" y="155590"/>
            <a:ext cx="706183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9"/>
              </a:lnSpc>
            </a:pPr>
            <a:r>
              <a:rPr lang="en-US" sz="1600" spc="49" dirty="0">
                <a:solidFill>
                  <a:srgbClr val="003F91"/>
                </a:solidFill>
                <a:latin typeface="Raleway"/>
              </a:rPr>
              <a:t>Quadrotors and Dynamics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81573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"/>
            <a:ext cx="565181" cy="572775"/>
            <a:chOff x="0" y="0"/>
            <a:chExt cx="286777" cy="290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572776"/>
            <a:ext cx="565181" cy="6285225"/>
            <a:chOff x="0" y="0"/>
            <a:chExt cx="286777" cy="31891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</p:sp>
      </p:grpSp>
      <p:sp>
        <p:nvSpPr>
          <p:cNvPr id="6" name="AutoShape 6"/>
          <p:cNvSpPr/>
          <p:nvPr/>
        </p:nvSpPr>
        <p:spPr>
          <a:xfrm rot="1790">
            <a:off x="-1" y="569600"/>
            <a:ext cx="12192001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103173" y="155590"/>
            <a:ext cx="358835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600" spc="49" dirty="0">
                <a:solidFill>
                  <a:srgbClr val="F5F7FA"/>
                </a:solidFill>
                <a:latin typeface="Raleway"/>
              </a:rPr>
              <a:t>I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6754E07E-3E69-6B8E-2C8C-D339B562182A}"/>
              </a:ext>
            </a:extLst>
          </p:cNvPr>
          <p:cNvSpPr txBox="1"/>
          <p:nvPr/>
        </p:nvSpPr>
        <p:spPr>
          <a:xfrm>
            <a:off x="11688455" y="-50167"/>
            <a:ext cx="298772" cy="535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2400" dirty="0">
                <a:solidFill>
                  <a:srgbClr val="003F91"/>
                </a:solidFill>
                <a:latin typeface="Raleway Bold"/>
              </a:rPr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292B80-FCD7-C794-CCFA-AEA70051CDF9}"/>
              </a:ext>
            </a:extLst>
          </p:cNvPr>
          <p:cNvSpPr txBox="1"/>
          <p:nvPr/>
        </p:nvSpPr>
        <p:spPr>
          <a:xfrm>
            <a:off x="2022482" y="1109286"/>
            <a:ext cx="1244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Quadrotor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D645AE-810B-47C3-4395-DC2D4314E651}"/>
              </a:ext>
            </a:extLst>
          </p:cNvPr>
          <p:cNvSpPr txBox="1"/>
          <p:nvPr/>
        </p:nvSpPr>
        <p:spPr>
          <a:xfrm>
            <a:off x="1118108" y="5119933"/>
            <a:ext cx="30536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control force can be produced only in one direction.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980036D-DD30-484D-295C-369B76B6BD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949" y="1879284"/>
            <a:ext cx="3082804" cy="2533336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CCB832FE-7E9B-BB13-F437-A724EDB2FF1D}"/>
              </a:ext>
            </a:extLst>
          </p:cNvPr>
          <p:cNvSpPr/>
          <p:nvPr/>
        </p:nvSpPr>
        <p:spPr>
          <a:xfrm>
            <a:off x="777121" y="972461"/>
            <a:ext cx="3667510" cy="51785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DB36333-2037-1C84-ED0B-E802F9C38A93}"/>
              </a:ext>
            </a:extLst>
          </p:cNvPr>
          <p:cNvSpPr txBox="1"/>
          <p:nvPr/>
        </p:nvSpPr>
        <p:spPr>
          <a:xfrm>
            <a:off x="565181" y="6474409"/>
            <a:ext cx="3454400" cy="174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33" dirty="0"/>
              <a:t>https://www.mathworks.com/matlabcentral/fileexchange/48052-simulate-quadrotor-in-simulink-with-simmechanics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9A89E68-BBF4-A669-BC3A-1F433F751FF2}"/>
              </a:ext>
            </a:extLst>
          </p:cNvPr>
          <p:cNvSpPr txBox="1"/>
          <p:nvPr/>
        </p:nvSpPr>
        <p:spPr>
          <a:xfrm>
            <a:off x="565181" y="6585521"/>
            <a:ext cx="6102990" cy="1743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533"/>
            </a:lvl1pPr>
          </a:lstStyle>
          <a:p>
            <a:r>
              <a:rPr lang="en-US" dirty="0" err="1"/>
              <a:t>Ryll</a:t>
            </a:r>
            <a:r>
              <a:rPr lang="en-US" dirty="0"/>
              <a:t>, M., </a:t>
            </a:r>
            <a:r>
              <a:rPr lang="en-US" dirty="0" err="1"/>
              <a:t>Bülthoff</a:t>
            </a:r>
            <a:r>
              <a:rPr lang="en-US" dirty="0"/>
              <a:t>, H.H. and Giordano, P.R., 2012, May. Modeling and control of a quadrotor UAV with tilting propellers. In 2012 IEEE international conference on robotics and automation (pp. 4606-4613). IEEE.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D9DB4B9-E4A4-9B3D-59CD-F4AA762A8E82}"/>
              </a:ext>
            </a:extLst>
          </p:cNvPr>
          <p:cNvSpPr txBox="1"/>
          <p:nvPr/>
        </p:nvSpPr>
        <p:spPr>
          <a:xfrm>
            <a:off x="565181" y="6703967"/>
            <a:ext cx="8444595" cy="1743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533"/>
            </a:lvl1pPr>
          </a:lstStyle>
          <a:p>
            <a:r>
              <a:rPr lang="en-US" dirty="0"/>
              <a:t>Rajappa, S., </a:t>
            </a:r>
            <a:r>
              <a:rPr lang="en-US" dirty="0" err="1"/>
              <a:t>Ryll</a:t>
            </a:r>
            <a:r>
              <a:rPr lang="en-US" dirty="0"/>
              <a:t>, M., </a:t>
            </a:r>
            <a:r>
              <a:rPr lang="en-US" dirty="0" err="1"/>
              <a:t>Bülthoff</a:t>
            </a:r>
            <a:r>
              <a:rPr lang="en-US" dirty="0"/>
              <a:t>, H.H. and Franchi, A., 2015, May. Modeling, control and design optimization for a fully-actuated </a:t>
            </a:r>
            <a:r>
              <a:rPr lang="en-US" dirty="0" err="1"/>
              <a:t>hexarotor</a:t>
            </a:r>
            <a:r>
              <a:rPr lang="en-US" dirty="0"/>
              <a:t> aerial vehicle with tilted propellers. In 2015 IEEE international conference on robotics and automation (ICRA) (pp. 4006-4013). IEEE.</a:t>
            </a:r>
          </a:p>
        </p:txBody>
      </p:sp>
      <p:sp>
        <p:nvSpPr>
          <p:cNvPr id="28" name="TextBox 6">
            <a:extLst>
              <a:ext uri="{FF2B5EF4-FFF2-40B4-BE49-F238E27FC236}">
                <a16:creationId xmlns:a16="http://schemas.microsoft.com/office/drawing/2014/main" id="{601818F8-D51B-B980-4C19-000995010E7C}"/>
              </a:ext>
            </a:extLst>
          </p:cNvPr>
          <p:cNvSpPr txBox="1"/>
          <p:nvPr/>
        </p:nvSpPr>
        <p:spPr>
          <a:xfrm>
            <a:off x="5162087" y="5766264"/>
            <a:ext cx="6675754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cannot stabilize all the 6 </a:t>
            </a:r>
            <a:r>
              <a:rPr lang="en-US" sz="2400" dirty="0" err="1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DoF</a:t>
            </a: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independently.</a:t>
            </a:r>
          </a:p>
        </p:txBody>
      </p:sp>
      <p:graphicFrame>
        <p:nvGraphicFramePr>
          <p:cNvPr id="38" name="Object 37">
            <a:extLst>
              <a:ext uri="{FF2B5EF4-FFF2-40B4-BE49-F238E27FC236}">
                <a16:creationId xmlns:a16="http://schemas.microsoft.com/office/drawing/2014/main" id="{90BBB04D-AFD6-9F70-2090-C98A091405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2775" y="3868738"/>
          <a:ext cx="752475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Glyph" r:id="rId5" imgW="752037" imgH="95933" progId="AxGlyph.Document">
                  <p:embed/>
                </p:oleObj>
              </mc:Choice>
              <mc:Fallback>
                <p:oleObj name="AxGlyph" r:id="rId5" imgW="752037" imgH="95933" progId="AxGlyph.Document">
                  <p:embed/>
                  <p:pic>
                    <p:nvPicPr>
                      <p:cNvPr id="38" name="Object 37">
                        <a:extLst>
                          <a:ext uri="{FF2B5EF4-FFF2-40B4-BE49-F238E27FC236}">
                            <a16:creationId xmlns:a16="http://schemas.microsoft.com/office/drawing/2014/main" id="{90BBB04D-AFD6-9F70-2090-C98A091405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22775" y="3868738"/>
                        <a:ext cx="7524750" cy="95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6">
            <a:extLst>
              <a:ext uri="{FF2B5EF4-FFF2-40B4-BE49-F238E27FC236}">
                <a16:creationId xmlns:a16="http://schemas.microsoft.com/office/drawing/2014/main" id="{C84791B5-CA30-D98C-0D0D-3908B42F1E95}"/>
              </a:ext>
            </a:extLst>
          </p:cNvPr>
          <p:cNvSpPr txBox="1"/>
          <p:nvPr/>
        </p:nvSpPr>
        <p:spPr>
          <a:xfrm>
            <a:off x="5394697" y="1377685"/>
            <a:ext cx="905088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</a:t>
            </a:r>
          </a:p>
        </p:txBody>
      </p:sp>
      <p:sp>
        <p:nvSpPr>
          <p:cNvPr id="41" name="TextBox 6">
            <a:extLst>
              <a:ext uri="{FF2B5EF4-FFF2-40B4-BE49-F238E27FC236}">
                <a16:creationId xmlns:a16="http://schemas.microsoft.com/office/drawing/2014/main" id="{2C4DE004-6149-D558-28E3-1524A1C9E007}"/>
              </a:ext>
            </a:extLst>
          </p:cNvPr>
          <p:cNvSpPr txBox="1"/>
          <p:nvPr/>
        </p:nvSpPr>
        <p:spPr>
          <a:xfrm>
            <a:off x="10343070" y="1377685"/>
            <a:ext cx="905088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826270-289D-8CEE-E04E-ACAC4B1393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18917">
            <a:off x="8365625" y="1933874"/>
            <a:ext cx="1085562" cy="506461"/>
          </a:xfrm>
          <a:prstGeom prst="rect">
            <a:avLst/>
          </a:prstGeom>
        </p:spPr>
      </p:pic>
      <p:sp>
        <p:nvSpPr>
          <p:cNvPr id="7" name="TextBox 11">
            <a:extLst>
              <a:ext uri="{FF2B5EF4-FFF2-40B4-BE49-F238E27FC236}">
                <a16:creationId xmlns:a16="http://schemas.microsoft.com/office/drawing/2014/main" id="{0E5BDF05-681B-E565-BD2B-1B7DECF8BEA5}"/>
              </a:ext>
            </a:extLst>
          </p:cNvPr>
          <p:cNvSpPr txBox="1"/>
          <p:nvPr/>
        </p:nvSpPr>
        <p:spPr>
          <a:xfrm>
            <a:off x="749300" y="155590"/>
            <a:ext cx="706183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9"/>
              </a:lnSpc>
            </a:pPr>
            <a:r>
              <a:rPr lang="en-US" sz="1600" spc="49" dirty="0">
                <a:solidFill>
                  <a:srgbClr val="003F91"/>
                </a:solidFill>
                <a:latin typeface="Raleway"/>
              </a:rPr>
              <a:t>Quadrotors and Dynamics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435422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"/>
            <a:ext cx="565181" cy="572775"/>
            <a:chOff x="0" y="0"/>
            <a:chExt cx="286777" cy="290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572776"/>
            <a:ext cx="565181" cy="6285225"/>
            <a:chOff x="0" y="0"/>
            <a:chExt cx="286777" cy="31891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</p:sp>
      </p:grpSp>
      <p:sp>
        <p:nvSpPr>
          <p:cNvPr id="6" name="AutoShape 6"/>
          <p:cNvSpPr/>
          <p:nvPr/>
        </p:nvSpPr>
        <p:spPr>
          <a:xfrm rot="1790">
            <a:off x="-1" y="569600"/>
            <a:ext cx="12192001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103173" y="155590"/>
            <a:ext cx="358835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600" spc="49" dirty="0">
                <a:solidFill>
                  <a:srgbClr val="F5F7FA"/>
                </a:solidFill>
                <a:latin typeface="Raleway"/>
              </a:rPr>
              <a:t>I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6754E07E-3E69-6B8E-2C8C-D339B562182A}"/>
              </a:ext>
            </a:extLst>
          </p:cNvPr>
          <p:cNvSpPr txBox="1"/>
          <p:nvPr/>
        </p:nvSpPr>
        <p:spPr>
          <a:xfrm>
            <a:off x="11688455" y="-50167"/>
            <a:ext cx="298772" cy="535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2400" dirty="0">
                <a:solidFill>
                  <a:srgbClr val="003F91"/>
                </a:solidFill>
                <a:latin typeface="Raleway Bold"/>
              </a:rPr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292B80-FCD7-C794-CCFA-AEA70051CDF9}"/>
              </a:ext>
            </a:extLst>
          </p:cNvPr>
          <p:cNvSpPr txBox="1"/>
          <p:nvPr/>
        </p:nvSpPr>
        <p:spPr>
          <a:xfrm>
            <a:off x="2022482" y="1109286"/>
            <a:ext cx="1244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Quadrotor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D645AE-810B-47C3-4395-DC2D4314E651}"/>
              </a:ext>
            </a:extLst>
          </p:cNvPr>
          <p:cNvSpPr txBox="1"/>
          <p:nvPr/>
        </p:nvSpPr>
        <p:spPr>
          <a:xfrm>
            <a:off x="1118108" y="5119933"/>
            <a:ext cx="30536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control force can be produced only in one direction.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980036D-DD30-484D-295C-369B76B6BD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949" y="1879284"/>
            <a:ext cx="3082804" cy="2533336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CCB832FE-7E9B-BB13-F437-A724EDB2FF1D}"/>
              </a:ext>
            </a:extLst>
          </p:cNvPr>
          <p:cNvSpPr/>
          <p:nvPr/>
        </p:nvSpPr>
        <p:spPr>
          <a:xfrm>
            <a:off x="777121" y="972461"/>
            <a:ext cx="3667510" cy="51785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DB36333-2037-1C84-ED0B-E802F9C38A93}"/>
              </a:ext>
            </a:extLst>
          </p:cNvPr>
          <p:cNvSpPr txBox="1"/>
          <p:nvPr/>
        </p:nvSpPr>
        <p:spPr>
          <a:xfrm>
            <a:off x="565181" y="6474409"/>
            <a:ext cx="3454400" cy="174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33" dirty="0"/>
              <a:t>https://www.mathworks.com/matlabcentral/fileexchange/48052-simulate-quadrotor-in-simulink-with-simmechanics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9A89E68-BBF4-A669-BC3A-1F433F751FF2}"/>
              </a:ext>
            </a:extLst>
          </p:cNvPr>
          <p:cNvSpPr txBox="1"/>
          <p:nvPr/>
        </p:nvSpPr>
        <p:spPr>
          <a:xfrm>
            <a:off x="565181" y="6585521"/>
            <a:ext cx="6102990" cy="1743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533"/>
            </a:lvl1pPr>
          </a:lstStyle>
          <a:p>
            <a:r>
              <a:rPr lang="en-US" dirty="0" err="1"/>
              <a:t>Ryll</a:t>
            </a:r>
            <a:r>
              <a:rPr lang="en-US" dirty="0"/>
              <a:t>, M., </a:t>
            </a:r>
            <a:r>
              <a:rPr lang="en-US" dirty="0" err="1"/>
              <a:t>Bülthoff</a:t>
            </a:r>
            <a:r>
              <a:rPr lang="en-US" dirty="0"/>
              <a:t>, H.H. and Giordano, P.R., 2012, May. Modeling and control of a quadrotor UAV with tilting propellers. In 2012 IEEE international conference on robotics and automation (pp. 4606-4613). IEEE.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D9DB4B9-E4A4-9B3D-59CD-F4AA762A8E82}"/>
              </a:ext>
            </a:extLst>
          </p:cNvPr>
          <p:cNvSpPr txBox="1"/>
          <p:nvPr/>
        </p:nvSpPr>
        <p:spPr>
          <a:xfrm>
            <a:off x="565181" y="6703967"/>
            <a:ext cx="8444595" cy="1743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533"/>
            </a:lvl1pPr>
          </a:lstStyle>
          <a:p>
            <a:r>
              <a:rPr lang="en-US" dirty="0"/>
              <a:t>Rajappa, S., </a:t>
            </a:r>
            <a:r>
              <a:rPr lang="en-US" dirty="0" err="1"/>
              <a:t>Ryll</a:t>
            </a:r>
            <a:r>
              <a:rPr lang="en-US" dirty="0"/>
              <a:t>, M., </a:t>
            </a:r>
            <a:r>
              <a:rPr lang="en-US" dirty="0" err="1"/>
              <a:t>Bülthoff</a:t>
            </a:r>
            <a:r>
              <a:rPr lang="en-US" dirty="0"/>
              <a:t>, H.H. and Franchi, A., 2015, May. Modeling, control and design optimization for a fully-actuated </a:t>
            </a:r>
            <a:r>
              <a:rPr lang="en-US" dirty="0" err="1"/>
              <a:t>hexarotor</a:t>
            </a:r>
            <a:r>
              <a:rPr lang="en-US" dirty="0"/>
              <a:t> aerial vehicle with tilted propellers. In 2015 IEEE international conference on robotics and automation (ICRA) (pp. 4006-4013). IEEE.</a:t>
            </a:r>
          </a:p>
        </p:txBody>
      </p:sp>
      <p:sp>
        <p:nvSpPr>
          <p:cNvPr id="28" name="TextBox 6">
            <a:extLst>
              <a:ext uri="{FF2B5EF4-FFF2-40B4-BE49-F238E27FC236}">
                <a16:creationId xmlns:a16="http://schemas.microsoft.com/office/drawing/2014/main" id="{601818F8-D51B-B980-4C19-000995010E7C}"/>
              </a:ext>
            </a:extLst>
          </p:cNvPr>
          <p:cNvSpPr txBox="1"/>
          <p:nvPr/>
        </p:nvSpPr>
        <p:spPr>
          <a:xfrm>
            <a:off x="5162087" y="5766264"/>
            <a:ext cx="6675754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cannot stabilize all the 6 </a:t>
            </a:r>
            <a:r>
              <a:rPr lang="en-US" sz="2400" dirty="0" err="1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DoF</a:t>
            </a: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independently.</a:t>
            </a:r>
          </a:p>
        </p:txBody>
      </p:sp>
      <p:graphicFrame>
        <p:nvGraphicFramePr>
          <p:cNvPr id="38" name="Object 37">
            <a:extLst>
              <a:ext uri="{FF2B5EF4-FFF2-40B4-BE49-F238E27FC236}">
                <a16:creationId xmlns:a16="http://schemas.microsoft.com/office/drawing/2014/main" id="{90BBB04D-AFD6-9F70-2090-C98A091405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2775" y="3868738"/>
          <a:ext cx="752475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Glyph" r:id="rId5" imgW="752037" imgH="95933" progId="AxGlyph.Document">
                  <p:embed/>
                </p:oleObj>
              </mc:Choice>
              <mc:Fallback>
                <p:oleObj name="AxGlyph" r:id="rId5" imgW="752037" imgH="95933" progId="AxGlyph.Document">
                  <p:embed/>
                  <p:pic>
                    <p:nvPicPr>
                      <p:cNvPr id="38" name="Object 37">
                        <a:extLst>
                          <a:ext uri="{FF2B5EF4-FFF2-40B4-BE49-F238E27FC236}">
                            <a16:creationId xmlns:a16="http://schemas.microsoft.com/office/drawing/2014/main" id="{90BBB04D-AFD6-9F70-2090-C98A091405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22775" y="3868738"/>
                        <a:ext cx="7524750" cy="95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6">
            <a:extLst>
              <a:ext uri="{FF2B5EF4-FFF2-40B4-BE49-F238E27FC236}">
                <a16:creationId xmlns:a16="http://schemas.microsoft.com/office/drawing/2014/main" id="{C84791B5-CA30-D98C-0D0D-3908B42F1E95}"/>
              </a:ext>
            </a:extLst>
          </p:cNvPr>
          <p:cNvSpPr txBox="1"/>
          <p:nvPr/>
        </p:nvSpPr>
        <p:spPr>
          <a:xfrm>
            <a:off x="5394697" y="1377685"/>
            <a:ext cx="905088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B9BCB17F-99A2-8AB9-60EB-49335FE31F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10194" y="1933875"/>
            <a:ext cx="1085562" cy="506461"/>
          </a:xfrm>
          <a:prstGeom prst="rect">
            <a:avLst/>
          </a:prstGeom>
        </p:spPr>
      </p:pic>
      <p:sp>
        <p:nvSpPr>
          <p:cNvPr id="41" name="TextBox 6">
            <a:extLst>
              <a:ext uri="{FF2B5EF4-FFF2-40B4-BE49-F238E27FC236}">
                <a16:creationId xmlns:a16="http://schemas.microsoft.com/office/drawing/2014/main" id="{2C4DE004-6149-D558-28E3-1524A1C9E007}"/>
              </a:ext>
            </a:extLst>
          </p:cNvPr>
          <p:cNvSpPr txBox="1"/>
          <p:nvPr/>
        </p:nvSpPr>
        <p:spPr>
          <a:xfrm>
            <a:off x="10343070" y="1377685"/>
            <a:ext cx="905088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0E5BDF05-681B-E565-BD2B-1B7DECF8BEA5}"/>
              </a:ext>
            </a:extLst>
          </p:cNvPr>
          <p:cNvSpPr txBox="1"/>
          <p:nvPr/>
        </p:nvSpPr>
        <p:spPr>
          <a:xfrm>
            <a:off x="749300" y="155590"/>
            <a:ext cx="706183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9"/>
              </a:lnSpc>
            </a:pPr>
            <a:r>
              <a:rPr lang="en-US" sz="1600" spc="49" dirty="0">
                <a:solidFill>
                  <a:srgbClr val="003F91"/>
                </a:solidFill>
                <a:latin typeface="Raleway"/>
              </a:rPr>
              <a:t>Quadrotors and Dynamics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6274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"/>
            <a:ext cx="565181" cy="572775"/>
            <a:chOff x="0" y="0"/>
            <a:chExt cx="286777" cy="290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572776"/>
            <a:ext cx="565181" cy="6285225"/>
            <a:chOff x="0" y="0"/>
            <a:chExt cx="286777" cy="31891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</p:sp>
      </p:grpSp>
      <p:sp>
        <p:nvSpPr>
          <p:cNvPr id="6" name="AutoShape 6"/>
          <p:cNvSpPr/>
          <p:nvPr/>
        </p:nvSpPr>
        <p:spPr>
          <a:xfrm rot="1790">
            <a:off x="-1" y="569600"/>
            <a:ext cx="12192001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103173" y="155590"/>
            <a:ext cx="358835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600" spc="49" dirty="0">
                <a:solidFill>
                  <a:srgbClr val="F5F7FA"/>
                </a:solidFill>
                <a:latin typeface="Raleway"/>
              </a:rPr>
              <a:t>I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6754E07E-3E69-6B8E-2C8C-D339B562182A}"/>
              </a:ext>
            </a:extLst>
          </p:cNvPr>
          <p:cNvSpPr txBox="1"/>
          <p:nvPr/>
        </p:nvSpPr>
        <p:spPr>
          <a:xfrm>
            <a:off x="9709484" y="-50167"/>
            <a:ext cx="2277743" cy="535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2400" dirty="0">
                <a:solidFill>
                  <a:srgbClr val="003F91"/>
                </a:solidFill>
                <a:latin typeface="Raleway Bold"/>
              </a:rPr>
              <a:t>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292B80-FCD7-C794-CCFA-AEA70051CDF9}"/>
              </a:ext>
            </a:extLst>
          </p:cNvPr>
          <p:cNvSpPr txBox="1"/>
          <p:nvPr/>
        </p:nvSpPr>
        <p:spPr>
          <a:xfrm>
            <a:off x="2022482" y="1109286"/>
            <a:ext cx="1244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Quadrotor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D645AE-810B-47C3-4395-DC2D4314E651}"/>
              </a:ext>
            </a:extLst>
          </p:cNvPr>
          <p:cNvSpPr txBox="1"/>
          <p:nvPr/>
        </p:nvSpPr>
        <p:spPr>
          <a:xfrm>
            <a:off x="1118108" y="5119933"/>
            <a:ext cx="30536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control force can be produced only in one direction.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980036D-DD30-484D-295C-369B76B6BD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949" y="1879284"/>
            <a:ext cx="3082804" cy="2533336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CCB832FE-7E9B-BB13-F437-A724EDB2FF1D}"/>
              </a:ext>
            </a:extLst>
          </p:cNvPr>
          <p:cNvSpPr/>
          <p:nvPr/>
        </p:nvSpPr>
        <p:spPr>
          <a:xfrm>
            <a:off x="777121" y="972461"/>
            <a:ext cx="3667510" cy="51785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DB36333-2037-1C84-ED0B-E802F9C38A93}"/>
              </a:ext>
            </a:extLst>
          </p:cNvPr>
          <p:cNvSpPr txBox="1"/>
          <p:nvPr/>
        </p:nvSpPr>
        <p:spPr>
          <a:xfrm>
            <a:off x="565181" y="6474409"/>
            <a:ext cx="3454400" cy="174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33" dirty="0"/>
              <a:t>https://www.mathworks.com/matlabcentral/fileexchange/48052-simulate-quadrotor-in-simulink-with-simmechanics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9A89E68-BBF4-A669-BC3A-1F433F751FF2}"/>
              </a:ext>
            </a:extLst>
          </p:cNvPr>
          <p:cNvSpPr txBox="1"/>
          <p:nvPr/>
        </p:nvSpPr>
        <p:spPr>
          <a:xfrm>
            <a:off x="565181" y="6585521"/>
            <a:ext cx="6102990" cy="1743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533"/>
            </a:lvl1pPr>
          </a:lstStyle>
          <a:p>
            <a:r>
              <a:rPr lang="en-US" dirty="0" err="1"/>
              <a:t>Ryll</a:t>
            </a:r>
            <a:r>
              <a:rPr lang="en-US" dirty="0"/>
              <a:t>, M., </a:t>
            </a:r>
            <a:r>
              <a:rPr lang="en-US" dirty="0" err="1"/>
              <a:t>Bülthoff</a:t>
            </a:r>
            <a:r>
              <a:rPr lang="en-US" dirty="0"/>
              <a:t>, H.H. and Giordano, P.R., 2012, May. Modeling and control of a quadrotor UAV with tilting propellers. In 2012 IEEE international conference on robotics and automation (pp. 4606-4613). IEEE.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D9DB4B9-E4A4-9B3D-59CD-F4AA762A8E82}"/>
              </a:ext>
            </a:extLst>
          </p:cNvPr>
          <p:cNvSpPr txBox="1"/>
          <p:nvPr/>
        </p:nvSpPr>
        <p:spPr>
          <a:xfrm>
            <a:off x="565181" y="6703967"/>
            <a:ext cx="8444595" cy="1743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533"/>
            </a:lvl1pPr>
          </a:lstStyle>
          <a:p>
            <a:r>
              <a:rPr lang="en-US" dirty="0"/>
              <a:t>Rajappa, S., </a:t>
            </a:r>
            <a:r>
              <a:rPr lang="en-US" dirty="0" err="1"/>
              <a:t>Ryll</a:t>
            </a:r>
            <a:r>
              <a:rPr lang="en-US" dirty="0"/>
              <a:t>, M., </a:t>
            </a:r>
            <a:r>
              <a:rPr lang="en-US" dirty="0" err="1"/>
              <a:t>Bülthoff</a:t>
            </a:r>
            <a:r>
              <a:rPr lang="en-US" dirty="0"/>
              <a:t>, H.H. and Franchi, A., 2015, May. Modeling, control and design optimization for a fully-actuated </a:t>
            </a:r>
            <a:r>
              <a:rPr lang="en-US" dirty="0" err="1"/>
              <a:t>hexarotor</a:t>
            </a:r>
            <a:r>
              <a:rPr lang="en-US" dirty="0"/>
              <a:t> aerial vehicle with tilted propellers. In 2015 IEEE international conference on robotics and automation (ICRA) (pp. 4006-4013). IEEE.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396A90A-A6FF-A05D-0501-0ACEB0B5A0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18917">
            <a:off x="5242298" y="1933875"/>
            <a:ext cx="1085562" cy="506461"/>
          </a:xfrm>
          <a:prstGeom prst="rect">
            <a:avLst/>
          </a:prstGeom>
        </p:spPr>
      </p:pic>
      <p:sp>
        <p:nvSpPr>
          <p:cNvPr id="39" name="TextBox 6">
            <a:extLst>
              <a:ext uri="{FF2B5EF4-FFF2-40B4-BE49-F238E27FC236}">
                <a16:creationId xmlns:a16="http://schemas.microsoft.com/office/drawing/2014/main" id="{C84791B5-CA30-D98C-0D0D-3908B42F1E95}"/>
              </a:ext>
            </a:extLst>
          </p:cNvPr>
          <p:cNvSpPr txBox="1"/>
          <p:nvPr/>
        </p:nvSpPr>
        <p:spPr>
          <a:xfrm>
            <a:off x="5394697" y="1377685"/>
            <a:ext cx="905088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B9BCB17F-99A2-8AB9-60EB-49335FE31F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0194" y="1933875"/>
            <a:ext cx="1085562" cy="506461"/>
          </a:xfrm>
          <a:prstGeom prst="rect">
            <a:avLst/>
          </a:prstGeom>
        </p:spPr>
      </p:pic>
      <p:sp>
        <p:nvSpPr>
          <p:cNvPr id="41" name="TextBox 6">
            <a:extLst>
              <a:ext uri="{FF2B5EF4-FFF2-40B4-BE49-F238E27FC236}">
                <a16:creationId xmlns:a16="http://schemas.microsoft.com/office/drawing/2014/main" id="{2C4DE004-6149-D558-28E3-1524A1C9E007}"/>
              </a:ext>
            </a:extLst>
          </p:cNvPr>
          <p:cNvSpPr txBox="1"/>
          <p:nvPr/>
        </p:nvSpPr>
        <p:spPr>
          <a:xfrm>
            <a:off x="10343070" y="1377685"/>
            <a:ext cx="905088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6400CF-18DD-7BC7-665C-FE5F9A8DFB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18917">
            <a:off x="6770699" y="1933874"/>
            <a:ext cx="1085562" cy="5064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826270-289D-8CEE-E04E-ACAC4B1393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18917">
            <a:off x="8365625" y="1933874"/>
            <a:ext cx="1085562" cy="506461"/>
          </a:xfrm>
          <a:prstGeom prst="rect">
            <a:avLst/>
          </a:prstGeom>
        </p:spPr>
      </p:pic>
      <p:sp>
        <p:nvSpPr>
          <p:cNvPr id="19" name="TextBox 6">
            <a:extLst>
              <a:ext uri="{FF2B5EF4-FFF2-40B4-BE49-F238E27FC236}">
                <a16:creationId xmlns:a16="http://schemas.microsoft.com/office/drawing/2014/main" id="{BA5BA54E-8FC6-1F72-9C81-1ABCE9E894D6}"/>
              </a:ext>
            </a:extLst>
          </p:cNvPr>
          <p:cNvSpPr txBox="1"/>
          <p:nvPr/>
        </p:nvSpPr>
        <p:spPr>
          <a:xfrm>
            <a:off x="5116632" y="2936932"/>
            <a:ext cx="1551540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 err="1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DoF</a:t>
            </a:r>
            <a:endParaRPr lang="en-US" sz="2400" dirty="0">
              <a:solidFill>
                <a:srgbClr val="003F9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CA24BA92-B37E-7C07-AA8C-349FD01B2B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9754158"/>
              </p:ext>
            </p:extLst>
          </p:nvPr>
        </p:nvGraphicFramePr>
        <p:xfrm>
          <a:off x="6098381" y="3427377"/>
          <a:ext cx="268288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6" imgW="268920" imgH="471600" progId="Equation.AxMath">
                  <p:embed/>
                </p:oleObj>
              </mc:Choice>
              <mc:Fallback>
                <p:oleObj name="AxMath" r:id="rId6" imgW="268920" imgH="471600" progId="Equation.AxMath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CA24BA92-B37E-7C07-AA8C-349FD01B2B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098381" y="3427377"/>
                        <a:ext cx="268288" cy="47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>
            <a:extLst>
              <a:ext uri="{FF2B5EF4-FFF2-40B4-BE49-F238E27FC236}">
                <a16:creationId xmlns:a16="http://schemas.microsoft.com/office/drawing/2014/main" id="{735D5876-B50B-736B-A97D-16F923F27E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0098016"/>
              </p:ext>
            </p:extLst>
          </p:nvPr>
        </p:nvGraphicFramePr>
        <p:xfrm>
          <a:off x="6784975" y="3427065"/>
          <a:ext cx="23495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8" imgW="233640" imgH="471600" progId="Equation.AxMath">
                  <p:embed/>
                </p:oleObj>
              </mc:Choice>
              <mc:Fallback>
                <p:oleObj name="AxMath" r:id="rId8" imgW="233640" imgH="471600" progId="Equation.AxMath">
                  <p:embed/>
                  <p:pic>
                    <p:nvPicPr>
                      <p:cNvPr id="21" name="Object 20">
                        <a:extLst>
                          <a:ext uri="{FF2B5EF4-FFF2-40B4-BE49-F238E27FC236}">
                            <a16:creationId xmlns:a16="http://schemas.microsoft.com/office/drawing/2014/main" id="{735D5876-B50B-736B-A97D-16F923F27E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784975" y="3427065"/>
                        <a:ext cx="234950" cy="47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EFB2EFE2-C8A2-6128-3423-C5C92E7B51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3442482"/>
              </p:ext>
            </p:extLst>
          </p:nvPr>
        </p:nvGraphicFramePr>
        <p:xfrm>
          <a:off x="7423150" y="3427065"/>
          <a:ext cx="29845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0" imgW="296280" imgH="471600" progId="Equation.AxMath">
                  <p:embed/>
                </p:oleObj>
              </mc:Choice>
              <mc:Fallback>
                <p:oleObj name="AxMath" r:id="rId10" imgW="296280" imgH="471600" progId="Equation.AxMath">
                  <p:embed/>
                  <p:pic>
                    <p:nvPicPr>
                      <p:cNvPr id="22" name="Object 21">
                        <a:extLst>
                          <a:ext uri="{FF2B5EF4-FFF2-40B4-BE49-F238E27FC236}">
                            <a16:creationId xmlns:a16="http://schemas.microsoft.com/office/drawing/2014/main" id="{EFB2EFE2-C8A2-6128-3423-C5C92E7B51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423150" y="3427065"/>
                        <a:ext cx="298450" cy="47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274F928D-5EF4-0B56-12B8-6CCE395062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0805751"/>
              </p:ext>
            </p:extLst>
          </p:nvPr>
        </p:nvGraphicFramePr>
        <p:xfrm>
          <a:off x="8116888" y="3427065"/>
          <a:ext cx="250825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2" imgW="249840" imgH="471600" progId="Equation.AxMath">
                  <p:embed/>
                </p:oleObj>
              </mc:Choice>
              <mc:Fallback>
                <p:oleObj name="AxMath" r:id="rId12" imgW="249840" imgH="471600" progId="Equation.AxMath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274F928D-5EF4-0B56-12B8-6CCE395062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116888" y="3427065"/>
                        <a:ext cx="250825" cy="47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C3BC7666-D428-0757-92EB-76B804BDD0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1002184"/>
              </p:ext>
            </p:extLst>
          </p:nvPr>
        </p:nvGraphicFramePr>
        <p:xfrm>
          <a:off x="8888413" y="3427065"/>
          <a:ext cx="24130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4" imgW="239400" imgH="471600" progId="Equation.AxMath">
                  <p:embed/>
                </p:oleObj>
              </mc:Choice>
              <mc:Fallback>
                <p:oleObj name="AxMath" r:id="rId14" imgW="239400" imgH="471600" progId="Equation.AxMath">
                  <p:embed/>
                  <p:pic>
                    <p:nvPicPr>
                      <p:cNvPr id="27" name="Object 26">
                        <a:extLst>
                          <a:ext uri="{FF2B5EF4-FFF2-40B4-BE49-F238E27FC236}">
                            <a16:creationId xmlns:a16="http://schemas.microsoft.com/office/drawing/2014/main" id="{C3BC7666-D428-0757-92EB-76B804BDD0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8888413" y="3427065"/>
                        <a:ext cx="241300" cy="47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8">
            <a:extLst>
              <a:ext uri="{FF2B5EF4-FFF2-40B4-BE49-F238E27FC236}">
                <a16:creationId xmlns:a16="http://schemas.microsoft.com/office/drawing/2014/main" id="{88179DDB-F2AA-3927-01F1-903C52B0E1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5190464"/>
              </p:ext>
            </p:extLst>
          </p:nvPr>
        </p:nvGraphicFramePr>
        <p:xfrm>
          <a:off x="9650413" y="3432823"/>
          <a:ext cx="231775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6" imgW="230400" imgH="471600" progId="Equation.AxMath">
                  <p:embed/>
                </p:oleObj>
              </mc:Choice>
              <mc:Fallback>
                <p:oleObj name="AxMath" r:id="rId16" imgW="230400" imgH="471600" progId="Equation.AxMath">
                  <p:embed/>
                  <p:pic>
                    <p:nvPicPr>
                      <p:cNvPr id="29" name="Object 28">
                        <a:extLst>
                          <a:ext uri="{FF2B5EF4-FFF2-40B4-BE49-F238E27FC236}">
                            <a16:creationId xmlns:a16="http://schemas.microsoft.com/office/drawing/2014/main" id="{88179DDB-F2AA-3927-01F1-903C52B0E1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9650413" y="3432823"/>
                        <a:ext cx="231775" cy="47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TextBox 6">
            <a:extLst>
              <a:ext uri="{FF2B5EF4-FFF2-40B4-BE49-F238E27FC236}">
                <a16:creationId xmlns:a16="http://schemas.microsoft.com/office/drawing/2014/main" id="{F765D3D0-C895-9BAA-EA36-D459ADBB1AE0}"/>
              </a:ext>
            </a:extLst>
          </p:cNvPr>
          <p:cNvSpPr txBox="1"/>
          <p:nvPr/>
        </p:nvSpPr>
        <p:spPr>
          <a:xfrm>
            <a:off x="6048375" y="4508698"/>
            <a:ext cx="4625603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Inputs (4)        &lt;         </a:t>
            </a:r>
            <a:r>
              <a:rPr lang="en-US" sz="2400" dirty="0" err="1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DoF</a:t>
            </a: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(6)</a:t>
            </a:r>
          </a:p>
        </p:txBody>
      </p:sp>
      <p:sp>
        <p:nvSpPr>
          <p:cNvPr id="44" name="TextBox 6">
            <a:extLst>
              <a:ext uri="{FF2B5EF4-FFF2-40B4-BE49-F238E27FC236}">
                <a16:creationId xmlns:a16="http://schemas.microsoft.com/office/drawing/2014/main" id="{348AAAEE-0EB3-E88B-CA97-D35B55E92234}"/>
              </a:ext>
            </a:extLst>
          </p:cNvPr>
          <p:cNvSpPr txBox="1"/>
          <p:nvPr/>
        </p:nvSpPr>
        <p:spPr>
          <a:xfrm>
            <a:off x="5162087" y="5766264"/>
            <a:ext cx="6675754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cannot stabilize all the 6 </a:t>
            </a:r>
            <a:r>
              <a:rPr lang="en-US" sz="2400" dirty="0" err="1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DoF</a:t>
            </a: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independently.</a:t>
            </a:r>
          </a:p>
        </p:txBody>
      </p:sp>
      <p:sp>
        <p:nvSpPr>
          <p:cNvPr id="45" name="Arrow: Down 44">
            <a:extLst>
              <a:ext uri="{FF2B5EF4-FFF2-40B4-BE49-F238E27FC236}">
                <a16:creationId xmlns:a16="http://schemas.microsoft.com/office/drawing/2014/main" id="{1D893A31-0254-F2EF-4869-8BB5EC22F3D1}"/>
              </a:ext>
            </a:extLst>
          </p:cNvPr>
          <p:cNvSpPr/>
          <p:nvPr/>
        </p:nvSpPr>
        <p:spPr>
          <a:xfrm>
            <a:off x="7675768" y="5035709"/>
            <a:ext cx="515102" cy="545203"/>
          </a:xfrm>
          <a:prstGeom prst="downArrow">
            <a:avLst>
              <a:gd name="adj1" fmla="val 49298"/>
              <a:gd name="adj2" fmla="val 4073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C38BBE9A-58AA-A78B-3D4C-34D6A5E913FC}"/>
              </a:ext>
            </a:extLst>
          </p:cNvPr>
          <p:cNvSpPr txBox="1"/>
          <p:nvPr/>
        </p:nvSpPr>
        <p:spPr>
          <a:xfrm>
            <a:off x="749300" y="155590"/>
            <a:ext cx="706183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9"/>
              </a:lnSpc>
            </a:pPr>
            <a:r>
              <a:rPr lang="en-US" sz="1600" spc="49" dirty="0">
                <a:solidFill>
                  <a:srgbClr val="003F91"/>
                </a:solidFill>
                <a:latin typeface="Raleway"/>
              </a:rPr>
              <a:t>Quadrotors and Dynamics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792728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"/>
            <a:ext cx="565181" cy="572775"/>
            <a:chOff x="0" y="0"/>
            <a:chExt cx="286777" cy="290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572776"/>
            <a:ext cx="565181" cy="6285225"/>
            <a:chOff x="0" y="0"/>
            <a:chExt cx="286777" cy="31891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</p:sp>
      </p:grpSp>
      <p:sp>
        <p:nvSpPr>
          <p:cNvPr id="6" name="AutoShape 6"/>
          <p:cNvSpPr/>
          <p:nvPr/>
        </p:nvSpPr>
        <p:spPr>
          <a:xfrm rot="1790">
            <a:off x="-1" y="569600"/>
            <a:ext cx="12192001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103173" y="155590"/>
            <a:ext cx="358835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600" spc="49" dirty="0">
                <a:solidFill>
                  <a:srgbClr val="F5F7FA"/>
                </a:solidFill>
                <a:latin typeface="Raleway"/>
              </a:rPr>
              <a:t>I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6754E07E-3E69-6B8E-2C8C-D339B562182A}"/>
              </a:ext>
            </a:extLst>
          </p:cNvPr>
          <p:cNvSpPr txBox="1"/>
          <p:nvPr/>
        </p:nvSpPr>
        <p:spPr>
          <a:xfrm>
            <a:off x="9709484" y="-50167"/>
            <a:ext cx="2277743" cy="535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2400" dirty="0">
                <a:solidFill>
                  <a:srgbClr val="003F91"/>
                </a:solidFill>
                <a:latin typeface="Raleway Bold"/>
              </a:rPr>
              <a:t>11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292B80-FCD7-C794-CCFA-AEA70051CDF9}"/>
              </a:ext>
            </a:extLst>
          </p:cNvPr>
          <p:cNvSpPr txBox="1"/>
          <p:nvPr/>
        </p:nvSpPr>
        <p:spPr>
          <a:xfrm>
            <a:off x="2022482" y="1109286"/>
            <a:ext cx="1244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Quadrotor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D645AE-810B-47C3-4395-DC2D4314E651}"/>
              </a:ext>
            </a:extLst>
          </p:cNvPr>
          <p:cNvSpPr txBox="1"/>
          <p:nvPr/>
        </p:nvSpPr>
        <p:spPr>
          <a:xfrm>
            <a:off x="1118108" y="5119933"/>
            <a:ext cx="30536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control force can be produced only in one direction.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980036D-DD30-484D-295C-369B76B6BD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949" y="1879284"/>
            <a:ext cx="3082804" cy="2533336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CCB832FE-7E9B-BB13-F437-A724EDB2FF1D}"/>
              </a:ext>
            </a:extLst>
          </p:cNvPr>
          <p:cNvSpPr/>
          <p:nvPr/>
        </p:nvSpPr>
        <p:spPr>
          <a:xfrm>
            <a:off x="777121" y="972461"/>
            <a:ext cx="3667510" cy="51785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DB36333-2037-1C84-ED0B-E802F9C38A93}"/>
              </a:ext>
            </a:extLst>
          </p:cNvPr>
          <p:cNvSpPr txBox="1"/>
          <p:nvPr/>
        </p:nvSpPr>
        <p:spPr>
          <a:xfrm>
            <a:off x="565181" y="6474409"/>
            <a:ext cx="3454400" cy="174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33" dirty="0"/>
              <a:t>https://www.mathworks.com/matlabcentral/fileexchange/48052-simulate-quadrotor-in-simulink-with-simmechanics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9A89E68-BBF4-A669-BC3A-1F433F751FF2}"/>
              </a:ext>
            </a:extLst>
          </p:cNvPr>
          <p:cNvSpPr txBox="1"/>
          <p:nvPr/>
        </p:nvSpPr>
        <p:spPr>
          <a:xfrm>
            <a:off x="565181" y="6585521"/>
            <a:ext cx="6102990" cy="1743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533"/>
            </a:lvl1pPr>
          </a:lstStyle>
          <a:p>
            <a:r>
              <a:rPr lang="en-US" dirty="0" err="1"/>
              <a:t>Ryll</a:t>
            </a:r>
            <a:r>
              <a:rPr lang="en-US" dirty="0"/>
              <a:t>, M., </a:t>
            </a:r>
            <a:r>
              <a:rPr lang="en-US" dirty="0" err="1"/>
              <a:t>Bülthoff</a:t>
            </a:r>
            <a:r>
              <a:rPr lang="en-US" dirty="0"/>
              <a:t>, H.H. and Giordano, P.R., 2012, May. Modeling and control of a quadrotor UAV with tilting propellers. In 2012 IEEE international conference on robotics and automation (pp. 4606-4613). IEEE.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D9DB4B9-E4A4-9B3D-59CD-F4AA762A8E82}"/>
              </a:ext>
            </a:extLst>
          </p:cNvPr>
          <p:cNvSpPr txBox="1"/>
          <p:nvPr/>
        </p:nvSpPr>
        <p:spPr>
          <a:xfrm>
            <a:off x="565181" y="6703967"/>
            <a:ext cx="8444595" cy="1743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533"/>
            </a:lvl1pPr>
          </a:lstStyle>
          <a:p>
            <a:r>
              <a:rPr lang="en-US" dirty="0"/>
              <a:t>Rajappa, S., </a:t>
            </a:r>
            <a:r>
              <a:rPr lang="en-US" dirty="0" err="1"/>
              <a:t>Ryll</a:t>
            </a:r>
            <a:r>
              <a:rPr lang="en-US" dirty="0"/>
              <a:t>, M., </a:t>
            </a:r>
            <a:r>
              <a:rPr lang="en-US" dirty="0" err="1"/>
              <a:t>Bülthoff</a:t>
            </a:r>
            <a:r>
              <a:rPr lang="en-US" dirty="0"/>
              <a:t>, H.H. and Franchi, A., 2015, May. Modeling, control and design optimization for a fully-actuated </a:t>
            </a:r>
            <a:r>
              <a:rPr lang="en-US" dirty="0" err="1"/>
              <a:t>hexarotor</a:t>
            </a:r>
            <a:r>
              <a:rPr lang="en-US" dirty="0"/>
              <a:t> aerial vehicle with tilted propellers. In 2015 IEEE international conference on robotics and automation (ICRA) (pp. 4006-4013). IEEE.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396A90A-A6FF-A05D-0501-0ACEB0B5A0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18917">
            <a:off x="5242298" y="1933875"/>
            <a:ext cx="1085562" cy="506461"/>
          </a:xfrm>
          <a:prstGeom prst="rect">
            <a:avLst/>
          </a:prstGeom>
        </p:spPr>
      </p:pic>
      <p:sp>
        <p:nvSpPr>
          <p:cNvPr id="39" name="TextBox 6">
            <a:extLst>
              <a:ext uri="{FF2B5EF4-FFF2-40B4-BE49-F238E27FC236}">
                <a16:creationId xmlns:a16="http://schemas.microsoft.com/office/drawing/2014/main" id="{C84791B5-CA30-D98C-0D0D-3908B42F1E95}"/>
              </a:ext>
            </a:extLst>
          </p:cNvPr>
          <p:cNvSpPr txBox="1"/>
          <p:nvPr/>
        </p:nvSpPr>
        <p:spPr>
          <a:xfrm>
            <a:off x="5394697" y="1377685"/>
            <a:ext cx="905088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B9BCB17F-99A2-8AB9-60EB-49335FE31F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0194" y="1933875"/>
            <a:ext cx="1085562" cy="506461"/>
          </a:xfrm>
          <a:prstGeom prst="rect">
            <a:avLst/>
          </a:prstGeom>
        </p:spPr>
      </p:pic>
      <p:sp>
        <p:nvSpPr>
          <p:cNvPr id="41" name="TextBox 6">
            <a:extLst>
              <a:ext uri="{FF2B5EF4-FFF2-40B4-BE49-F238E27FC236}">
                <a16:creationId xmlns:a16="http://schemas.microsoft.com/office/drawing/2014/main" id="{2C4DE004-6149-D558-28E3-1524A1C9E007}"/>
              </a:ext>
            </a:extLst>
          </p:cNvPr>
          <p:cNvSpPr txBox="1"/>
          <p:nvPr/>
        </p:nvSpPr>
        <p:spPr>
          <a:xfrm>
            <a:off x="10343070" y="1377685"/>
            <a:ext cx="905088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6400CF-18DD-7BC7-665C-FE5F9A8DFB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18917">
            <a:off x="6770699" y="1933874"/>
            <a:ext cx="1085562" cy="5064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826270-289D-8CEE-E04E-ACAC4B1393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18917">
            <a:off x="8365625" y="1933874"/>
            <a:ext cx="1085562" cy="506461"/>
          </a:xfrm>
          <a:prstGeom prst="rect">
            <a:avLst/>
          </a:prstGeom>
        </p:spPr>
      </p:pic>
      <p:sp>
        <p:nvSpPr>
          <p:cNvPr id="19" name="TextBox 6">
            <a:extLst>
              <a:ext uri="{FF2B5EF4-FFF2-40B4-BE49-F238E27FC236}">
                <a16:creationId xmlns:a16="http://schemas.microsoft.com/office/drawing/2014/main" id="{BA5BA54E-8FC6-1F72-9C81-1ABCE9E894D6}"/>
              </a:ext>
            </a:extLst>
          </p:cNvPr>
          <p:cNvSpPr txBox="1"/>
          <p:nvPr/>
        </p:nvSpPr>
        <p:spPr>
          <a:xfrm>
            <a:off x="5116632" y="2936932"/>
            <a:ext cx="1551540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 err="1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DoF</a:t>
            </a:r>
            <a:endParaRPr lang="en-US" sz="2400" dirty="0">
              <a:solidFill>
                <a:srgbClr val="003F9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CA24BA92-B37E-7C07-AA8C-349FD01B2B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8381" y="3427377"/>
          <a:ext cx="268288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6" imgW="268920" imgH="471600" progId="Equation.AxMath">
                  <p:embed/>
                </p:oleObj>
              </mc:Choice>
              <mc:Fallback>
                <p:oleObj name="AxMath" r:id="rId6" imgW="268920" imgH="471600" progId="Equation.AxMath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CA24BA92-B37E-7C07-AA8C-349FD01B2B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098381" y="3427377"/>
                        <a:ext cx="268288" cy="47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>
            <a:extLst>
              <a:ext uri="{FF2B5EF4-FFF2-40B4-BE49-F238E27FC236}">
                <a16:creationId xmlns:a16="http://schemas.microsoft.com/office/drawing/2014/main" id="{735D5876-B50B-736B-A97D-16F923F27E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84975" y="3427065"/>
          <a:ext cx="23495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8" imgW="233640" imgH="471600" progId="Equation.AxMath">
                  <p:embed/>
                </p:oleObj>
              </mc:Choice>
              <mc:Fallback>
                <p:oleObj name="AxMath" r:id="rId8" imgW="233640" imgH="471600" progId="Equation.AxMath">
                  <p:embed/>
                  <p:pic>
                    <p:nvPicPr>
                      <p:cNvPr id="21" name="Object 20">
                        <a:extLst>
                          <a:ext uri="{FF2B5EF4-FFF2-40B4-BE49-F238E27FC236}">
                            <a16:creationId xmlns:a16="http://schemas.microsoft.com/office/drawing/2014/main" id="{735D5876-B50B-736B-A97D-16F923F27E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784975" y="3427065"/>
                        <a:ext cx="234950" cy="47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EFB2EFE2-C8A2-6128-3423-C5C92E7B51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6847675"/>
              </p:ext>
            </p:extLst>
          </p:nvPr>
        </p:nvGraphicFramePr>
        <p:xfrm>
          <a:off x="7423150" y="3427065"/>
          <a:ext cx="29845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0" imgW="296280" imgH="471600" progId="Equation.AxMath">
                  <p:embed/>
                </p:oleObj>
              </mc:Choice>
              <mc:Fallback>
                <p:oleObj name="AxMath" r:id="rId10" imgW="296280" imgH="471600" progId="Equation.AxMath">
                  <p:embed/>
                  <p:pic>
                    <p:nvPicPr>
                      <p:cNvPr id="22" name="Object 21">
                        <a:extLst>
                          <a:ext uri="{FF2B5EF4-FFF2-40B4-BE49-F238E27FC236}">
                            <a16:creationId xmlns:a16="http://schemas.microsoft.com/office/drawing/2014/main" id="{EFB2EFE2-C8A2-6128-3423-C5C92E7B51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423150" y="3427065"/>
                        <a:ext cx="298450" cy="47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274F928D-5EF4-0B56-12B8-6CCE395062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16888" y="3427065"/>
          <a:ext cx="250825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2" imgW="249840" imgH="471600" progId="Equation.AxMath">
                  <p:embed/>
                </p:oleObj>
              </mc:Choice>
              <mc:Fallback>
                <p:oleObj name="AxMath" r:id="rId12" imgW="249840" imgH="471600" progId="Equation.AxMath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274F928D-5EF4-0B56-12B8-6CCE395062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116888" y="3427065"/>
                        <a:ext cx="250825" cy="47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C3BC7666-D428-0757-92EB-76B804BDD0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88413" y="3427065"/>
          <a:ext cx="24130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4" imgW="239400" imgH="471600" progId="Equation.AxMath">
                  <p:embed/>
                </p:oleObj>
              </mc:Choice>
              <mc:Fallback>
                <p:oleObj name="AxMath" r:id="rId14" imgW="239400" imgH="471600" progId="Equation.AxMath">
                  <p:embed/>
                  <p:pic>
                    <p:nvPicPr>
                      <p:cNvPr id="27" name="Object 26">
                        <a:extLst>
                          <a:ext uri="{FF2B5EF4-FFF2-40B4-BE49-F238E27FC236}">
                            <a16:creationId xmlns:a16="http://schemas.microsoft.com/office/drawing/2014/main" id="{C3BC7666-D428-0757-92EB-76B804BDD0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8888413" y="3427065"/>
                        <a:ext cx="241300" cy="47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8">
            <a:extLst>
              <a:ext uri="{FF2B5EF4-FFF2-40B4-BE49-F238E27FC236}">
                <a16:creationId xmlns:a16="http://schemas.microsoft.com/office/drawing/2014/main" id="{88179DDB-F2AA-3927-01F1-903C52B0E1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0754697"/>
              </p:ext>
            </p:extLst>
          </p:nvPr>
        </p:nvGraphicFramePr>
        <p:xfrm>
          <a:off x="9650413" y="3432823"/>
          <a:ext cx="231775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6" imgW="230400" imgH="471600" progId="Equation.AxMath">
                  <p:embed/>
                </p:oleObj>
              </mc:Choice>
              <mc:Fallback>
                <p:oleObj name="AxMath" r:id="rId16" imgW="230400" imgH="471600" progId="Equation.AxMath">
                  <p:embed/>
                  <p:pic>
                    <p:nvPicPr>
                      <p:cNvPr id="29" name="Object 28">
                        <a:extLst>
                          <a:ext uri="{FF2B5EF4-FFF2-40B4-BE49-F238E27FC236}">
                            <a16:creationId xmlns:a16="http://schemas.microsoft.com/office/drawing/2014/main" id="{88179DDB-F2AA-3927-01F1-903C52B0E1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9650413" y="3432823"/>
                        <a:ext cx="231775" cy="47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TextBox 6">
            <a:extLst>
              <a:ext uri="{FF2B5EF4-FFF2-40B4-BE49-F238E27FC236}">
                <a16:creationId xmlns:a16="http://schemas.microsoft.com/office/drawing/2014/main" id="{F765D3D0-C895-9BAA-EA36-D459ADBB1AE0}"/>
              </a:ext>
            </a:extLst>
          </p:cNvPr>
          <p:cNvSpPr txBox="1"/>
          <p:nvPr/>
        </p:nvSpPr>
        <p:spPr>
          <a:xfrm>
            <a:off x="6048375" y="4508698"/>
            <a:ext cx="4625603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Inputs (4)        &lt;         </a:t>
            </a:r>
            <a:r>
              <a:rPr lang="en-US" sz="2400" dirty="0" err="1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DoF</a:t>
            </a: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(6)</a:t>
            </a:r>
          </a:p>
        </p:txBody>
      </p:sp>
      <p:sp>
        <p:nvSpPr>
          <p:cNvPr id="44" name="TextBox 6">
            <a:extLst>
              <a:ext uri="{FF2B5EF4-FFF2-40B4-BE49-F238E27FC236}">
                <a16:creationId xmlns:a16="http://schemas.microsoft.com/office/drawing/2014/main" id="{348AAAEE-0EB3-E88B-CA97-D35B55E92234}"/>
              </a:ext>
            </a:extLst>
          </p:cNvPr>
          <p:cNvSpPr txBox="1"/>
          <p:nvPr/>
        </p:nvSpPr>
        <p:spPr>
          <a:xfrm>
            <a:off x="5162087" y="5766264"/>
            <a:ext cx="6675754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cannot stabilize all the 6 </a:t>
            </a:r>
            <a:r>
              <a:rPr lang="en-US" sz="2400" dirty="0" err="1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DoF</a:t>
            </a: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independently.</a:t>
            </a:r>
          </a:p>
        </p:txBody>
      </p:sp>
      <p:sp>
        <p:nvSpPr>
          <p:cNvPr id="45" name="Arrow: Down 44">
            <a:extLst>
              <a:ext uri="{FF2B5EF4-FFF2-40B4-BE49-F238E27FC236}">
                <a16:creationId xmlns:a16="http://schemas.microsoft.com/office/drawing/2014/main" id="{1D893A31-0254-F2EF-4869-8BB5EC22F3D1}"/>
              </a:ext>
            </a:extLst>
          </p:cNvPr>
          <p:cNvSpPr/>
          <p:nvPr/>
        </p:nvSpPr>
        <p:spPr>
          <a:xfrm>
            <a:off x="7675768" y="5035709"/>
            <a:ext cx="515102" cy="545203"/>
          </a:xfrm>
          <a:prstGeom prst="downArrow">
            <a:avLst>
              <a:gd name="adj1" fmla="val 49298"/>
              <a:gd name="adj2" fmla="val 4073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9B645B58-CBAC-3C5F-C743-039573EB81B5}"/>
              </a:ext>
            </a:extLst>
          </p:cNvPr>
          <p:cNvSpPr txBox="1"/>
          <p:nvPr/>
        </p:nvSpPr>
        <p:spPr>
          <a:xfrm>
            <a:off x="749300" y="155590"/>
            <a:ext cx="706183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9"/>
              </a:lnSpc>
            </a:pPr>
            <a:r>
              <a:rPr lang="en-US" sz="1600" spc="49" dirty="0">
                <a:solidFill>
                  <a:srgbClr val="003F91"/>
                </a:solidFill>
                <a:latin typeface="Raleway"/>
              </a:rPr>
              <a:t>Quadrotors and Dynamics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665232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"/>
            <a:ext cx="565181" cy="572775"/>
            <a:chOff x="0" y="0"/>
            <a:chExt cx="286777" cy="290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572776"/>
            <a:ext cx="565181" cy="6285225"/>
            <a:chOff x="0" y="0"/>
            <a:chExt cx="286777" cy="31891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</p:sp>
      </p:grpSp>
      <p:sp>
        <p:nvSpPr>
          <p:cNvPr id="6" name="AutoShape 6"/>
          <p:cNvSpPr/>
          <p:nvPr/>
        </p:nvSpPr>
        <p:spPr>
          <a:xfrm rot="1790">
            <a:off x="-1" y="569600"/>
            <a:ext cx="12192001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103173" y="155590"/>
            <a:ext cx="358835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600" spc="49" dirty="0">
                <a:solidFill>
                  <a:srgbClr val="F5F7FA"/>
                </a:solidFill>
                <a:latin typeface="Raleway"/>
              </a:rPr>
              <a:t>I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6754E07E-3E69-6B8E-2C8C-D339B562182A}"/>
              </a:ext>
            </a:extLst>
          </p:cNvPr>
          <p:cNvSpPr txBox="1"/>
          <p:nvPr/>
        </p:nvSpPr>
        <p:spPr>
          <a:xfrm>
            <a:off x="11688455" y="-50167"/>
            <a:ext cx="298772" cy="535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2400" dirty="0">
                <a:solidFill>
                  <a:srgbClr val="003F91"/>
                </a:solidFill>
                <a:latin typeface="Raleway Bold"/>
              </a:rPr>
              <a:t>12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C95FB95-521D-594F-6BF2-DAB92387D0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5233" y="5453541"/>
            <a:ext cx="3486516" cy="764657"/>
          </a:xfrm>
          <a:prstGeom prst="rect">
            <a:avLst/>
          </a:prstGeom>
        </p:spPr>
      </p:pic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C3A78860-ACA2-4A42-3B35-99D56829A9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3854942"/>
              </p:ext>
            </p:extLst>
          </p:nvPr>
        </p:nvGraphicFramePr>
        <p:xfrm>
          <a:off x="1383046" y="5218013"/>
          <a:ext cx="5610225" cy="1239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5" imgW="5610960" imgH="1240560" progId="Equation.AxMath">
                  <p:embed/>
                </p:oleObj>
              </mc:Choice>
              <mc:Fallback>
                <p:oleObj name="AxMath" r:id="rId5" imgW="5610960" imgH="1240560" progId="Equation.AxMath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C3A78860-ACA2-4A42-3B35-99D56829A9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83046" y="5218013"/>
                        <a:ext cx="5610225" cy="1239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9C8780B3-1E87-808F-C97B-7E4A825682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3648400"/>
              </p:ext>
            </p:extLst>
          </p:nvPr>
        </p:nvGraphicFramePr>
        <p:xfrm>
          <a:off x="1443206" y="3263900"/>
          <a:ext cx="6538913" cy="160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7" imgW="6538680" imgH="1601640" progId="Equation.AxMath">
                  <p:embed/>
                </p:oleObj>
              </mc:Choice>
              <mc:Fallback>
                <p:oleObj name="AxMath" r:id="rId7" imgW="6538680" imgH="1601640" progId="Equation.AxMath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9C8780B3-1E87-808F-C97B-7E4A825682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43206" y="3263900"/>
                        <a:ext cx="6538913" cy="1601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448DA768-AF1C-4722-AC8F-581EB2BAFF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3126460"/>
              </p:ext>
            </p:extLst>
          </p:nvPr>
        </p:nvGraphicFramePr>
        <p:xfrm>
          <a:off x="1726534" y="1453840"/>
          <a:ext cx="3979863" cy="155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9" imgW="3979080" imgH="1553040" progId="Equation.AxMath">
                  <p:embed/>
                </p:oleObj>
              </mc:Choice>
              <mc:Fallback>
                <p:oleObj name="AxMath" r:id="rId9" imgW="3979080" imgH="1553040" progId="Equation.AxMath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448DA768-AF1C-4722-AC8F-581EB2BAFF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26534" y="1453840"/>
                        <a:ext cx="3979863" cy="1552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AAE016AA-8CAD-7D58-E785-6A53ED4948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8751512"/>
              </p:ext>
            </p:extLst>
          </p:nvPr>
        </p:nvGraphicFramePr>
        <p:xfrm>
          <a:off x="8068129" y="5741707"/>
          <a:ext cx="304800" cy="22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1" imgW="305280" imgH="226080" progId="Equation.AxMath">
                  <p:embed/>
                </p:oleObj>
              </mc:Choice>
              <mc:Fallback>
                <p:oleObj name="AxMath" r:id="rId11" imgW="305280" imgH="226080" progId="Equation.AxMath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AAE016AA-8CAD-7D58-E785-6A53ED4948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068129" y="5741707"/>
                        <a:ext cx="304800" cy="225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6">
            <a:extLst>
              <a:ext uri="{FF2B5EF4-FFF2-40B4-BE49-F238E27FC236}">
                <a16:creationId xmlns:a16="http://schemas.microsoft.com/office/drawing/2014/main" id="{959C67A7-DC35-D474-8B42-3764BFF668B9}"/>
              </a:ext>
            </a:extLst>
          </p:cNvPr>
          <p:cNvSpPr txBox="1"/>
          <p:nvPr/>
        </p:nvSpPr>
        <p:spPr>
          <a:xfrm>
            <a:off x="6800074" y="2372889"/>
            <a:ext cx="788177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 err="1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DoF</a:t>
            </a: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28" name="Object 27">
            <a:extLst>
              <a:ext uri="{FF2B5EF4-FFF2-40B4-BE49-F238E27FC236}">
                <a16:creationId xmlns:a16="http://schemas.microsoft.com/office/drawing/2014/main" id="{B9C96A8C-D365-168A-0E71-4D00DFD5D0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5768206"/>
              </p:ext>
            </p:extLst>
          </p:nvPr>
        </p:nvGraphicFramePr>
        <p:xfrm>
          <a:off x="7955245" y="2317796"/>
          <a:ext cx="268288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3" imgW="268920" imgH="471600" progId="Equation.AxMath">
                  <p:embed/>
                </p:oleObj>
              </mc:Choice>
              <mc:Fallback>
                <p:oleObj name="AxMath" r:id="rId13" imgW="268920" imgH="471600" progId="Equation.AxMath">
                  <p:embed/>
                  <p:pic>
                    <p:nvPicPr>
                      <p:cNvPr id="28" name="Object 27">
                        <a:extLst>
                          <a:ext uri="{FF2B5EF4-FFF2-40B4-BE49-F238E27FC236}">
                            <a16:creationId xmlns:a16="http://schemas.microsoft.com/office/drawing/2014/main" id="{B9C96A8C-D365-168A-0E71-4D00DFD5D0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955245" y="2317796"/>
                        <a:ext cx="268288" cy="47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8">
            <a:extLst>
              <a:ext uri="{FF2B5EF4-FFF2-40B4-BE49-F238E27FC236}">
                <a16:creationId xmlns:a16="http://schemas.microsoft.com/office/drawing/2014/main" id="{9DE71FA2-AA08-8DCB-4A9B-FA2DF573F5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4365770"/>
              </p:ext>
            </p:extLst>
          </p:nvPr>
        </p:nvGraphicFramePr>
        <p:xfrm>
          <a:off x="8641839" y="2317484"/>
          <a:ext cx="23495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5" imgW="233640" imgH="471600" progId="Equation.AxMath">
                  <p:embed/>
                </p:oleObj>
              </mc:Choice>
              <mc:Fallback>
                <p:oleObj name="AxMath" r:id="rId15" imgW="233640" imgH="471600" progId="Equation.AxMath">
                  <p:embed/>
                  <p:pic>
                    <p:nvPicPr>
                      <p:cNvPr id="29" name="Object 28">
                        <a:extLst>
                          <a:ext uri="{FF2B5EF4-FFF2-40B4-BE49-F238E27FC236}">
                            <a16:creationId xmlns:a16="http://schemas.microsoft.com/office/drawing/2014/main" id="{9DE71FA2-AA08-8DCB-4A9B-FA2DF573F5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641839" y="2317484"/>
                        <a:ext cx="234950" cy="47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9">
            <a:extLst>
              <a:ext uri="{FF2B5EF4-FFF2-40B4-BE49-F238E27FC236}">
                <a16:creationId xmlns:a16="http://schemas.microsoft.com/office/drawing/2014/main" id="{E836971A-ED2E-DC7F-C779-5871602AEC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2362039"/>
              </p:ext>
            </p:extLst>
          </p:nvPr>
        </p:nvGraphicFramePr>
        <p:xfrm>
          <a:off x="9280014" y="2317484"/>
          <a:ext cx="29845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7" imgW="296280" imgH="471600" progId="Equation.AxMath">
                  <p:embed/>
                </p:oleObj>
              </mc:Choice>
              <mc:Fallback>
                <p:oleObj name="AxMath" r:id="rId17" imgW="296280" imgH="471600" progId="Equation.AxMath">
                  <p:embed/>
                  <p:pic>
                    <p:nvPicPr>
                      <p:cNvPr id="30" name="Object 29">
                        <a:extLst>
                          <a:ext uri="{FF2B5EF4-FFF2-40B4-BE49-F238E27FC236}">
                            <a16:creationId xmlns:a16="http://schemas.microsoft.com/office/drawing/2014/main" id="{E836971A-ED2E-DC7F-C779-5871602AEC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9280014" y="2317484"/>
                        <a:ext cx="298450" cy="47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0">
            <a:extLst>
              <a:ext uri="{FF2B5EF4-FFF2-40B4-BE49-F238E27FC236}">
                <a16:creationId xmlns:a16="http://schemas.microsoft.com/office/drawing/2014/main" id="{85BB428A-243E-9BDD-A031-87C6932F5C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0710103"/>
              </p:ext>
            </p:extLst>
          </p:nvPr>
        </p:nvGraphicFramePr>
        <p:xfrm>
          <a:off x="9973752" y="2317484"/>
          <a:ext cx="250825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9" imgW="249840" imgH="471600" progId="Equation.AxMath">
                  <p:embed/>
                </p:oleObj>
              </mc:Choice>
              <mc:Fallback>
                <p:oleObj name="AxMath" r:id="rId19" imgW="249840" imgH="471600" progId="Equation.AxMath">
                  <p:embed/>
                  <p:pic>
                    <p:nvPicPr>
                      <p:cNvPr id="31" name="Object 30">
                        <a:extLst>
                          <a:ext uri="{FF2B5EF4-FFF2-40B4-BE49-F238E27FC236}">
                            <a16:creationId xmlns:a16="http://schemas.microsoft.com/office/drawing/2014/main" id="{85BB428A-243E-9BDD-A031-87C6932F5C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9973752" y="2317484"/>
                        <a:ext cx="250825" cy="47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1">
            <a:extLst>
              <a:ext uri="{FF2B5EF4-FFF2-40B4-BE49-F238E27FC236}">
                <a16:creationId xmlns:a16="http://schemas.microsoft.com/office/drawing/2014/main" id="{B959B031-2E99-3C1E-2652-BC27AE0EB1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6135215"/>
              </p:ext>
            </p:extLst>
          </p:nvPr>
        </p:nvGraphicFramePr>
        <p:xfrm>
          <a:off x="10745277" y="2317484"/>
          <a:ext cx="24130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21" imgW="239400" imgH="471600" progId="Equation.AxMath">
                  <p:embed/>
                </p:oleObj>
              </mc:Choice>
              <mc:Fallback>
                <p:oleObj name="AxMath" r:id="rId21" imgW="239400" imgH="471600" progId="Equation.AxMath">
                  <p:embed/>
                  <p:pic>
                    <p:nvPicPr>
                      <p:cNvPr id="32" name="Object 31">
                        <a:extLst>
                          <a:ext uri="{FF2B5EF4-FFF2-40B4-BE49-F238E27FC236}">
                            <a16:creationId xmlns:a16="http://schemas.microsoft.com/office/drawing/2014/main" id="{B959B031-2E99-3C1E-2652-BC27AE0EB1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0745277" y="2317484"/>
                        <a:ext cx="241300" cy="47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2">
            <a:extLst>
              <a:ext uri="{FF2B5EF4-FFF2-40B4-BE49-F238E27FC236}">
                <a16:creationId xmlns:a16="http://schemas.microsoft.com/office/drawing/2014/main" id="{68F77384-433B-9DC3-0FB0-1672989ED0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9717682"/>
              </p:ext>
            </p:extLst>
          </p:nvPr>
        </p:nvGraphicFramePr>
        <p:xfrm>
          <a:off x="11507277" y="2323242"/>
          <a:ext cx="231775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23" imgW="230400" imgH="471600" progId="Equation.AxMath">
                  <p:embed/>
                </p:oleObj>
              </mc:Choice>
              <mc:Fallback>
                <p:oleObj name="AxMath" r:id="rId23" imgW="230400" imgH="471600" progId="Equation.AxMath">
                  <p:embed/>
                  <p:pic>
                    <p:nvPicPr>
                      <p:cNvPr id="33" name="Object 32">
                        <a:extLst>
                          <a:ext uri="{FF2B5EF4-FFF2-40B4-BE49-F238E27FC236}">
                            <a16:creationId xmlns:a16="http://schemas.microsoft.com/office/drawing/2014/main" id="{68F77384-433B-9DC3-0FB0-1672989ED0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1507277" y="2323242"/>
                        <a:ext cx="231775" cy="47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33">
            <a:extLst>
              <a:ext uri="{FF2B5EF4-FFF2-40B4-BE49-F238E27FC236}">
                <a16:creationId xmlns:a16="http://schemas.microsoft.com/office/drawing/2014/main" id="{E2F0046A-7FA6-7BC6-A69C-7F4A730101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513626"/>
              </p:ext>
            </p:extLst>
          </p:nvPr>
        </p:nvGraphicFramePr>
        <p:xfrm>
          <a:off x="7875694" y="1486144"/>
          <a:ext cx="3683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25" imgW="367920" imgH="473760" progId="Equation.AxMath">
                  <p:embed/>
                </p:oleObj>
              </mc:Choice>
              <mc:Fallback>
                <p:oleObj name="AxMath" r:id="rId25" imgW="367920" imgH="473760" progId="Equation.AxMath">
                  <p:embed/>
                  <p:pic>
                    <p:nvPicPr>
                      <p:cNvPr id="34" name="Object 33">
                        <a:extLst>
                          <a:ext uri="{FF2B5EF4-FFF2-40B4-BE49-F238E27FC236}">
                            <a16:creationId xmlns:a16="http://schemas.microsoft.com/office/drawing/2014/main" id="{E2F0046A-7FA6-7BC6-A69C-7F4A730101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875694" y="1486144"/>
                        <a:ext cx="368300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4">
            <a:extLst>
              <a:ext uri="{FF2B5EF4-FFF2-40B4-BE49-F238E27FC236}">
                <a16:creationId xmlns:a16="http://schemas.microsoft.com/office/drawing/2014/main" id="{8BD62CFA-6A4B-3425-B41D-E926F4C56E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7441591"/>
              </p:ext>
            </p:extLst>
          </p:nvPr>
        </p:nvGraphicFramePr>
        <p:xfrm>
          <a:off x="8672619" y="1490907"/>
          <a:ext cx="38258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27" imgW="382680" imgH="473760" progId="Equation.AxMath">
                  <p:embed/>
                </p:oleObj>
              </mc:Choice>
              <mc:Fallback>
                <p:oleObj name="AxMath" r:id="rId27" imgW="382680" imgH="473760" progId="Equation.AxMath">
                  <p:embed/>
                  <p:pic>
                    <p:nvPicPr>
                      <p:cNvPr id="35" name="Object 34">
                        <a:extLst>
                          <a:ext uri="{FF2B5EF4-FFF2-40B4-BE49-F238E27FC236}">
                            <a16:creationId xmlns:a16="http://schemas.microsoft.com/office/drawing/2014/main" id="{8BD62CFA-6A4B-3425-B41D-E926F4C56E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8672619" y="1490907"/>
                        <a:ext cx="382588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35">
            <a:extLst>
              <a:ext uri="{FF2B5EF4-FFF2-40B4-BE49-F238E27FC236}">
                <a16:creationId xmlns:a16="http://schemas.microsoft.com/office/drawing/2014/main" id="{55376A7F-FE90-450D-6E6C-B916A29800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9768010"/>
              </p:ext>
            </p:extLst>
          </p:nvPr>
        </p:nvGraphicFramePr>
        <p:xfrm>
          <a:off x="9471132" y="1481382"/>
          <a:ext cx="385762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29" imgW="385920" imgH="473760" progId="Equation.AxMath">
                  <p:embed/>
                </p:oleObj>
              </mc:Choice>
              <mc:Fallback>
                <p:oleObj name="AxMath" r:id="rId29" imgW="385920" imgH="473760" progId="Equation.AxMath">
                  <p:embed/>
                  <p:pic>
                    <p:nvPicPr>
                      <p:cNvPr id="36" name="Object 35">
                        <a:extLst>
                          <a:ext uri="{FF2B5EF4-FFF2-40B4-BE49-F238E27FC236}">
                            <a16:creationId xmlns:a16="http://schemas.microsoft.com/office/drawing/2014/main" id="{55376A7F-FE90-450D-6E6C-B916A29800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9471132" y="1481382"/>
                        <a:ext cx="385762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36">
            <a:extLst>
              <a:ext uri="{FF2B5EF4-FFF2-40B4-BE49-F238E27FC236}">
                <a16:creationId xmlns:a16="http://schemas.microsoft.com/office/drawing/2014/main" id="{811A5CE1-0095-4685-03E7-D847BBCD75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2808014"/>
              </p:ext>
            </p:extLst>
          </p:nvPr>
        </p:nvGraphicFramePr>
        <p:xfrm>
          <a:off x="10271232" y="1486144"/>
          <a:ext cx="392112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31" imgW="392040" imgH="473760" progId="Equation.AxMath">
                  <p:embed/>
                </p:oleObj>
              </mc:Choice>
              <mc:Fallback>
                <p:oleObj name="AxMath" r:id="rId31" imgW="392040" imgH="473760" progId="Equation.AxMath">
                  <p:embed/>
                  <p:pic>
                    <p:nvPicPr>
                      <p:cNvPr id="37" name="Object 36">
                        <a:extLst>
                          <a:ext uri="{FF2B5EF4-FFF2-40B4-BE49-F238E27FC236}">
                            <a16:creationId xmlns:a16="http://schemas.microsoft.com/office/drawing/2014/main" id="{811A5CE1-0095-4685-03E7-D847BBCD75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0271232" y="1486144"/>
                        <a:ext cx="392112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Box 6">
            <a:extLst>
              <a:ext uri="{FF2B5EF4-FFF2-40B4-BE49-F238E27FC236}">
                <a16:creationId xmlns:a16="http://schemas.microsoft.com/office/drawing/2014/main" id="{489D8E37-C383-595E-3C41-993C82EA8DA4}"/>
              </a:ext>
            </a:extLst>
          </p:cNvPr>
          <p:cNvSpPr txBox="1"/>
          <p:nvPr/>
        </p:nvSpPr>
        <p:spPr>
          <a:xfrm>
            <a:off x="6568941" y="1537581"/>
            <a:ext cx="1019310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Inputs:</a:t>
            </a:r>
          </a:p>
        </p:txBody>
      </p:sp>
      <p:sp>
        <p:nvSpPr>
          <p:cNvPr id="39" name="TextBox 6">
            <a:extLst>
              <a:ext uri="{FF2B5EF4-FFF2-40B4-BE49-F238E27FC236}">
                <a16:creationId xmlns:a16="http://schemas.microsoft.com/office/drawing/2014/main" id="{4666E8B5-E593-E9A3-F0A2-0527525F7302}"/>
              </a:ext>
            </a:extLst>
          </p:cNvPr>
          <p:cNvSpPr txBox="1"/>
          <p:nvPr/>
        </p:nvSpPr>
        <p:spPr>
          <a:xfrm>
            <a:off x="944063" y="824408"/>
            <a:ext cx="1728669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Dynamics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9F48EB67-4E97-9762-6301-901A7A52CF6A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387117" y="5411558"/>
            <a:ext cx="166326" cy="91826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A246C7EE-EF4E-888D-344D-3055525B8A84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886897" y="5383050"/>
            <a:ext cx="127758" cy="918260"/>
          </a:xfrm>
          <a:prstGeom prst="rect">
            <a:avLst/>
          </a:prstGeom>
        </p:spPr>
      </p:pic>
      <p:sp>
        <p:nvSpPr>
          <p:cNvPr id="46" name="TextBox 6">
            <a:extLst>
              <a:ext uri="{FF2B5EF4-FFF2-40B4-BE49-F238E27FC236}">
                <a16:creationId xmlns:a16="http://schemas.microsoft.com/office/drawing/2014/main" id="{5F5E2329-F94D-B2FF-DE68-3D02FE77097C}"/>
              </a:ext>
            </a:extLst>
          </p:cNvPr>
          <p:cNvSpPr txBox="1"/>
          <p:nvPr/>
        </p:nvSpPr>
        <p:spPr>
          <a:xfrm>
            <a:off x="7591830" y="5604092"/>
            <a:ext cx="788177" cy="3426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1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E1849AD-9891-5E41-88F9-C959096A8F5F}"/>
              </a:ext>
            </a:extLst>
          </p:cNvPr>
          <p:cNvSpPr/>
          <p:nvPr/>
        </p:nvSpPr>
        <p:spPr>
          <a:xfrm>
            <a:off x="6380243" y="1338194"/>
            <a:ext cx="4365034" cy="7078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67B8075-F1F1-A92E-0F30-8D02BF220E2C}"/>
              </a:ext>
            </a:extLst>
          </p:cNvPr>
          <p:cNvSpPr/>
          <p:nvPr/>
        </p:nvSpPr>
        <p:spPr>
          <a:xfrm>
            <a:off x="5030895" y="3263899"/>
            <a:ext cx="694752" cy="16017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777ABC0-8391-D86B-B5AA-042064F56821}"/>
              </a:ext>
            </a:extLst>
          </p:cNvPr>
          <p:cNvSpPr/>
          <p:nvPr/>
        </p:nvSpPr>
        <p:spPr>
          <a:xfrm>
            <a:off x="4394280" y="5965693"/>
            <a:ext cx="2598991" cy="4632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5E7032F-DCD8-D8F3-4F35-2D19A08F756D}"/>
              </a:ext>
            </a:extLst>
          </p:cNvPr>
          <p:cNvSpPr/>
          <p:nvPr/>
        </p:nvSpPr>
        <p:spPr>
          <a:xfrm>
            <a:off x="6380867" y="2203200"/>
            <a:ext cx="5606359" cy="707842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2E1A491-8C74-E1BA-0058-9DD603C9F086}"/>
              </a:ext>
            </a:extLst>
          </p:cNvPr>
          <p:cNvSpPr/>
          <p:nvPr/>
        </p:nvSpPr>
        <p:spPr>
          <a:xfrm>
            <a:off x="1673775" y="1426811"/>
            <a:ext cx="680581" cy="1598853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B1440C2-9E29-B903-F233-8AE6A4F19DAE}"/>
              </a:ext>
            </a:extLst>
          </p:cNvPr>
          <p:cNvSpPr/>
          <p:nvPr/>
        </p:nvSpPr>
        <p:spPr>
          <a:xfrm>
            <a:off x="1790326" y="5189138"/>
            <a:ext cx="565181" cy="1287962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64181966-9D24-7CB2-CAB0-094F59F5C452}"/>
              </a:ext>
            </a:extLst>
          </p:cNvPr>
          <p:cNvSpPr txBox="1"/>
          <p:nvPr/>
        </p:nvSpPr>
        <p:spPr>
          <a:xfrm>
            <a:off x="749300" y="155590"/>
            <a:ext cx="706183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9"/>
              </a:lnSpc>
            </a:pPr>
            <a:r>
              <a:rPr lang="en-US" sz="1600" spc="49" dirty="0">
                <a:solidFill>
                  <a:srgbClr val="003F91"/>
                </a:solidFill>
                <a:latin typeface="Raleway"/>
              </a:rPr>
              <a:t>Quadrotors and Dynamics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68379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"/>
            <a:ext cx="565181" cy="572775"/>
            <a:chOff x="0" y="0"/>
            <a:chExt cx="286777" cy="290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572776"/>
            <a:ext cx="565181" cy="6285225"/>
            <a:chOff x="0" y="0"/>
            <a:chExt cx="286777" cy="31891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</p:sp>
      </p:grpSp>
      <p:sp>
        <p:nvSpPr>
          <p:cNvPr id="6" name="AutoShape 6"/>
          <p:cNvSpPr/>
          <p:nvPr/>
        </p:nvSpPr>
        <p:spPr>
          <a:xfrm rot="1790">
            <a:off x="-1" y="569600"/>
            <a:ext cx="12192001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103173" y="155590"/>
            <a:ext cx="358835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600" spc="49" dirty="0">
                <a:solidFill>
                  <a:srgbClr val="F5F7FA"/>
                </a:solidFill>
                <a:latin typeface="Raleway"/>
              </a:rPr>
              <a:t>II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6754E07E-3E69-6B8E-2C8C-D339B562182A}"/>
              </a:ext>
            </a:extLst>
          </p:cNvPr>
          <p:cNvSpPr txBox="1"/>
          <p:nvPr/>
        </p:nvSpPr>
        <p:spPr>
          <a:xfrm>
            <a:off x="11688455" y="-50167"/>
            <a:ext cx="298772" cy="535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2400" dirty="0">
                <a:solidFill>
                  <a:srgbClr val="003F91"/>
                </a:solidFill>
                <a:latin typeface="Raleway Bold"/>
              </a:rPr>
              <a:t>13</a:t>
            </a:r>
          </a:p>
        </p:txBody>
      </p:sp>
      <p:sp>
        <p:nvSpPr>
          <p:cNvPr id="24" name="TextBox 11">
            <a:extLst>
              <a:ext uri="{FF2B5EF4-FFF2-40B4-BE49-F238E27FC236}">
                <a16:creationId xmlns:a16="http://schemas.microsoft.com/office/drawing/2014/main" id="{382A7386-7FA3-FAE6-3202-45531FF36B71}"/>
              </a:ext>
            </a:extLst>
          </p:cNvPr>
          <p:cNvSpPr txBox="1"/>
          <p:nvPr/>
        </p:nvSpPr>
        <p:spPr>
          <a:xfrm>
            <a:off x="749300" y="155590"/>
            <a:ext cx="706183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9"/>
              </a:lnSpc>
            </a:pPr>
            <a:r>
              <a:rPr lang="en-US" sz="1600" spc="49" dirty="0">
                <a:solidFill>
                  <a:srgbClr val="003F91"/>
                </a:solidFill>
                <a:latin typeface="Raleway"/>
              </a:rPr>
              <a:t>Controller Design</a:t>
            </a:r>
          </a:p>
        </p:txBody>
      </p:sp>
      <p:sp>
        <p:nvSpPr>
          <p:cNvPr id="27" name="TextBox 6">
            <a:extLst>
              <a:ext uri="{FF2B5EF4-FFF2-40B4-BE49-F238E27FC236}">
                <a16:creationId xmlns:a16="http://schemas.microsoft.com/office/drawing/2014/main" id="{959C67A7-DC35-D474-8B42-3764BFF668B9}"/>
              </a:ext>
            </a:extLst>
          </p:cNvPr>
          <p:cNvSpPr txBox="1"/>
          <p:nvPr/>
        </p:nvSpPr>
        <p:spPr>
          <a:xfrm>
            <a:off x="6800074" y="2372889"/>
            <a:ext cx="788177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 err="1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DoF</a:t>
            </a: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28" name="Object 27">
            <a:extLst>
              <a:ext uri="{FF2B5EF4-FFF2-40B4-BE49-F238E27FC236}">
                <a16:creationId xmlns:a16="http://schemas.microsoft.com/office/drawing/2014/main" id="{B9C96A8C-D365-168A-0E71-4D00DFD5D0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9367355"/>
              </p:ext>
            </p:extLst>
          </p:nvPr>
        </p:nvGraphicFramePr>
        <p:xfrm>
          <a:off x="7955245" y="2317796"/>
          <a:ext cx="268288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4" imgW="268920" imgH="471600" progId="Equation.AxMath">
                  <p:embed/>
                </p:oleObj>
              </mc:Choice>
              <mc:Fallback>
                <p:oleObj name="AxMath" r:id="rId4" imgW="268920" imgH="471600" progId="Equation.AxMath">
                  <p:embed/>
                  <p:pic>
                    <p:nvPicPr>
                      <p:cNvPr id="28" name="Object 27">
                        <a:extLst>
                          <a:ext uri="{FF2B5EF4-FFF2-40B4-BE49-F238E27FC236}">
                            <a16:creationId xmlns:a16="http://schemas.microsoft.com/office/drawing/2014/main" id="{B9C96A8C-D365-168A-0E71-4D00DFD5D0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955245" y="2317796"/>
                        <a:ext cx="268288" cy="47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8">
            <a:extLst>
              <a:ext uri="{FF2B5EF4-FFF2-40B4-BE49-F238E27FC236}">
                <a16:creationId xmlns:a16="http://schemas.microsoft.com/office/drawing/2014/main" id="{9DE71FA2-AA08-8DCB-4A9B-FA2DF573F5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7043495"/>
              </p:ext>
            </p:extLst>
          </p:nvPr>
        </p:nvGraphicFramePr>
        <p:xfrm>
          <a:off x="8641839" y="2317484"/>
          <a:ext cx="23495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6" imgW="233640" imgH="471600" progId="Equation.AxMath">
                  <p:embed/>
                </p:oleObj>
              </mc:Choice>
              <mc:Fallback>
                <p:oleObj name="AxMath" r:id="rId6" imgW="233640" imgH="471600" progId="Equation.AxMath">
                  <p:embed/>
                  <p:pic>
                    <p:nvPicPr>
                      <p:cNvPr id="29" name="Object 28">
                        <a:extLst>
                          <a:ext uri="{FF2B5EF4-FFF2-40B4-BE49-F238E27FC236}">
                            <a16:creationId xmlns:a16="http://schemas.microsoft.com/office/drawing/2014/main" id="{9DE71FA2-AA08-8DCB-4A9B-FA2DF573F5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641839" y="2317484"/>
                        <a:ext cx="234950" cy="47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9">
            <a:extLst>
              <a:ext uri="{FF2B5EF4-FFF2-40B4-BE49-F238E27FC236}">
                <a16:creationId xmlns:a16="http://schemas.microsoft.com/office/drawing/2014/main" id="{E836971A-ED2E-DC7F-C779-5871602AEC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6597572"/>
              </p:ext>
            </p:extLst>
          </p:nvPr>
        </p:nvGraphicFramePr>
        <p:xfrm>
          <a:off x="9280014" y="2317484"/>
          <a:ext cx="29845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8" imgW="296280" imgH="471600" progId="Equation.AxMath">
                  <p:embed/>
                </p:oleObj>
              </mc:Choice>
              <mc:Fallback>
                <p:oleObj name="AxMath" r:id="rId8" imgW="296280" imgH="471600" progId="Equation.AxMath">
                  <p:embed/>
                  <p:pic>
                    <p:nvPicPr>
                      <p:cNvPr id="30" name="Object 29">
                        <a:extLst>
                          <a:ext uri="{FF2B5EF4-FFF2-40B4-BE49-F238E27FC236}">
                            <a16:creationId xmlns:a16="http://schemas.microsoft.com/office/drawing/2014/main" id="{E836971A-ED2E-DC7F-C779-5871602AEC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280014" y="2317484"/>
                        <a:ext cx="298450" cy="47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0">
            <a:extLst>
              <a:ext uri="{FF2B5EF4-FFF2-40B4-BE49-F238E27FC236}">
                <a16:creationId xmlns:a16="http://schemas.microsoft.com/office/drawing/2014/main" id="{85BB428A-243E-9BDD-A031-87C6932F5C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73752" y="2317484"/>
          <a:ext cx="250825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0" imgW="249840" imgH="471600" progId="Equation.AxMath">
                  <p:embed/>
                </p:oleObj>
              </mc:Choice>
              <mc:Fallback>
                <p:oleObj name="AxMath" r:id="rId10" imgW="249840" imgH="471600" progId="Equation.AxMath">
                  <p:embed/>
                  <p:pic>
                    <p:nvPicPr>
                      <p:cNvPr id="31" name="Object 30">
                        <a:extLst>
                          <a:ext uri="{FF2B5EF4-FFF2-40B4-BE49-F238E27FC236}">
                            <a16:creationId xmlns:a16="http://schemas.microsoft.com/office/drawing/2014/main" id="{85BB428A-243E-9BDD-A031-87C6932F5C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973752" y="2317484"/>
                        <a:ext cx="250825" cy="47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1">
            <a:extLst>
              <a:ext uri="{FF2B5EF4-FFF2-40B4-BE49-F238E27FC236}">
                <a16:creationId xmlns:a16="http://schemas.microsoft.com/office/drawing/2014/main" id="{B959B031-2E99-3C1E-2652-BC27AE0EB1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45277" y="2317484"/>
          <a:ext cx="24130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2" imgW="239400" imgH="471600" progId="Equation.AxMath">
                  <p:embed/>
                </p:oleObj>
              </mc:Choice>
              <mc:Fallback>
                <p:oleObj name="AxMath" r:id="rId12" imgW="239400" imgH="471600" progId="Equation.AxMath">
                  <p:embed/>
                  <p:pic>
                    <p:nvPicPr>
                      <p:cNvPr id="32" name="Object 31">
                        <a:extLst>
                          <a:ext uri="{FF2B5EF4-FFF2-40B4-BE49-F238E27FC236}">
                            <a16:creationId xmlns:a16="http://schemas.microsoft.com/office/drawing/2014/main" id="{B959B031-2E99-3C1E-2652-BC27AE0EB1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0745277" y="2317484"/>
                        <a:ext cx="241300" cy="47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2">
            <a:extLst>
              <a:ext uri="{FF2B5EF4-FFF2-40B4-BE49-F238E27FC236}">
                <a16:creationId xmlns:a16="http://schemas.microsoft.com/office/drawing/2014/main" id="{68F77384-433B-9DC3-0FB0-1672989ED0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0639398"/>
              </p:ext>
            </p:extLst>
          </p:nvPr>
        </p:nvGraphicFramePr>
        <p:xfrm>
          <a:off x="11507277" y="2323242"/>
          <a:ext cx="231775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4" imgW="230400" imgH="471600" progId="Equation.AxMath">
                  <p:embed/>
                </p:oleObj>
              </mc:Choice>
              <mc:Fallback>
                <p:oleObj name="AxMath" r:id="rId14" imgW="230400" imgH="471600" progId="Equation.AxMath">
                  <p:embed/>
                  <p:pic>
                    <p:nvPicPr>
                      <p:cNvPr id="33" name="Object 32">
                        <a:extLst>
                          <a:ext uri="{FF2B5EF4-FFF2-40B4-BE49-F238E27FC236}">
                            <a16:creationId xmlns:a16="http://schemas.microsoft.com/office/drawing/2014/main" id="{68F77384-433B-9DC3-0FB0-1672989ED0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1507277" y="2323242"/>
                        <a:ext cx="231775" cy="47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33">
            <a:extLst>
              <a:ext uri="{FF2B5EF4-FFF2-40B4-BE49-F238E27FC236}">
                <a16:creationId xmlns:a16="http://schemas.microsoft.com/office/drawing/2014/main" id="{E2F0046A-7FA6-7BC6-A69C-7F4A730101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0363969"/>
              </p:ext>
            </p:extLst>
          </p:nvPr>
        </p:nvGraphicFramePr>
        <p:xfrm>
          <a:off x="7875694" y="1486144"/>
          <a:ext cx="3683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6" imgW="367920" imgH="473760" progId="Equation.AxMath">
                  <p:embed/>
                </p:oleObj>
              </mc:Choice>
              <mc:Fallback>
                <p:oleObj name="AxMath" r:id="rId16" imgW="367920" imgH="473760" progId="Equation.AxMath">
                  <p:embed/>
                  <p:pic>
                    <p:nvPicPr>
                      <p:cNvPr id="34" name="Object 33">
                        <a:extLst>
                          <a:ext uri="{FF2B5EF4-FFF2-40B4-BE49-F238E27FC236}">
                            <a16:creationId xmlns:a16="http://schemas.microsoft.com/office/drawing/2014/main" id="{E2F0046A-7FA6-7BC6-A69C-7F4A730101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875694" y="1486144"/>
                        <a:ext cx="368300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4">
            <a:extLst>
              <a:ext uri="{FF2B5EF4-FFF2-40B4-BE49-F238E27FC236}">
                <a16:creationId xmlns:a16="http://schemas.microsoft.com/office/drawing/2014/main" id="{8BD62CFA-6A4B-3425-B41D-E926F4C56E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72619" y="1490907"/>
          <a:ext cx="38258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8" imgW="382680" imgH="473760" progId="Equation.AxMath">
                  <p:embed/>
                </p:oleObj>
              </mc:Choice>
              <mc:Fallback>
                <p:oleObj name="AxMath" r:id="rId18" imgW="382680" imgH="473760" progId="Equation.AxMath">
                  <p:embed/>
                  <p:pic>
                    <p:nvPicPr>
                      <p:cNvPr id="35" name="Object 34">
                        <a:extLst>
                          <a:ext uri="{FF2B5EF4-FFF2-40B4-BE49-F238E27FC236}">
                            <a16:creationId xmlns:a16="http://schemas.microsoft.com/office/drawing/2014/main" id="{8BD62CFA-6A4B-3425-B41D-E926F4C56E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8672619" y="1490907"/>
                        <a:ext cx="382588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35">
            <a:extLst>
              <a:ext uri="{FF2B5EF4-FFF2-40B4-BE49-F238E27FC236}">
                <a16:creationId xmlns:a16="http://schemas.microsoft.com/office/drawing/2014/main" id="{55376A7F-FE90-450D-6E6C-B916A29800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471132" y="1481382"/>
          <a:ext cx="385762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20" imgW="385920" imgH="473760" progId="Equation.AxMath">
                  <p:embed/>
                </p:oleObj>
              </mc:Choice>
              <mc:Fallback>
                <p:oleObj name="AxMath" r:id="rId20" imgW="385920" imgH="473760" progId="Equation.AxMath">
                  <p:embed/>
                  <p:pic>
                    <p:nvPicPr>
                      <p:cNvPr id="36" name="Object 35">
                        <a:extLst>
                          <a:ext uri="{FF2B5EF4-FFF2-40B4-BE49-F238E27FC236}">
                            <a16:creationId xmlns:a16="http://schemas.microsoft.com/office/drawing/2014/main" id="{55376A7F-FE90-450D-6E6C-B916A29800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9471132" y="1481382"/>
                        <a:ext cx="385762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36">
            <a:extLst>
              <a:ext uri="{FF2B5EF4-FFF2-40B4-BE49-F238E27FC236}">
                <a16:creationId xmlns:a16="http://schemas.microsoft.com/office/drawing/2014/main" id="{811A5CE1-0095-4685-03E7-D847BBCD75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71232" y="1486144"/>
          <a:ext cx="392112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22" imgW="392040" imgH="473760" progId="Equation.AxMath">
                  <p:embed/>
                </p:oleObj>
              </mc:Choice>
              <mc:Fallback>
                <p:oleObj name="AxMath" r:id="rId22" imgW="392040" imgH="473760" progId="Equation.AxMath">
                  <p:embed/>
                  <p:pic>
                    <p:nvPicPr>
                      <p:cNvPr id="37" name="Object 36">
                        <a:extLst>
                          <a:ext uri="{FF2B5EF4-FFF2-40B4-BE49-F238E27FC236}">
                            <a16:creationId xmlns:a16="http://schemas.microsoft.com/office/drawing/2014/main" id="{811A5CE1-0095-4685-03E7-D847BBCD75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0271232" y="1486144"/>
                        <a:ext cx="392112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Box 6">
            <a:extLst>
              <a:ext uri="{FF2B5EF4-FFF2-40B4-BE49-F238E27FC236}">
                <a16:creationId xmlns:a16="http://schemas.microsoft.com/office/drawing/2014/main" id="{489D8E37-C383-595E-3C41-993C82EA8DA4}"/>
              </a:ext>
            </a:extLst>
          </p:cNvPr>
          <p:cNvSpPr txBox="1"/>
          <p:nvPr/>
        </p:nvSpPr>
        <p:spPr>
          <a:xfrm>
            <a:off x="6568941" y="1537581"/>
            <a:ext cx="1019310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Inputs:</a:t>
            </a:r>
          </a:p>
        </p:txBody>
      </p:sp>
      <p:sp>
        <p:nvSpPr>
          <p:cNvPr id="39" name="TextBox 6">
            <a:extLst>
              <a:ext uri="{FF2B5EF4-FFF2-40B4-BE49-F238E27FC236}">
                <a16:creationId xmlns:a16="http://schemas.microsoft.com/office/drawing/2014/main" id="{4666E8B5-E593-E9A3-F0A2-0527525F7302}"/>
              </a:ext>
            </a:extLst>
          </p:cNvPr>
          <p:cNvSpPr txBox="1"/>
          <p:nvPr/>
        </p:nvSpPr>
        <p:spPr>
          <a:xfrm>
            <a:off x="944063" y="824408"/>
            <a:ext cx="4094633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Dynamics (after linearization)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E1849AD-9891-5E41-88F9-C959096A8F5F}"/>
              </a:ext>
            </a:extLst>
          </p:cNvPr>
          <p:cNvSpPr/>
          <p:nvPr/>
        </p:nvSpPr>
        <p:spPr>
          <a:xfrm>
            <a:off x="6380243" y="1338194"/>
            <a:ext cx="4365034" cy="7078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5E7032F-DCD8-D8F3-4F35-2D19A08F756D}"/>
              </a:ext>
            </a:extLst>
          </p:cNvPr>
          <p:cNvSpPr/>
          <p:nvPr/>
        </p:nvSpPr>
        <p:spPr>
          <a:xfrm>
            <a:off x="6380867" y="2203200"/>
            <a:ext cx="5606359" cy="707842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Object 20">
            <a:extLst>
              <a:ext uri="{FF2B5EF4-FFF2-40B4-BE49-F238E27FC236}">
                <a16:creationId xmlns:a16="http://schemas.microsoft.com/office/drawing/2014/main" id="{83643528-B1A3-162F-6414-04B52CC0FB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3967038"/>
              </p:ext>
            </p:extLst>
          </p:nvPr>
        </p:nvGraphicFramePr>
        <p:xfrm>
          <a:off x="6986526" y="4630417"/>
          <a:ext cx="3933825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24" imgW="3934440" imgH="451800" progId="Equation.AxMath">
                  <p:embed/>
                </p:oleObj>
              </mc:Choice>
              <mc:Fallback>
                <p:oleObj name="AxMath" r:id="rId24" imgW="3934440" imgH="451800" progId="Equation.AxMath">
                  <p:embed/>
                  <p:pic>
                    <p:nvPicPr>
                      <p:cNvPr id="21" name="Object 20">
                        <a:extLst>
                          <a:ext uri="{FF2B5EF4-FFF2-40B4-BE49-F238E27FC236}">
                            <a16:creationId xmlns:a16="http://schemas.microsoft.com/office/drawing/2014/main" id="{83643528-B1A3-162F-6414-04B52CC0FB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6986526" y="4630417"/>
                        <a:ext cx="3933825" cy="452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6B689FEF-6798-E555-CDDB-0CCB57C027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7125503"/>
              </p:ext>
            </p:extLst>
          </p:nvPr>
        </p:nvGraphicFramePr>
        <p:xfrm>
          <a:off x="6986526" y="5418661"/>
          <a:ext cx="39243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26" imgW="3925080" imgH="463680" progId="Equation.AxMath">
                  <p:embed/>
                </p:oleObj>
              </mc:Choice>
              <mc:Fallback>
                <p:oleObj name="AxMath" r:id="rId26" imgW="3925080" imgH="463680" progId="Equation.AxMath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6B689FEF-6798-E555-CDDB-0CCB57C027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6986526" y="5418661"/>
                        <a:ext cx="3924300" cy="463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39">
            <a:extLst>
              <a:ext uri="{FF2B5EF4-FFF2-40B4-BE49-F238E27FC236}">
                <a16:creationId xmlns:a16="http://schemas.microsoft.com/office/drawing/2014/main" id="{7AD99027-873D-4B8B-26FA-3EEBA7684C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7821048"/>
              </p:ext>
            </p:extLst>
          </p:nvPr>
        </p:nvGraphicFramePr>
        <p:xfrm>
          <a:off x="1076325" y="4559300"/>
          <a:ext cx="4460875" cy="160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28" imgW="4461480" imgH="1601640" progId="Equation.AxMath">
                  <p:embed/>
                </p:oleObj>
              </mc:Choice>
              <mc:Fallback>
                <p:oleObj name="AxMath" r:id="rId28" imgW="4461480" imgH="1601640" progId="Equation.AxMath">
                  <p:embed/>
                  <p:pic>
                    <p:nvPicPr>
                      <p:cNvPr id="40" name="Object 39">
                        <a:extLst>
                          <a:ext uri="{FF2B5EF4-FFF2-40B4-BE49-F238E27FC236}">
                            <a16:creationId xmlns:a16="http://schemas.microsoft.com/office/drawing/2014/main" id="{7AD99027-873D-4B8B-26FA-3EEBA7684C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076325" y="4559300"/>
                        <a:ext cx="4460875" cy="1601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5" name="Picture 44">
            <a:extLst>
              <a:ext uri="{FF2B5EF4-FFF2-40B4-BE49-F238E27FC236}">
                <a16:creationId xmlns:a16="http://schemas.microsoft.com/office/drawing/2014/main" id="{37B1EEC4-490F-9778-0794-FCDC05A42831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1618917">
            <a:off x="6033618" y="3648131"/>
            <a:ext cx="1085562" cy="506461"/>
          </a:xfrm>
          <a:prstGeom prst="rect">
            <a:avLst/>
          </a:prstGeom>
        </p:spPr>
      </p:pic>
      <p:sp>
        <p:nvSpPr>
          <p:cNvPr id="53" name="TextBox 6">
            <a:extLst>
              <a:ext uri="{FF2B5EF4-FFF2-40B4-BE49-F238E27FC236}">
                <a16:creationId xmlns:a16="http://schemas.microsoft.com/office/drawing/2014/main" id="{7091F8F2-B73B-7385-8F19-32A12FE65DD2}"/>
              </a:ext>
            </a:extLst>
          </p:cNvPr>
          <p:cNvSpPr txBox="1"/>
          <p:nvPr/>
        </p:nvSpPr>
        <p:spPr>
          <a:xfrm>
            <a:off x="6395025" y="3091941"/>
            <a:ext cx="905088" cy="344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187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D3FA0B31-B568-E3E4-CDF0-D71A6A45730C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801514" y="3648131"/>
            <a:ext cx="1085562" cy="506461"/>
          </a:xfrm>
          <a:prstGeom prst="rect">
            <a:avLst/>
          </a:prstGeom>
        </p:spPr>
      </p:pic>
      <p:sp>
        <p:nvSpPr>
          <p:cNvPr id="55" name="TextBox 6">
            <a:extLst>
              <a:ext uri="{FF2B5EF4-FFF2-40B4-BE49-F238E27FC236}">
                <a16:creationId xmlns:a16="http://schemas.microsoft.com/office/drawing/2014/main" id="{C6F26A54-C62C-E3D9-1323-C004C0AD8981}"/>
              </a:ext>
            </a:extLst>
          </p:cNvPr>
          <p:cNvSpPr txBox="1"/>
          <p:nvPr/>
        </p:nvSpPr>
        <p:spPr>
          <a:xfrm>
            <a:off x="11160516" y="3091941"/>
            <a:ext cx="905088" cy="344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187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06AAF0D5-9637-2B54-C973-C9CC341D8493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1618917">
            <a:off x="7562019" y="3648130"/>
            <a:ext cx="1085562" cy="506461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58D6D039-B9EA-FB38-94A8-3F44B59CC367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1618917">
            <a:off x="9156945" y="3648130"/>
            <a:ext cx="1085562" cy="506461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FD53093A-DFB0-FC09-1716-B7E40CB63DF9}"/>
              </a:ext>
            </a:extLst>
          </p:cNvPr>
          <p:cNvSpPr/>
          <p:nvPr/>
        </p:nvSpPr>
        <p:spPr>
          <a:xfrm>
            <a:off x="2586443" y="3633283"/>
            <a:ext cx="3124884" cy="6123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B42A845-3FA5-BE65-7411-0294A5CE7D7F}"/>
              </a:ext>
            </a:extLst>
          </p:cNvPr>
          <p:cNvSpPr/>
          <p:nvPr/>
        </p:nvSpPr>
        <p:spPr>
          <a:xfrm>
            <a:off x="4686083" y="4531728"/>
            <a:ext cx="838053" cy="15954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450F6CA-2C08-543D-C224-9361747993DF}"/>
              </a:ext>
            </a:extLst>
          </p:cNvPr>
          <p:cNvSpPr/>
          <p:nvPr/>
        </p:nvSpPr>
        <p:spPr>
          <a:xfrm>
            <a:off x="1393859" y="4565101"/>
            <a:ext cx="592631" cy="1558178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777D07F-2501-E876-9660-65BFF755C23E}"/>
              </a:ext>
            </a:extLst>
          </p:cNvPr>
          <p:cNvSpPr/>
          <p:nvPr/>
        </p:nvSpPr>
        <p:spPr>
          <a:xfrm>
            <a:off x="1428914" y="3699039"/>
            <a:ext cx="412515" cy="455554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28">
            <a:extLst>
              <a:ext uri="{FF2B5EF4-FFF2-40B4-BE49-F238E27FC236}">
                <a16:creationId xmlns:a16="http://schemas.microsoft.com/office/drawing/2014/main" id="{973520EE-300F-A003-E722-0B1A01CCA675}"/>
              </a:ext>
            </a:extLst>
          </p:cNvPr>
          <p:cNvSpPr txBox="1"/>
          <p:nvPr/>
        </p:nvSpPr>
        <p:spPr>
          <a:xfrm>
            <a:off x="1224097" y="1774154"/>
            <a:ext cx="1316386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Linearize at</a:t>
            </a:r>
          </a:p>
        </p:txBody>
      </p:sp>
      <p:graphicFrame>
        <p:nvGraphicFramePr>
          <p:cNvPr id="68" name="Object 67">
            <a:extLst>
              <a:ext uri="{FF2B5EF4-FFF2-40B4-BE49-F238E27FC236}">
                <a16:creationId xmlns:a16="http://schemas.microsoft.com/office/drawing/2014/main" id="{A093AEE3-102A-8C08-78F2-8B752B619D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7238452"/>
              </p:ext>
            </p:extLst>
          </p:nvPr>
        </p:nvGraphicFramePr>
        <p:xfrm>
          <a:off x="3531247" y="1475088"/>
          <a:ext cx="688975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31" imgW="689760" imgH="416160" progId="Equation.AxMath">
                  <p:embed/>
                </p:oleObj>
              </mc:Choice>
              <mc:Fallback>
                <p:oleObj name="AxMath" r:id="rId31" imgW="689760" imgH="416160" progId="Equation.AxMath">
                  <p:embed/>
                  <p:pic>
                    <p:nvPicPr>
                      <p:cNvPr id="68" name="Object 67">
                        <a:extLst>
                          <a:ext uri="{FF2B5EF4-FFF2-40B4-BE49-F238E27FC236}">
                            <a16:creationId xmlns:a16="http://schemas.microsoft.com/office/drawing/2014/main" id="{A093AEE3-102A-8C08-78F2-8B752B619D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3531247" y="1475088"/>
                        <a:ext cx="688975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68">
            <a:extLst>
              <a:ext uri="{FF2B5EF4-FFF2-40B4-BE49-F238E27FC236}">
                <a16:creationId xmlns:a16="http://schemas.microsoft.com/office/drawing/2014/main" id="{F63A26D1-1F66-53FC-DA12-2CA6F5A8E8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7241167"/>
              </p:ext>
            </p:extLst>
          </p:nvPr>
        </p:nvGraphicFramePr>
        <p:xfrm>
          <a:off x="3165729" y="2042980"/>
          <a:ext cx="1062038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33" imgW="1062720" imgH="415080" progId="Equation.AxMath">
                  <p:embed/>
                </p:oleObj>
              </mc:Choice>
              <mc:Fallback>
                <p:oleObj name="AxMath" r:id="rId33" imgW="1062720" imgH="415080" progId="Equation.AxMath">
                  <p:embed/>
                  <p:pic>
                    <p:nvPicPr>
                      <p:cNvPr id="69" name="Object 68">
                        <a:extLst>
                          <a:ext uri="{FF2B5EF4-FFF2-40B4-BE49-F238E27FC236}">
                            <a16:creationId xmlns:a16="http://schemas.microsoft.com/office/drawing/2014/main" id="{F63A26D1-1F66-53FC-DA12-2CA6F5A8E8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3165729" y="2042980"/>
                        <a:ext cx="1062038" cy="414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Object 69">
            <a:extLst>
              <a:ext uri="{FF2B5EF4-FFF2-40B4-BE49-F238E27FC236}">
                <a16:creationId xmlns:a16="http://schemas.microsoft.com/office/drawing/2014/main" id="{5044E032-549F-E109-CB05-C3D9FAD051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8726323"/>
              </p:ext>
            </p:extLst>
          </p:nvPr>
        </p:nvGraphicFramePr>
        <p:xfrm>
          <a:off x="3503267" y="2590274"/>
          <a:ext cx="885825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35" imgW="885600" imgH="416880" progId="Equation.AxMath">
                  <p:embed/>
                </p:oleObj>
              </mc:Choice>
              <mc:Fallback>
                <p:oleObj name="AxMath" r:id="rId35" imgW="885600" imgH="416880" progId="Equation.AxMath">
                  <p:embed/>
                  <p:pic>
                    <p:nvPicPr>
                      <p:cNvPr id="70" name="Object 69">
                        <a:extLst>
                          <a:ext uri="{FF2B5EF4-FFF2-40B4-BE49-F238E27FC236}">
                            <a16:creationId xmlns:a16="http://schemas.microsoft.com/office/drawing/2014/main" id="{5044E032-549F-E109-CB05-C3D9FAD051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3503267" y="2590274"/>
                        <a:ext cx="885825" cy="417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" name="Rectangle 70">
            <a:extLst>
              <a:ext uri="{FF2B5EF4-FFF2-40B4-BE49-F238E27FC236}">
                <a16:creationId xmlns:a16="http://schemas.microsoft.com/office/drawing/2014/main" id="{1B933FD8-DE14-BCFA-F1CC-2890D7371028}"/>
              </a:ext>
            </a:extLst>
          </p:cNvPr>
          <p:cNvSpPr/>
          <p:nvPr/>
        </p:nvSpPr>
        <p:spPr>
          <a:xfrm>
            <a:off x="6889172" y="4591133"/>
            <a:ext cx="354618" cy="515970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D546DA2-3DBF-89E3-FA20-3A9B2F517A29}"/>
              </a:ext>
            </a:extLst>
          </p:cNvPr>
          <p:cNvSpPr/>
          <p:nvPr/>
        </p:nvSpPr>
        <p:spPr>
          <a:xfrm>
            <a:off x="6889172" y="5418661"/>
            <a:ext cx="354618" cy="515970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B6D0D55-495C-117F-0014-E4E44ADA5ECA}"/>
              </a:ext>
            </a:extLst>
          </p:cNvPr>
          <p:cNvSpPr/>
          <p:nvPr/>
        </p:nvSpPr>
        <p:spPr>
          <a:xfrm>
            <a:off x="8877898" y="5392451"/>
            <a:ext cx="354618" cy="515970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078A611-6F6F-E218-77CE-D69DDB1A6055}"/>
              </a:ext>
            </a:extLst>
          </p:cNvPr>
          <p:cNvSpPr/>
          <p:nvPr/>
        </p:nvSpPr>
        <p:spPr>
          <a:xfrm>
            <a:off x="8922822" y="4605391"/>
            <a:ext cx="354618" cy="515970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DD62C60-0EEF-AD1C-A32D-5EFA33F2382A}"/>
              </a:ext>
            </a:extLst>
          </p:cNvPr>
          <p:cNvSpPr/>
          <p:nvPr/>
        </p:nvSpPr>
        <p:spPr>
          <a:xfrm>
            <a:off x="10446896" y="4591868"/>
            <a:ext cx="354618" cy="515970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F82A1926-214B-A2B6-F6C8-8132DF94C8A5}"/>
              </a:ext>
            </a:extLst>
          </p:cNvPr>
          <p:cNvSpPr/>
          <p:nvPr/>
        </p:nvSpPr>
        <p:spPr>
          <a:xfrm>
            <a:off x="10446896" y="5405138"/>
            <a:ext cx="354618" cy="515970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5B8041A-0683-26CA-2F71-55B9921E1C77}"/>
              </a:ext>
            </a:extLst>
          </p:cNvPr>
          <p:cNvSpPr/>
          <p:nvPr/>
        </p:nvSpPr>
        <p:spPr>
          <a:xfrm>
            <a:off x="8413246" y="4605391"/>
            <a:ext cx="354618" cy="515970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9700C48-A646-7D14-3F48-1D0650EA2DFB}"/>
              </a:ext>
            </a:extLst>
          </p:cNvPr>
          <p:cNvSpPr/>
          <p:nvPr/>
        </p:nvSpPr>
        <p:spPr>
          <a:xfrm>
            <a:off x="8385451" y="5392451"/>
            <a:ext cx="354618" cy="515970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37EE8BC-7C7B-33C4-A511-01DFF672586E}"/>
              </a:ext>
            </a:extLst>
          </p:cNvPr>
          <p:cNvSpPr/>
          <p:nvPr/>
        </p:nvSpPr>
        <p:spPr>
          <a:xfrm>
            <a:off x="9973752" y="4598650"/>
            <a:ext cx="354618" cy="515970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9C030D8-6FD6-C036-F0C0-9B0406299D07}"/>
              </a:ext>
            </a:extLst>
          </p:cNvPr>
          <p:cNvSpPr/>
          <p:nvPr/>
        </p:nvSpPr>
        <p:spPr>
          <a:xfrm>
            <a:off x="9947142" y="5396376"/>
            <a:ext cx="354618" cy="515970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081D2D10-726B-0C65-27FD-340A9FA70F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4231328"/>
              </p:ext>
            </p:extLst>
          </p:nvPr>
        </p:nvGraphicFramePr>
        <p:xfrm>
          <a:off x="1449388" y="3594100"/>
          <a:ext cx="422275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37" imgW="4222800" imgH="761400" progId="Equation.AxMath">
                  <p:embed/>
                </p:oleObj>
              </mc:Choice>
              <mc:Fallback>
                <p:oleObj name="AxMath" r:id="rId37" imgW="4222800" imgH="761400" progId="Equation.AxMath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081D2D10-726B-0C65-27FD-340A9FA70F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449388" y="3594100"/>
                        <a:ext cx="4222750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289592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5" grpId="0"/>
      <p:bldP spid="58" grpId="0" animBg="1"/>
      <p:bldP spid="61" grpId="0" animBg="1"/>
      <p:bldP spid="62" grpId="0" animBg="1"/>
      <p:bldP spid="63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6"/>
          <p:cNvSpPr txBox="1"/>
          <p:nvPr/>
        </p:nvSpPr>
        <p:spPr>
          <a:xfrm>
            <a:off x="103173" y="155590"/>
            <a:ext cx="358835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600" spc="49">
                <a:solidFill>
                  <a:srgbClr val="F5F7FA"/>
                </a:solidFill>
                <a:latin typeface="Raleway"/>
              </a:rPr>
              <a:t>IV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CCB28C-623E-AE14-675B-A14395752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422" y="4169257"/>
            <a:ext cx="2691178" cy="174894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82578D3-7528-C117-5215-256709E363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3600" y="2413000"/>
            <a:ext cx="7162800" cy="3370729"/>
          </a:xfrm>
          <a:prstGeom prst="rect">
            <a:avLst/>
          </a:prstGeom>
        </p:spPr>
      </p:pic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DB3AE487-CB0A-AD23-6E19-99CE2528FA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36772" y="1139200"/>
          <a:ext cx="1208617" cy="1002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5" imgW="1660320" imgH="1378080" progId="Equation.AxMath">
                  <p:embed/>
                </p:oleObj>
              </mc:Choice>
              <mc:Fallback>
                <p:oleObj name="AxMath" r:id="rId5" imgW="1660320" imgH="1378080" progId="Equation.AxMath">
                  <p:embed/>
                  <p:pic>
                    <p:nvPicPr>
                      <p:cNvPr id="24" name="Object 23">
                        <a:extLst>
                          <a:ext uri="{FF2B5EF4-FFF2-40B4-BE49-F238E27FC236}">
                            <a16:creationId xmlns:a16="http://schemas.microsoft.com/office/drawing/2014/main" id="{DB3AE487-CB0A-AD23-6E19-99CE2528FA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336772" y="1139200"/>
                        <a:ext cx="1208617" cy="10029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380CF409-DFB8-68E4-A738-873C7C33F6E8}"/>
              </a:ext>
            </a:extLst>
          </p:cNvPr>
          <p:cNvSpPr txBox="1"/>
          <p:nvPr/>
        </p:nvSpPr>
        <p:spPr>
          <a:xfrm>
            <a:off x="6692496" y="1462464"/>
            <a:ext cx="1375698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Linearize at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2A12AA-AAC8-5B17-3E5F-0FF21125A040}"/>
              </a:ext>
            </a:extLst>
          </p:cNvPr>
          <p:cNvSpPr txBox="1"/>
          <p:nvPr/>
        </p:nvSpPr>
        <p:spPr>
          <a:xfrm>
            <a:off x="588145" y="6715110"/>
            <a:ext cx="9238026" cy="1743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800"/>
            </a:lvl1pPr>
          </a:lstStyle>
          <a:p>
            <a:r>
              <a:rPr lang="en-US" sz="533" dirty="0"/>
              <a:t>Shen Z, Ma Y, Tsuchiya T. Feedback linearization-based tracking control of a tilt-rotor with cat-trot gait plan. International Journal of Advanced Robotic Systems. 2022;19(4). doi:10.1177/17298806221109360</a:t>
            </a:r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B56156CD-4A1B-2990-B3C9-C020866D2E51}"/>
              </a:ext>
            </a:extLst>
          </p:cNvPr>
          <p:cNvGrpSpPr/>
          <p:nvPr/>
        </p:nvGrpSpPr>
        <p:grpSpPr>
          <a:xfrm>
            <a:off x="0" y="1"/>
            <a:ext cx="565181" cy="572775"/>
            <a:chOff x="0" y="0"/>
            <a:chExt cx="286777" cy="290630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5B4FA1B1-1BED-250D-FF9A-0165AC8CE341}"/>
                </a:ext>
              </a:extLst>
            </p:cNvPr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</p:sp>
      </p:grpSp>
      <p:grpSp>
        <p:nvGrpSpPr>
          <p:cNvPr id="10" name="Group 4">
            <a:extLst>
              <a:ext uri="{FF2B5EF4-FFF2-40B4-BE49-F238E27FC236}">
                <a16:creationId xmlns:a16="http://schemas.microsoft.com/office/drawing/2014/main" id="{FDB58638-A6B0-0D00-B41E-6986ACC3E483}"/>
              </a:ext>
            </a:extLst>
          </p:cNvPr>
          <p:cNvGrpSpPr/>
          <p:nvPr/>
        </p:nvGrpSpPr>
        <p:grpSpPr>
          <a:xfrm>
            <a:off x="0" y="572776"/>
            <a:ext cx="565181" cy="6285225"/>
            <a:chOff x="0" y="0"/>
            <a:chExt cx="286777" cy="3189170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D8AA7DC9-0D6E-A64D-149A-A432C02D3B33}"/>
                </a:ext>
              </a:extLst>
            </p:cNvPr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</p:sp>
      </p:grpSp>
      <p:sp>
        <p:nvSpPr>
          <p:cNvPr id="13" name="AutoShape 6">
            <a:extLst>
              <a:ext uri="{FF2B5EF4-FFF2-40B4-BE49-F238E27FC236}">
                <a16:creationId xmlns:a16="http://schemas.microsoft.com/office/drawing/2014/main" id="{7592713D-871D-294A-1CC1-46EADF451DCF}"/>
              </a:ext>
            </a:extLst>
          </p:cNvPr>
          <p:cNvSpPr/>
          <p:nvPr/>
        </p:nvSpPr>
        <p:spPr>
          <a:xfrm rot="1790">
            <a:off x="-1" y="569600"/>
            <a:ext cx="12192001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6">
            <a:extLst>
              <a:ext uri="{FF2B5EF4-FFF2-40B4-BE49-F238E27FC236}">
                <a16:creationId xmlns:a16="http://schemas.microsoft.com/office/drawing/2014/main" id="{839002E2-8437-7DBC-1447-D6B89618FD30}"/>
              </a:ext>
            </a:extLst>
          </p:cNvPr>
          <p:cNvSpPr txBox="1"/>
          <p:nvPr/>
        </p:nvSpPr>
        <p:spPr>
          <a:xfrm>
            <a:off x="103173" y="155590"/>
            <a:ext cx="358835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600" spc="49" dirty="0">
                <a:solidFill>
                  <a:srgbClr val="F5F7FA"/>
                </a:solidFill>
                <a:latin typeface="Raleway"/>
              </a:rPr>
              <a:t>II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0C75FE9B-0B2A-E423-CFEE-03D314FE37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2205" y="1967271"/>
          <a:ext cx="500063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7" imgW="499320" imgH="991080" progId="Equation.AxMath">
                  <p:embed/>
                </p:oleObj>
              </mc:Choice>
              <mc:Fallback>
                <p:oleObj name="AxMath" r:id="rId7" imgW="499320" imgH="991080" progId="Equation.AxMath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0C75FE9B-0B2A-E423-CFEE-03D314FE37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02205" y="1967271"/>
                        <a:ext cx="500063" cy="990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91C00E83-7AC6-D60A-1FDA-E7CCEB6287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39293" y="2135688"/>
          <a:ext cx="515937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9" imgW="515880" imgH="672840" progId="Equation.AxMath">
                  <p:embed/>
                </p:oleObj>
              </mc:Choice>
              <mc:Fallback>
                <p:oleObj name="AxMath" r:id="rId9" imgW="515880" imgH="672840" progId="Equation.AxMath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91C00E83-7AC6-D60A-1FDA-E7CCEB6287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339293" y="2135688"/>
                        <a:ext cx="515937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2AEE3CC-2D71-8034-9175-ADCF60C7AE1A}"/>
              </a:ext>
            </a:extLst>
          </p:cNvPr>
          <p:cNvSpPr txBox="1"/>
          <p:nvPr/>
        </p:nvSpPr>
        <p:spPr>
          <a:xfrm>
            <a:off x="2220801" y="3147732"/>
            <a:ext cx="1117614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quadrotor</a:t>
            </a:r>
          </a:p>
        </p:txBody>
      </p:sp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4847FDB3-E259-A2C8-E632-84FF854626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32873" y="2393498"/>
          <a:ext cx="1047750" cy="142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Glyph" r:id="rId11" imgW="104400" imgH="14400" progId="AxGlyph.Document">
                  <p:embed/>
                </p:oleObj>
              </mc:Choice>
              <mc:Fallback>
                <p:oleObj name="AxGlyph" r:id="rId11" imgW="104400" imgH="14400" progId="AxGlyph.Document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4847FDB3-E259-A2C8-E632-84FF85462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232873" y="2393498"/>
                        <a:ext cx="1047750" cy="142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10">
            <a:extLst>
              <a:ext uri="{FF2B5EF4-FFF2-40B4-BE49-F238E27FC236}">
                <a16:creationId xmlns:a16="http://schemas.microsoft.com/office/drawing/2014/main" id="{4FDC04FD-EBC3-86D8-C4E9-67EFB7CD5C23}"/>
              </a:ext>
            </a:extLst>
          </p:cNvPr>
          <p:cNvSpPr txBox="1"/>
          <p:nvPr/>
        </p:nvSpPr>
        <p:spPr>
          <a:xfrm>
            <a:off x="11688455" y="-50167"/>
            <a:ext cx="400372" cy="535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00"/>
              </a:lnSpc>
            </a:pPr>
            <a:r>
              <a:rPr lang="en-US" sz="2400" dirty="0">
                <a:solidFill>
                  <a:srgbClr val="003F91"/>
                </a:solidFill>
                <a:latin typeface="Raleway Bold"/>
              </a:rPr>
              <a:t>14</a:t>
            </a:r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0F3FA3ED-AD9D-82CD-87A7-46E86AEC6147}"/>
              </a:ext>
            </a:extLst>
          </p:cNvPr>
          <p:cNvSpPr txBox="1"/>
          <p:nvPr/>
        </p:nvSpPr>
        <p:spPr>
          <a:xfrm>
            <a:off x="749300" y="155590"/>
            <a:ext cx="706183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9"/>
              </a:lnSpc>
            </a:pPr>
            <a:r>
              <a:rPr lang="en-US" sz="1600" spc="49" dirty="0">
                <a:solidFill>
                  <a:srgbClr val="003F91"/>
                </a:solidFill>
                <a:latin typeface="Raleway"/>
              </a:rPr>
              <a:t>Controller Design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231459-4313-BA08-5E66-4E63C5646264}"/>
              </a:ext>
            </a:extLst>
          </p:cNvPr>
          <p:cNvSpPr txBox="1"/>
          <p:nvPr/>
        </p:nvSpPr>
        <p:spPr>
          <a:xfrm>
            <a:off x="944063" y="824408"/>
            <a:ext cx="4555442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altLang="zh-CN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Coupled Position and Attitude</a:t>
            </a:r>
            <a:endParaRPr lang="en-US" sz="2400" dirty="0">
              <a:solidFill>
                <a:srgbClr val="003F9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7446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"/>
            <a:ext cx="565181" cy="572775"/>
            <a:chOff x="0" y="0"/>
            <a:chExt cx="286777" cy="290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572776"/>
            <a:ext cx="565181" cy="6285225"/>
            <a:chOff x="0" y="0"/>
            <a:chExt cx="286777" cy="31891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</p:sp>
      </p:grpSp>
      <p:sp>
        <p:nvSpPr>
          <p:cNvPr id="6" name="AutoShape 6"/>
          <p:cNvSpPr/>
          <p:nvPr/>
        </p:nvSpPr>
        <p:spPr>
          <a:xfrm rot="1790">
            <a:off x="-1" y="569600"/>
            <a:ext cx="12192001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103173" y="155590"/>
            <a:ext cx="358835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600" spc="49" dirty="0">
                <a:solidFill>
                  <a:srgbClr val="F5F7FA"/>
                </a:solidFill>
                <a:latin typeface="Raleway"/>
              </a:rPr>
              <a:t>II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6754E07E-3E69-6B8E-2C8C-D339B562182A}"/>
              </a:ext>
            </a:extLst>
          </p:cNvPr>
          <p:cNvSpPr txBox="1"/>
          <p:nvPr/>
        </p:nvSpPr>
        <p:spPr>
          <a:xfrm>
            <a:off x="11688455" y="-50167"/>
            <a:ext cx="298772" cy="535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2400" dirty="0">
                <a:solidFill>
                  <a:srgbClr val="003F91"/>
                </a:solidFill>
                <a:latin typeface="Raleway Bold"/>
              </a:rPr>
              <a:t>15</a:t>
            </a:r>
          </a:p>
        </p:txBody>
      </p:sp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C8A5C30B-AF33-DDF2-87A2-968B2ADDD0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474925"/>
              </p:ext>
            </p:extLst>
          </p:nvPr>
        </p:nvGraphicFramePr>
        <p:xfrm>
          <a:off x="1449388" y="3594100"/>
          <a:ext cx="422275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4" imgW="4222800" imgH="761400" progId="Equation.AxMath">
                  <p:embed/>
                </p:oleObj>
              </mc:Choice>
              <mc:Fallback>
                <p:oleObj name="AxMath" r:id="rId4" imgW="4222800" imgH="761400" progId="Equation.AxMath">
                  <p:embed/>
                  <p:pic>
                    <p:nvPicPr>
                      <p:cNvPr id="26" name="Object 25">
                        <a:extLst>
                          <a:ext uri="{FF2B5EF4-FFF2-40B4-BE49-F238E27FC236}">
                            <a16:creationId xmlns:a16="http://schemas.microsoft.com/office/drawing/2014/main" id="{C8A5C30B-AF33-DDF2-87A2-968B2ADDD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49388" y="3594100"/>
                        <a:ext cx="4222750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AEC4058-7A52-4977-A0C6-767A4C4918C3}"/>
              </a:ext>
            </a:extLst>
          </p:cNvPr>
          <p:cNvSpPr txBox="1"/>
          <p:nvPr/>
        </p:nvSpPr>
        <p:spPr>
          <a:xfrm>
            <a:off x="944063" y="824408"/>
            <a:ext cx="4094633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Altitude Control</a:t>
            </a:r>
          </a:p>
        </p:txBody>
      </p:sp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944643AC-4B0F-1227-D65C-93184FB66E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8669566"/>
              </p:ext>
            </p:extLst>
          </p:nvPr>
        </p:nvGraphicFramePr>
        <p:xfrm>
          <a:off x="1449388" y="4734081"/>
          <a:ext cx="418147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6" imgW="4182120" imgH="761400" progId="Equation.AxMath">
                  <p:embed/>
                </p:oleObj>
              </mc:Choice>
              <mc:Fallback>
                <p:oleObj name="AxMath" r:id="rId6" imgW="4182120" imgH="761400" progId="Equation.AxMath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944643AC-4B0F-1227-D65C-93184FB66E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449388" y="4734081"/>
                        <a:ext cx="4181475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8D2D757B-B0C4-F2F2-B993-6C55C5F22F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558065"/>
              </p:ext>
            </p:extLst>
          </p:nvPr>
        </p:nvGraphicFramePr>
        <p:xfrm>
          <a:off x="1009378" y="5874062"/>
          <a:ext cx="1347787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8" imgW="1347840" imgH="417960" progId="Equation.AxMath">
                  <p:embed/>
                </p:oleObj>
              </mc:Choice>
              <mc:Fallback>
                <p:oleObj name="AxMath" r:id="rId8" imgW="1347840" imgH="417960" progId="Equation.AxMath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8D2D757B-B0C4-F2F2-B993-6C55C5F22F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09378" y="5874062"/>
                        <a:ext cx="1347787" cy="417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11">
            <a:extLst>
              <a:ext uri="{FF2B5EF4-FFF2-40B4-BE49-F238E27FC236}">
                <a16:creationId xmlns:a16="http://schemas.microsoft.com/office/drawing/2014/main" id="{14CE308F-28E6-8169-0842-FF260A142762}"/>
              </a:ext>
            </a:extLst>
          </p:cNvPr>
          <p:cNvSpPr txBox="1"/>
          <p:nvPr/>
        </p:nvSpPr>
        <p:spPr>
          <a:xfrm>
            <a:off x="749300" y="155590"/>
            <a:ext cx="706183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9"/>
              </a:lnSpc>
            </a:pPr>
            <a:r>
              <a:rPr lang="en-US" sz="1600" spc="49" dirty="0">
                <a:solidFill>
                  <a:srgbClr val="003F91"/>
                </a:solidFill>
                <a:latin typeface="Raleway"/>
              </a:rPr>
              <a:t>Controller Design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94166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"/>
            <a:ext cx="565181" cy="572775"/>
            <a:chOff x="0" y="0"/>
            <a:chExt cx="286777" cy="290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572776"/>
            <a:ext cx="565181" cy="6285225"/>
            <a:chOff x="0" y="0"/>
            <a:chExt cx="286777" cy="31891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</p:sp>
      </p:grpSp>
      <p:sp>
        <p:nvSpPr>
          <p:cNvPr id="6" name="AutoShape 6"/>
          <p:cNvSpPr/>
          <p:nvPr/>
        </p:nvSpPr>
        <p:spPr>
          <a:xfrm rot="1790">
            <a:off x="-1" y="569600"/>
            <a:ext cx="12192001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103173" y="155590"/>
            <a:ext cx="358835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600" spc="49" dirty="0">
                <a:solidFill>
                  <a:srgbClr val="F5F7FA"/>
                </a:solidFill>
                <a:latin typeface="Raleway"/>
              </a:rPr>
              <a:t>II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6754E07E-3E69-6B8E-2C8C-D339B562182A}"/>
              </a:ext>
            </a:extLst>
          </p:cNvPr>
          <p:cNvSpPr txBox="1"/>
          <p:nvPr/>
        </p:nvSpPr>
        <p:spPr>
          <a:xfrm>
            <a:off x="10769600" y="-50167"/>
            <a:ext cx="1217627" cy="535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2400" dirty="0">
                <a:solidFill>
                  <a:srgbClr val="003F91"/>
                </a:solidFill>
                <a:latin typeface="Raleway Bold"/>
              </a:rPr>
              <a:t>16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EC4058-7A52-4977-A0C6-767A4C4918C3}"/>
              </a:ext>
            </a:extLst>
          </p:cNvPr>
          <p:cNvSpPr txBox="1"/>
          <p:nvPr/>
        </p:nvSpPr>
        <p:spPr>
          <a:xfrm>
            <a:off x="944063" y="824408"/>
            <a:ext cx="4094633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Altitude Control (PID controller)</a:t>
            </a:r>
          </a:p>
        </p:txBody>
      </p:sp>
      <p:graphicFrame>
        <p:nvGraphicFramePr>
          <p:cNvPr id="30" name="Object 29">
            <a:extLst>
              <a:ext uri="{FF2B5EF4-FFF2-40B4-BE49-F238E27FC236}">
                <a16:creationId xmlns:a16="http://schemas.microsoft.com/office/drawing/2014/main" id="{F5EF8495-04B9-6ED3-5EF6-094CBBECEA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6341082"/>
              </p:ext>
            </p:extLst>
          </p:nvPr>
        </p:nvGraphicFramePr>
        <p:xfrm>
          <a:off x="1892895" y="1527401"/>
          <a:ext cx="1041400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4" imgW="1041840" imgH="475200" progId="Equation.AxMath">
                  <p:embed/>
                </p:oleObj>
              </mc:Choice>
              <mc:Fallback>
                <p:oleObj name="AxMath" r:id="rId4" imgW="1041840" imgH="475200" progId="Equation.AxMath">
                  <p:embed/>
                  <p:pic>
                    <p:nvPicPr>
                      <p:cNvPr id="30" name="Object 29">
                        <a:extLst>
                          <a:ext uri="{FF2B5EF4-FFF2-40B4-BE49-F238E27FC236}">
                            <a16:creationId xmlns:a16="http://schemas.microsoft.com/office/drawing/2014/main" id="{F5EF8495-04B9-6ED3-5EF6-094CBBECEA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92895" y="1527401"/>
                        <a:ext cx="1041400" cy="474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1">
            <a:extLst>
              <a:ext uri="{FF2B5EF4-FFF2-40B4-BE49-F238E27FC236}">
                <a16:creationId xmlns:a16="http://schemas.microsoft.com/office/drawing/2014/main" id="{D52BD713-D7E9-82F7-A14C-0CFC5F6082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6649068"/>
              </p:ext>
            </p:extLst>
          </p:nvPr>
        </p:nvGraphicFramePr>
        <p:xfrm>
          <a:off x="3080345" y="1508351"/>
          <a:ext cx="183197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6" imgW="1831320" imgH="494640" progId="Equation.AxMath">
                  <p:embed/>
                </p:oleObj>
              </mc:Choice>
              <mc:Fallback>
                <p:oleObj name="AxMath" r:id="rId6" imgW="1831320" imgH="494640" progId="Equation.AxMath">
                  <p:embed/>
                  <p:pic>
                    <p:nvPicPr>
                      <p:cNvPr id="32" name="Object 31">
                        <a:extLst>
                          <a:ext uri="{FF2B5EF4-FFF2-40B4-BE49-F238E27FC236}">
                            <a16:creationId xmlns:a16="http://schemas.microsoft.com/office/drawing/2014/main" id="{D52BD713-D7E9-82F7-A14C-0CFC5F6082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080345" y="1508351"/>
                        <a:ext cx="1831975" cy="49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044783AE-92DD-CCBA-BE63-64F67BB3CA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1414641"/>
              </p:ext>
            </p:extLst>
          </p:nvPr>
        </p:nvGraphicFramePr>
        <p:xfrm>
          <a:off x="2014977" y="2615312"/>
          <a:ext cx="263207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8" imgW="2631600" imgH="473760" progId="Equation.AxMath">
                  <p:embed/>
                </p:oleObj>
              </mc:Choice>
              <mc:Fallback>
                <p:oleObj name="AxMath" r:id="rId8" imgW="2631600" imgH="473760" progId="Equation.AxMath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044783AE-92DD-CCBA-BE63-64F67BB3CA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014977" y="2615312"/>
                        <a:ext cx="2632075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F0D1C58E-B911-6F77-0EBD-6B5287B8E0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1173172"/>
              </p:ext>
            </p:extLst>
          </p:nvPr>
        </p:nvGraphicFramePr>
        <p:xfrm>
          <a:off x="1773832" y="3518754"/>
          <a:ext cx="2222500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0" imgW="2221920" imgH="649800" progId="Equation.AxMath">
                  <p:embed/>
                </p:oleObj>
              </mc:Choice>
              <mc:Fallback>
                <p:oleObj name="AxMath" r:id="rId10" imgW="2221920" imgH="649800" progId="Equation.AxMath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F0D1C58E-B911-6F77-0EBD-6B5287B8E0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773832" y="3518754"/>
                        <a:ext cx="2222500" cy="649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2F8A2474-552F-329D-8CA3-CE9928C48F4E}"/>
              </a:ext>
            </a:extLst>
          </p:cNvPr>
          <p:cNvSpPr txBox="1"/>
          <p:nvPr/>
        </p:nvSpPr>
        <p:spPr>
          <a:xfrm>
            <a:off x="7157691" y="1525870"/>
            <a:ext cx="4581801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altLang="zh-CN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                       I                     D</a:t>
            </a:r>
            <a:endParaRPr lang="en-US" sz="2400" dirty="0">
              <a:solidFill>
                <a:srgbClr val="003F9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472BE1-78F4-7056-926F-E234AE1FCA9B}"/>
              </a:ext>
            </a:extLst>
          </p:cNvPr>
          <p:cNvSpPr txBox="1"/>
          <p:nvPr/>
        </p:nvSpPr>
        <p:spPr>
          <a:xfrm>
            <a:off x="2370808" y="4960766"/>
            <a:ext cx="2913187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altLang="zh-CN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Proportional</a:t>
            </a:r>
            <a:endParaRPr lang="en-US" sz="2400" dirty="0">
              <a:solidFill>
                <a:srgbClr val="003F9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ED397A-63B9-4BC5-C572-B1C76030C0E7}"/>
              </a:ext>
            </a:extLst>
          </p:cNvPr>
          <p:cNvSpPr txBox="1"/>
          <p:nvPr/>
        </p:nvSpPr>
        <p:spPr>
          <a:xfrm>
            <a:off x="5595447" y="4960766"/>
            <a:ext cx="2913187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altLang="zh-CN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Integral</a:t>
            </a:r>
            <a:endParaRPr lang="en-US" sz="2400" dirty="0">
              <a:solidFill>
                <a:srgbClr val="003F9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003C87-2F11-7EDE-A391-BDFB9DFC6C44}"/>
              </a:ext>
            </a:extLst>
          </p:cNvPr>
          <p:cNvSpPr txBox="1"/>
          <p:nvPr/>
        </p:nvSpPr>
        <p:spPr>
          <a:xfrm>
            <a:off x="8820086" y="4960766"/>
            <a:ext cx="2913187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altLang="zh-CN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Derivative</a:t>
            </a:r>
            <a:endParaRPr lang="en-US" sz="2400" dirty="0">
              <a:solidFill>
                <a:srgbClr val="003F9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8660B602-A703-70FF-572B-BD10924B48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3021010"/>
              </p:ext>
            </p:extLst>
          </p:nvPr>
        </p:nvGraphicFramePr>
        <p:xfrm>
          <a:off x="2883464" y="5714020"/>
          <a:ext cx="3937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2" imgW="393120" imgH="473760" progId="Equation.AxMath">
                  <p:embed/>
                </p:oleObj>
              </mc:Choice>
              <mc:Fallback>
                <p:oleObj name="AxMath" r:id="rId12" imgW="393120" imgH="473760" progId="Equation.AxMath">
                  <p:embed/>
                  <p:pic>
                    <p:nvPicPr>
                      <p:cNvPr id="22" name="Object 21">
                        <a:extLst>
                          <a:ext uri="{FF2B5EF4-FFF2-40B4-BE49-F238E27FC236}">
                            <a16:creationId xmlns:a16="http://schemas.microsoft.com/office/drawing/2014/main" id="{8660B602-A703-70FF-572B-BD10924B48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883464" y="5714020"/>
                        <a:ext cx="393700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2884D12F-3B77-38EF-9CAD-7F2088A84E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4004532"/>
              </p:ext>
            </p:extLst>
          </p:nvPr>
        </p:nvGraphicFramePr>
        <p:xfrm>
          <a:off x="5391715" y="5551233"/>
          <a:ext cx="1277937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4" imgW="1277640" imgH="850680" progId="Equation.AxMath">
                  <p:embed/>
                </p:oleObj>
              </mc:Choice>
              <mc:Fallback>
                <p:oleObj name="AxMath" r:id="rId14" imgW="1277640" imgH="850680" progId="Equation.AxMath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2884D12F-3B77-38EF-9CAD-7F2088A84E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391715" y="5551233"/>
                        <a:ext cx="1277937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75EE3AD2-31A6-D2E3-0185-3E91E3162E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5754419"/>
              </p:ext>
            </p:extLst>
          </p:nvPr>
        </p:nvGraphicFramePr>
        <p:xfrm>
          <a:off x="9098598" y="5517169"/>
          <a:ext cx="706437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6" imgW="706680" imgH="866880" progId="Equation.AxMath">
                  <p:embed/>
                </p:oleObj>
              </mc:Choice>
              <mc:Fallback>
                <p:oleObj name="AxMath" r:id="rId16" imgW="706680" imgH="866880" progId="Equation.AxMath">
                  <p:embed/>
                  <p:pic>
                    <p:nvPicPr>
                      <p:cNvPr id="26" name="Object 25">
                        <a:extLst>
                          <a:ext uri="{FF2B5EF4-FFF2-40B4-BE49-F238E27FC236}">
                            <a16:creationId xmlns:a16="http://schemas.microsoft.com/office/drawing/2014/main" id="{75EE3AD2-31A6-D2E3-0185-3E91E3162E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9098598" y="5517169"/>
                        <a:ext cx="706437" cy="866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B2535DE1-B135-2563-3E23-677D7B9646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0408879"/>
              </p:ext>
            </p:extLst>
          </p:nvPr>
        </p:nvGraphicFramePr>
        <p:xfrm>
          <a:off x="6000738" y="2170266"/>
          <a:ext cx="5668962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8" imgW="5669640" imgH="866880" progId="Equation.AxMath">
                  <p:embed/>
                </p:oleObj>
              </mc:Choice>
              <mc:Fallback>
                <p:oleObj name="AxMath" r:id="rId18" imgW="5669640" imgH="866880" progId="Equation.AxMath">
                  <p:embed/>
                  <p:pic>
                    <p:nvPicPr>
                      <p:cNvPr id="27" name="Object 26">
                        <a:extLst>
                          <a:ext uri="{FF2B5EF4-FFF2-40B4-BE49-F238E27FC236}">
                            <a16:creationId xmlns:a16="http://schemas.microsoft.com/office/drawing/2014/main" id="{B2535DE1-B135-2563-3E23-677D7B9646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000738" y="2170266"/>
                        <a:ext cx="5668962" cy="866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2333DCEA-7334-5A76-E946-87F7451DE3E4}"/>
              </a:ext>
            </a:extLst>
          </p:cNvPr>
          <p:cNvSpPr txBox="1"/>
          <p:nvPr/>
        </p:nvSpPr>
        <p:spPr>
          <a:xfrm>
            <a:off x="4868774" y="4155036"/>
            <a:ext cx="3487270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altLang="zh-CN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              I               D</a:t>
            </a:r>
            <a:endParaRPr lang="en-US" sz="2400" dirty="0">
              <a:solidFill>
                <a:srgbClr val="003F9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C944A2EF-4EAC-0E06-EB0F-A544BEAFC22D}"/>
              </a:ext>
            </a:extLst>
          </p:cNvPr>
          <p:cNvSpPr txBox="1"/>
          <p:nvPr/>
        </p:nvSpPr>
        <p:spPr>
          <a:xfrm>
            <a:off x="749300" y="155590"/>
            <a:ext cx="706183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9"/>
              </a:lnSpc>
            </a:pPr>
            <a:r>
              <a:rPr lang="en-US" sz="1600" spc="49" dirty="0">
                <a:solidFill>
                  <a:srgbClr val="003F91"/>
                </a:solidFill>
                <a:latin typeface="Raleway"/>
              </a:rPr>
              <a:t>Controller Design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62726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7" grpId="0"/>
      <p:bldP spid="20" grpId="0"/>
      <p:bldP spid="2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"/>
            <a:ext cx="565181" cy="572775"/>
            <a:chOff x="0" y="0"/>
            <a:chExt cx="286777" cy="290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572776"/>
            <a:ext cx="565181" cy="6285225"/>
            <a:chOff x="0" y="0"/>
            <a:chExt cx="286777" cy="31891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</p:sp>
      </p:grpSp>
      <p:sp>
        <p:nvSpPr>
          <p:cNvPr id="6" name="AutoShape 6"/>
          <p:cNvSpPr/>
          <p:nvPr/>
        </p:nvSpPr>
        <p:spPr>
          <a:xfrm rot="1790">
            <a:off x="-1" y="569600"/>
            <a:ext cx="12192001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103173" y="155590"/>
            <a:ext cx="358835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600" spc="49" dirty="0">
                <a:solidFill>
                  <a:srgbClr val="F5F7FA"/>
                </a:solidFill>
                <a:latin typeface="Raleway"/>
              </a:rPr>
              <a:t>II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6754E07E-3E69-6B8E-2C8C-D339B562182A}"/>
              </a:ext>
            </a:extLst>
          </p:cNvPr>
          <p:cNvSpPr txBox="1"/>
          <p:nvPr/>
        </p:nvSpPr>
        <p:spPr>
          <a:xfrm>
            <a:off x="9235440" y="-50167"/>
            <a:ext cx="2751787" cy="535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2400" dirty="0">
                <a:solidFill>
                  <a:srgbClr val="003F91"/>
                </a:solidFill>
                <a:latin typeface="Raleway Bold"/>
              </a:rPr>
              <a:t>17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EC4058-7A52-4977-A0C6-767A4C4918C3}"/>
              </a:ext>
            </a:extLst>
          </p:cNvPr>
          <p:cNvSpPr txBox="1"/>
          <p:nvPr/>
        </p:nvSpPr>
        <p:spPr>
          <a:xfrm>
            <a:off x="944063" y="824408"/>
            <a:ext cx="4094633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Altitude Control (PID controller)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8A2474-552F-329D-8CA3-CE9928C48F4E}"/>
              </a:ext>
            </a:extLst>
          </p:cNvPr>
          <p:cNvSpPr txBox="1"/>
          <p:nvPr/>
        </p:nvSpPr>
        <p:spPr>
          <a:xfrm>
            <a:off x="7157691" y="1525870"/>
            <a:ext cx="4581801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altLang="zh-CN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                       I                     D</a:t>
            </a:r>
            <a:endParaRPr lang="en-US" sz="2400" dirty="0">
              <a:solidFill>
                <a:srgbClr val="003F9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B2535DE1-B135-2563-3E23-677D7B9646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00738" y="2170266"/>
          <a:ext cx="5668962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4" imgW="5669640" imgH="866880" progId="Equation.AxMath">
                  <p:embed/>
                </p:oleObj>
              </mc:Choice>
              <mc:Fallback>
                <p:oleObj name="AxMath" r:id="rId4" imgW="5669640" imgH="866880" progId="Equation.AxMath">
                  <p:embed/>
                  <p:pic>
                    <p:nvPicPr>
                      <p:cNvPr id="27" name="Object 26">
                        <a:extLst>
                          <a:ext uri="{FF2B5EF4-FFF2-40B4-BE49-F238E27FC236}">
                            <a16:creationId xmlns:a16="http://schemas.microsoft.com/office/drawing/2014/main" id="{B2535DE1-B135-2563-3E23-677D7B9646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000738" y="2170266"/>
                        <a:ext cx="5668962" cy="866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6688EF3-E8FE-471E-FCE0-B14BBF0FF5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2514" y="5934131"/>
            <a:ext cx="1085562" cy="5064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C7993AD-C974-16F2-7BE5-D5EDB563A7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2514" y="3298301"/>
            <a:ext cx="1085562" cy="506461"/>
          </a:xfrm>
          <a:prstGeom prst="rect">
            <a:avLst/>
          </a:prstGeom>
        </p:spPr>
      </p:pic>
      <p:sp>
        <p:nvSpPr>
          <p:cNvPr id="15" name="TextBox 6">
            <a:extLst>
              <a:ext uri="{FF2B5EF4-FFF2-40B4-BE49-F238E27FC236}">
                <a16:creationId xmlns:a16="http://schemas.microsoft.com/office/drawing/2014/main" id="{81673C02-5AAE-3B8E-6A79-32A21F79B93D}"/>
              </a:ext>
            </a:extLst>
          </p:cNvPr>
          <p:cNvSpPr txBox="1"/>
          <p:nvPr/>
        </p:nvSpPr>
        <p:spPr>
          <a:xfrm>
            <a:off x="1359015" y="3298301"/>
            <a:ext cx="1085561" cy="344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187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Goal: 5 m</a:t>
            </a:r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098015CC-04CE-046D-7DE0-7FDFAEB586EE}"/>
              </a:ext>
            </a:extLst>
          </p:cNvPr>
          <p:cNvSpPr txBox="1"/>
          <p:nvPr/>
        </p:nvSpPr>
        <p:spPr>
          <a:xfrm>
            <a:off x="1359014" y="5934131"/>
            <a:ext cx="1085561" cy="344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187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Initial: 0 m</a:t>
            </a: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A918AB06-B9F1-865C-60C5-2D6F4BBF41E2}"/>
              </a:ext>
            </a:extLst>
          </p:cNvPr>
          <p:cNvSpPr txBox="1"/>
          <p:nvPr/>
        </p:nvSpPr>
        <p:spPr>
          <a:xfrm>
            <a:off x="6318064" y="4510514"/>
            <a:ext cx="5034309" cy="344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187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Lift the quadrotor from 0 meter to 5 meters. </a:t>
            </a:r>
          </a:p>
        </p:txBody>
      </p:sp>
      <p:sp>
        <p:nvSpPr>
          <p:cNvPr id="21" name="TextBox 6">
            <a:extLst>
              <a:ext uri="{FF2B5EF4-FFF2-40B4-BE49-F238E27FC236}">
                <a16:creationId xmlns:a16="http://schemas.microsoft.com/office/drawing/2014/main" id="{8937E05A-58B6-49ED-93DB-394796C97B6F}"/>
              </a:ext>
            </a:extLst>
          </p:cNvPr>
          <p:cNvSpPr txBox="1"/>
          <p:nvPr/>
        </p:nvSpPr>
        <p:spPr>
          <a:xfrm>
            <a:off x="6866704" y="5477101"/>
            <a:ext cx="1258394" cy="344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187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MATLAB</a:t>
            </a:r>
          </a:p>
        </p:txBody>
      </p:sp>
      <p:sp>
        <p:nvSpPr>
          <p:cNvPr id="25" name="TextBox 6">
            <a:extLst>
              <a:ext uri="{FF2B5EF4-FFF2-40B4-BE49-F238E27FC236}">
                <a16:creationId xmlns:a16="http://schemas.microsoft.com/office/drawing/2014/main" id="{7FE8C5D5-F180-C0BD-69AE-B52C02917067}"/>
              </a:ext>
            </a:extLst>
          </p:cNvPr>
          <p:cNvSpPr txBox="1"/>
          <p:nvPr/>
        </p:nvSpPr>
        <p:spPr>
          <a:xfrm>
            <a:off x="8754661" y="5477101"/>
            <a:ext cx="1258394" cy="344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187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Simulink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225800C0-04E2-89F4-C27A-0CBD9AE136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6451609"/>
              </p:ext>
            </p:extLst>
          </p:nvPr>
        </p:nvGraphicFramePr>
        <p:xfrm>
          <a:off x="6605241" y="3112204"/>
          <a:ext cx="55245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7" imgW="551880" imgH="471600" progId="Equation.AxMath">
                  <p:embed/>
                </p:oleObj>
              </mc:Choice>
              <mc:Fallback>
                <p:oleObj name="AxMath" r:id="rId7" imgW="551880" imgH="471600" progId="Equation.AxMath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225800C0-04E2-89F4-C27A-0CBD9AE136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605241" y="3112204"/>
                        <a:ext cx="552450" cy="47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38918954-5F33-00BE-19AC-BDDEA608B8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5111423"/>
              </p:ext>
            </p:extLst>
          </p:nvPr>
        </p:nvGraphicFramePr>
        <p:xfrm>
          <a:off x="7924800" y="3111500"/>
          <a:ext cx="568325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9" imgW="568080" imgH="471600" progId="Equation.AxMath">
                  <p:embed/>
                </p:oleObj>
              </mc:Choice>
              <mc:Fallback>
                <p:oleObj name="AxMath" r:id="rId9" imgW="568080" imgH="471600" progId="Equation.AxMath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38918954-5F33-00BE-19AC-BDDEA608B8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924800" y="3111500"/>
                        <a:ext cx="568325" cy="471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C88CED4E-8D59-B4AD-DD5C-65A987AE88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8609164"/>
              </p:ext>
            </p:extLst>
          </p:nvPr>
        </p:nvGraphicFramePr>
        <p:xfrm>
          <a:off x="10271125" y="3086100"/>
          <a:ext cx="552450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1" imgW="551880" imgH="471600" progId="Equation.AxMath">
                  <p:embed/>
                </p:oleObj>
              </mc:Choice>
              <mc:Fallback>
                <p:oleObj name="AxMath" r:id="rId11" imgW="551880" imgH="471600" progId="Equation.AxMath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C88CED4E-8D59-B4AD-DD5C-65A987AE88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271125" y="3086100"/>
                        <a:ext cx="552450" cy="471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023C2582-F73C-1D0A-03C1-D7947031BA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6283603"/>
              </p:ext>
            </p:extLst>
          </p:nvPr>
        </p:nvGraphicFramePr>
        <p:xfrm>
          <a:off x="6000738" y="579044"/>
          <a:ext cx="3516313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3" imgW="3516120" imgH="866880" progId="Equation.AxMath">
                  <p:embed/>
                </p:oleObj>
              </mc:Choice>
              <mc:Fallback>
                <p:oleObj name="AxMath" r:id="rId13" imgW="3516120" imgH="866880" progId="Equation.AxMath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023C2582-F73C-1D0A-03C1-D7947031BA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000738" y="579044"/>
                        <a:ext cx="3516313" cy="866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2DCBD65-C6A9-B414-2EE4-0F5F64A78C47}"/>
              </a:ext>
            </a:extLst>
          </p:cNvPr>
          <p:cNvCxnSpPr/>
          <p:nvPr/>
        </p:nvCxnSpPr>
        <p:spPr>
          <a:xfrm flipV="1">
            <a:off x="3422469" y="4079438"/>
            <a:ext cx="0" cy="1311361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8" name="Object 27">
            <a:extLst>
              <a:ext uri="{FF2B5EF4-FFF2-40B4-BE49-F238E27FC236}">
                <a16:creationId xmlns:a16="http://schemas.microsoft.com/office/drawing/2014/main" id="{3BA714A9-722E-925A-C0CF-7DC04483BD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9962461"/>
              </p:ext>
            </p:extLst>
          </p:nvPr>
        </p:nvGraphicFramePr>
        <p:xfrm>
          <a:off x="1892895" y="1527401"/>
          <a:ext cx="1041400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5" imgW="1041840" imgH="475200" progId="Equation.AxMath">
                  <p:embed/>
                </p:oleObj>
              </mc:Choice>
              <mc:Fallback>
                <p:oleObj name="AxMath" r:id="rId15" imgW="1041840" imgH="475200" progId="Equation.AxMath">
                  <p:embed/>
                  <p:pic>
                    <p:nvPicPr>
                      <p:cNvPr id="28" name="Object 27">
                        <a:extLst>
                          <a:ext uri="{FF2B5EF4-FFF2-40B4-BE49-F238E27FC236}">
                            <a16:creationId xmlns:a16="http://schemas.microsoft.com/office/drawing/2014/main" id="{3BA714A9-722E-925A-C0CF-7DC04483BD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892895" y="1527401"/>
                        <a:ext cx="1041400" cy="474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8">
            <a:extLst>
              <a:ext uri="{FF2B5EF4-FFF2-40B4-BE49-F238E27FC236}">
                <a16:creationId xmlns:a16="http://schemas.microsoft.com/office/drawing/2014/main" id="{B9C2B670-316D-DF2E-C144-C2D4F9F7B8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6951607"/>
              </p:ext>
            </p:extLst>
          </p:nvPr>
        </p:nvGraphicFramePr>
        <p:xfrm>
          <a:off x="3080345" y="1508351"/>
          <a:ext cx="183197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7" imgW="1831320" imgH="494640" progId="Equation.AxMath">
                  <p:embed/>
                </p:oleObj>
              </mc:Choice>
              <mc:Fallback>
                <p:oleObj name="AxMath" r:id="rId17" imgW="1831320" imgH="494640" progId="Equation.AxMath">
                  <p:embed/>
                  <p:pic>
                    <p:nvPicPr>
                      <p:cNvPr id="29" name="Object 28">
                        <a:extLst>
                          <a:ext uri="{FF2B5EF4-FFF2-40B4-BE49-F238E27FC236}">
                            <a16:creationId xmlns:a16="http://schemas.microsoft.com/office/drawing/2014/main" id="{B9C2B670-316D-DF2E-C144-C2D4F9F7B8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080345" y="1508351"/>
                        <a:ext cx="1831975" cy="49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0D0F484-A808-358E-504E-F8F3D95E3304}"/>
              </a:ext>
            </a:extLst>
          </p:cNvPr>
          <p:cNvSpPr txBox="1"/>
          <p:nvPr/>
        </p:nvSpPr>
        <p:spPr>
          <a:xfrm>
            <a:off x="6512966" y="6562827"/>
            <a:ext cx="36698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https://github.com/HansOersted/trial_lecture</a:t>
            </a:r>
          </a:p>
        </p:txBody>
      </p:sp>
      <p:sp>
        <p:nvSpPr>
          <p:cNvPr id="20" name="TextBox 11">
            <a:extLst>
              <a:ext uri="{FF2B5EF4-FFF2-40B4-BE49-F238E27FC236}">
                <a16:creationId xmlns:a16="http://schemas.microsoft.com/office/drawing/2014/main" id="{6BD18937-FC24-92E6-6D4B-8183C330F113}"/>
              </a:ext>
            </a:extLst>
          </p:cNvPr>
          <p:cNvSpPr txBox="1"/>
          <p:nvPr/>
        </p:nvSpPr>
        <p:spPr>
          <a:xfrm>
            <a:off x="749300" y="155590"/>
            <a:ext cx="706183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9"/>
              </a:lnSpc>
            </a:pPr>
            <a:r>
              <a:rPr lang="en-US" sz="1600" spc="49" dirty="0">
                <a:solidFill>
                  <a:srgbClr val="003F91"/>
                </a:solidFill>
                <a:latin typeface="Raleway"/>
              </a:rPr>
              <a:t>Controller Design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89083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5" grpId="0"/>
      <p:bldP spid="3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DCC243-8A68-A2C6-52F3-308333DFBB0F}"/>
              </a:ext>
            </a:extLst>
          </p:cNvPr>
          <p:cNvSpPr txBox="1"/>
          <p:nvPr/>
        </p:nvSpPr>
        <p:spPr>
          <a:xfrm>
            <a:off x="6512966" y="6562827"/>
            <a:ext cx="36698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https://github.com/HansOersted/trial_lecture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53685B-0217-64EF-B23B-1C4F9E4F9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3922"/>
            <a:ext cx="12192000" cy="6346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2018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68D122-2144-89F7-58C9-A595AF9EB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61720"/>
            <a:ext cx="12192000" cy="46549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B055186-ED9E-4557-AD7B-43AC1D362086}"/>
              </a:ext>
            </a:extLst>
          </p:cNvPr>
          <p:cNvSpPr/>
          <p:nvPr/>
        </p:nvSpPr>
        <p:spPr>
          <a:xfrm>
            <a:off x="2583544" y="3209680"/>
            <a:ext cx="7141027" cy="2581520"/>
          </a:xfrm>
          <a:prstGeom prst="rect">
            <a:avLst/>
          </a:prstGeom>
          <a:solidFill>
            <a:srgbClr val="4472C4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233961-BF47-BF80-0613-28EE87B9680E}"/>
              </a:ext>
            </a:extLst>
          </p:cNvPr>
          <p:cNvSpPr txBox="1"/>
          <p:nvPr/>
        </p:nvSpPr>
        <p:spPr>
          <a:xfrm>
            <a:off x="6512966" y="6562827"/>
            <a:ext cx="36698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https://github.com/HansOersted/trial_lecture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0E5078-1CBE-8D9E-C479-F99BDB63D0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7284" y="311902"/>
            <a:ext cx="4022949" cy="171299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23882F6-2A29-93C2-0205-46D6964CF43C}"/>
              </a:ext>
            </a:extLst>
          </p:cNvPr>
          <p:cNvSpPr/>
          <p:nvPr/>
        </p:nvSpPr>
        <p:spPr>
          <a:xfrm>
            <a:off x="4441369" y="2284165"/>
            <a:ext cx="2235202" cy="845153"/>
          </a:xfrm>
          <a:prstGeom prst="rect">
            <a:avLst/>
          </a:prstGeom>
          <a:solidFill>
            <a:srgbClr val="FF33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22C1B1-26C9-AFD3-267D-1DF535AACC07}"/>
              </a:ext>
            </a:extLst>
          </p:cNvPr>
          <p:cNvSpPr/>
          <p:nvPr/>
        </p:nvSpPr>
        <p:spPr>
          <a:xfrm>
            <a:off x="3599541" y="433940"/>
            <a:ext cx="4150691" cy="1547418"/>
          </a:xfrm>
          <a:prstGeom prst="rect">
            <a:avLst/>
          </a:prstGeom>
          <a:solidFill>
            <a:srgbClr val="FF33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213B06-D4B2-C14D-CC5E-1CE46CFEEEFC}"/>
              </a:ext>
            </a:extLst>
          </p:cNvPr>
          <p:cNvSpPr txBox="1"/>
          <p:nvPr/>
        </p:nvSpPr>
        <p:spPr>
          <a:xfrm>
            <a:off x="8107308" y="906791"/>
            <a:ext cx="2075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  <a:endParaRPr lang="zh-CN" altLang="en-US" sz="2800" dirty="0">
              <a:solidFill>
                <a:srgbClr val="FF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113A80-0596-2CA6-5AB1-50F5C4E91592}"/>
              </a:ext>
            </a:extLst>
          </p:cNvPr>
          <p:cNvSpPr txBox="1"/>
          <p:nvPr/>
        </p:nvSpPr>
        <p:spPr>
          <a:xfrm>
            <a:off x="9920514" y="4050664"/>
            <a:ext cx="2075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4472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Dynamics</a:t>
            </a:r>
            <a:endParaRPr lang="zh-CN" altLang="en-US" sz="2800" dirty="0">
              <a:solidFill>
                <a:srgbClr val="4472C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763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0" grpId="0" animBg="1"/>
      <p:bldP spid="11" grpId="0"/>
      <p:bldP spid="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"/>
            <a:ext cx="565181" cy="572775"/>
            <a:chOff x="0" y="0"/>
            <a:chExt cx="286777" cy="290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572776"/>
            <a:ext cx="565181" cy="6285225"/>
            <a:chOff x="0" y="0"/>
            <a:chExt cx="286777" cy="31891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</p:sp>
      </p:grpSp>
      <p:sp>
        <p:nvSpPr>
          <p:cNvPr id="6" name="AutoShape 6"/>
          <p:cNvSpPr/>
          <p:nvPr/>
        </p:nvSpPr>
        <p:spPr>
          <a:xfrm rot="1790">
            <a:off x="-1" y="569600"/>
            <a:ext cx="12192001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103173" y="155590"/>
            <a:ext cx="358835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600" spc="49" dirty="0">
                <a:solidFill>
                  <a:srgbClr val="F5F7FA"/>
                </a:solidFill>
                <a:latin typeface="Raleway"/>
              </a:rPr>
              <a:t>II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6754E07E-3E69-6B8E-2C8C-D339B562182A}"/>
              </a:ext>
            </a:extLst>
          </p:cNvPr>
          <p:cNvSpPr txBox="1"/>
          <p:nvPr/>
        </p:nvSpPr>
        <p:spPr>
          <a:xfrm>
            <a:off x="9235440" y="-50167"/>
            <a:ext cx="2751787" cy="535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2400" dirty="0">
                <a:solidFill>
                  <a:srgbClr val="003F91"/>
                </a:solidFill>
                <a:latin typeface="Raleway Bold"/>
              </a:rPr>
              <a:t>18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EC4058-7A52-4977-A0C6-767A4C4918C3}"/>
              </a:ext>
            </a:extLst>
          </p:cNvPr>
          <p:cNvSpPr txBox="1"/>
          <p:nvPr/>
        </p:nvSpPr>
        <p:spPr>
          <a:xfrm>
            <a:off x="944063" y="824408"/>
            <a:ext cx="4094633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Altitude Control (PID controller)</a:t>
            </a:r>
          </a:p>
        </p:txBody>
      </p:sp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023C2582-F73C-1D0A-03C1-D7947031BA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988345"/>
              </p:ext>
            </p:extLst>
          </p:nvPr>
        </p:nvGraphicFramePr>
        <p:xfrm>
          <a:off x="6000738" y="579044"/>
          <a:ext cx="3516313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8" imgW="3516120" imgH="866880" progId="Equation.AxMath">
                  <p:embed/>
                </p:oleObj>
              </mc:Choice>
              <mc:Fallback>
                <p:oleObj name="AxMath" r:id="rId8" imgW="3516120" imgH="866880" progId="Equation.AxMath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023C2582-F73C-1D0A-03C1-D7947031BA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000738" y="579044"/>
                        <a:ext cx="3516313" cy="866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Screen Recording 22">
            <a:hlinkClick r:id="" action="ppaction://media"/>
            <a:extLst>
              <a:ext uri="{FF2B5EF4-FFF2-40B4-BE49-F238E27FC236}">
                <a16:creationId xmlns:a16="http://schemas.microsoft.com/office/drawing/2014/main" id="{5ABA93F1-2840-1EDF-3276-D1A6F40FFBD7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565181" y="2276577"/>
            <a:ext cx="6181783" cy="4581423"/>
          </a:xfrm>
          <a:prstGeom prst="rect">
            <a:avLst/>
          </a:prstGeom>
        </p:spPr>
      </p:pic>
      <p:graphicFrame>
        <p:nvGraphicFramePr>
          <p:cNvPr id="28" name="Object 27">
            <a:extLst>
              <a:ext uri="{FF2B5EF4-FFF2-40B4-BE49-F238E27FC236}">
                <a16:creationId xmlns:a16="http://schemas.microsoft.com/office/drawing/2014/main" id="{EE072B3B-D9FF-13C6-6F9A-56DF2B7303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9962461"/>
              </p:ext>
            </p:extLst>
          </p:nvPr>
        </p:nvGraphicFramePr>
        <p:xfrm>
          <a:off x="1892895" y="1527401"/>
          <a:ext cx="1041400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1" imgW="1041840" imgH="475200" progId="Equation.AxMath">
                  <p:embed/>
                </p:oleObj>
              </mc:Choice>
              <mc:Fallback>
                <p:oleObj name="AxMath" r:id="rId11" imgW="1041840" imgH="475200" progId="Equation.AxMath">
                  <p:embed/>
                  <p:pic>
                    <p:nvPicPr>
                      <p:cNvPr id="28" name="Object 27">
                        <a:extLst>
                          <a:ext uri="{FF2B5EF4-FFF2-40B4-BE49-F238E27FC236}">
                            <a16:creationId xmlns:a16="http://schemas.microsoft.com/office/drawing/2014/main" id="{EE072B3B-D9FF-13C6-6F9A-56DF2B7303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892895" y="1527401"/>
                        <a:ext cx="1041400" cy="474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8">
            <a:extLst>
              <a:ext uri="{FF2B5EF4-FFF2-40B4-BE49-F238E27FC236}">
                <a16:creationId xmlns:a16="http://schemas.microsoft.com/office/drawing/2014/main" id="{09FB3ADF-B31A-494F-ADAC-8B74507611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6951607"/>
              </p:ext>
            </p:extLst>
          </p:nvPr>
        </p:nvGraphicFramePr>
        <p:xfrm>
          <a:off x="3080345" y="1508351"/>
          <a:ext cx="183197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3" imgW="1831320" imgH="494640" progId="Equation.AxMath">
                  <p:embed/>
                </p:oleObj>
              </mc:Choice>
              <mc:Fallback>
                <p:oleObj name="AxMath" r:id="rId13" imgW="1831320" imgH="494640" progId="Equation.AxMath">
                  <p:embed/>
                  <p:pic>
                    <p:nvPicPr>
                      <p:cNvPr id="29" name="Object 28">
                        <a:extLst>
                          <a:ext uri="{FF2B5EF4-FFF2-40B4-BE49-F238E27FC236}">
                            <a16:creationId xmlns:a16="http://schemas.microsoft.com/office/drawing/2014/main" id="{09FB3ADF-B31A-494F-ADAC-8B74507611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080345" y="1508351"/>
                        <a:ext cx="1831975" cy="49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F42C4411-290D-599B-426A-29E2986E15CD}"/>
              </a:ext>
            </a:extLst>
          </p:cNvPr>
          <p:cNvSpPr txBox="1"/>
          <p:nvPr/>
        </p:nvSpPr>
        <p:spPr>
          <a:xfrm>
            <a:off x="7157691" y="1525870"/>
            <a:ext cx="4581801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                       D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4" name="Screen Recording 33">
            <a:hlinkClick r:id="" action="ppaction://media"/>
            <a:extLst>
              <a:ext uri="{FF2B5EF4-FFF2-40B4-BE49-F238E27FC236}">
                <a16:creationId xmlns:a16="http://schemas.microsoft.com/office/drawing/2014/main" id="{16FDD222-3450-EFE3-7C14-D5457FB84B70}"/>
              </a:ext>
            </a:extLst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6746964" y="2821808"/>
            <a:ext cx="5445036" cy="3751762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70689AD2-CE4F-6EB1-03EB-5468CDB70932}"/>
              </a:ext>
            </a:extLst>
          </p:cNvPr>
          <p:cNvSpPr txBox="1"/>
          <p:nvPr/>
        </p:nvSpPr>
        <p:spPr>
          <a:xfrm>
            <a:off x="7811137" y="6562827"/>
            <a:ext cx="40368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https://github.com/HansOersted/trial_lecture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9378DC1-1432-22FC-49F2-34A07FE70E8D}"/>
              </a:ext>
            </a:extLst>
          </p:cNvPr>
          <p:cNvSpPr txBox="1"/>
          <p:nvPr/>
        </p:nvSpPr>
        <p:spPr>
          <a:xfrm>
            <a:off x="7977822" y="2276577"/>
            <a:ext cx="3761670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altLang="zh-CN" sz="22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Altitude of The Quadrotor</a:t>
            </a:r>
            <a:endParaRPr lang="en-US" sz="2200" dirty="0">
              <a:solidFill>
                <a:srgbClr val="003F9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2373FCE2-BB58-0169-A486-3CF9EFF358F8}"/>
              </a:ext>
            </a:extLst>
          </p:cNvPr>
          <p:cNvSpPr txBox="1"/>
          <p:nvPr/>
        </p:nvSpPr>
        <p:spPr>
          <a:xfrm>
            <a:off x="749300" y="155590"/>
            <a:ext cx="706183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9"/>
              </a:lnSpc>
            </a:pPr>
            <a:r>
              <a:rPr lang="en-US" sz="1600" spc="49" dirty="0">
                <a:solidFill>
                  <a:srgbClr val="003F91"/>
                </a:solidFill>
                <a:latin typeface="Raleway"/>
              </a:rPr>
              <a:t>Controller Design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0125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845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7848" fill="hold"/>
                                        <p:tgtEl>
                                          <p:spTgt spid="3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9" fill="hold" display="0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  <p:video>
              <p:cMediaNode vol="80000">
                <p:cTn id="10" fill="hold" display="0">
                  <p:stCondLst>
                    <p:cond delay="indefinite"/>
                  </p:stCondLst>
                </p:cTn>
                <p:tgtEl>
                  <p:spTgt spid="34"/>
                </p:tgtEl>
              </p:cMediaNode>
            </p:video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"/>
            <a:ext cx="565181" cy="572775"/>
            <a:chOff x="0" y="0"/>
            <a:chExt cx="286777" cy="290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572776"/>
            <a:ext cx="565181" cy="6285225"/>
            <a:chOff x="0" y="0"/>
            <a:chExt cx="286777" cy="31891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</p:sp>
      </p:grpSp>
      <p:sp>
        <p:nvSpPr>
          <p:cNvPr id="6" name="AutoShape 6"/>
          <p:cNvSpPr/>
          <p:nvPr/>
        </p:nvSpPr>
        <p:spPr>
          <a:xfrm rot="1790">
            <a:off x="-1" y="569600"/>
            <a:ext cx="12192001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103173" y="155590"/>
            <a:ext cx="358835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600" spc="49" dirty="0">
                <a:solidFill>
                  <a:srgbClr val="F5F7FA"/>
                </a:solidFill>
                <a:latin typeface="Raleway"/>
              </a:rPr>
              <a:t>III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6754E07E-3E69-6B8E-2C8C-D339B562182A}"/>
              </a:ext>
            </a:extLst>
          </p:cNvPr>
          <p:cNvSpPr txBox="1"/>
          <p:nvPr/>
        </p:nvSpPr>
        <p:spPr>
          <a:xfrm>
            <a:off x="9235440" y="-50167"/>
            <a:ext cx="2751787" cy="535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2400" dirty="0">
                <a:solidFill>
                  <a:srgbClr val="003F91"/>
                </a:solidFill>
                <a:latin typeface="Raleway Bold"/>
              </a:rPr>
              <a:t>19</a:t>
            </a:r>
          </a:p>
        </p:txBody>
      </p:sp>
      <p:sp>
        <p:nvSpPr>
          <p:cNvPr id="24" name="TextBox 11">
            <a:extLst>
              <a:ext uri="{FF2B5EF4-FFF2-40B4-BE49-F238E27FC236}">
                <a16:creationId xmlns:a16="http://schemas.microsoft.com/office/drawing/2014/main" id="{382A7386-7FA3-FAE6-3202-45531FF36B71}"/>
              </a:ext>
            </a:extLst>
          </p:cNvPr>
          <p:cNvSpPr txBox="1"/>
          <p:nvPr/>
        </p:nvSpPr>
        <p:spPr>
          <a:xfrm>
            <a:off x="749300" y="155590"/>
            <a:ext cx="706183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9"/>
              </a:lnSpc>
            </a:pPr>
            <a:r>
              <a:rPr lang="en-US" sz="1600" spc="49" dirty="0">
                <a:solidFill>
                  <a:srgbClr val="003F91"/>
                </a:solidFill>
                <a:latin typeface="Raleway"/>
              </a:rPr>
              <a:t>Summary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EC4058-7A52-4977-A0C6-767A4C4918C3}"/>
              </a:ext>
            </a:extLst>
          </p:cNvPr>
          <p:cNvSpPr txBox="1"/>
          <p:nvPr/>
        </p:nvSpPr>
        <p:spPr>
          <a:xfrm>
            <a:off x="944063" y="824408"/>
            <a:ext cx="4094633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you have learned today</a:t>
            </a:r>
          </a:p>
        </p:txBody>
      </p:sp>
      <p:sp>
        <p:nvSpPr>
          <p:cNvPr id="8" name="TextBox 14">
            <a:extLst>
              <a:ext uri="{FF2B5EF4-FFF2-40B4-BE49-F238E27FC236}">
                <a16:creationId xmlns:a16="http://schemas.microsoft.com/office/drawing/2014/main" id="{27BE037B-3592-21BC-063B-931D93C16182}"/>
              </a:ext>
            </a:extLst>
          </p:cNvPr>
          <p:cNvSpPr txBox="1"/>
          <p:nvPr/>
        </p:nvSpPr>
        <p:spPr>
          <a:xfrm>
            <a:off x="1325291" y="4677513"/>
            <a:ext cx="3099049" cy="365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003F91"/>
                </a:solidFill>
                <a:latin typeface="Playfair Display"/>
              </a:rPr>
              <a:t>Quadrotor</a:t>
            </a:r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23DB7D9E-EB97-B412-5EE8-6ED2BAE42812}"/>
              </a:ext>
            </a:extLst>
          </p:cNvPr>
          <p:cNvSpPr txBox="1"/>
          <p:nvPr/>
        </p:nvSpPr>
        <p:spPr>
          <a:xfrm>
            <a:off x="1325291" y="5274413"/>
            <a:ext cx="3099049" cy="6999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80"/>
              </a:lnSpc>
            </a:pPr>
            <a:r>
              <a:rPr lang="en-US" sz="1600" dirty="0">
                <a:solidFill>
                  <a:srgbClr val="003F91"/>
                </a:solidFill>
                <a:latin typeface="Raleway"/>
              </a:rPr>
              <a:t>The total control force can be produced only in one direction.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C110AF-1E6C-4AB7-2490-5FFCF5F252BC}"/>
              </a:ext>
            </a:extLst>
          </p:cNvPr>
          <p:cNvSpPr txBox="1"/>
          <p:nvPr/>
        </p:nvSpPr>
        <p:spPr>
          <a:xfrm>
            <a:off x="8788819" y="4672790"/>
            <a:ext cx="3099049" cy="365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003F91"/>
                </a:solidFill>
                <a:latin typeface="Playfair Display"/>
              </a:rPr>
              <a:t>Dynamics</a:t>
            </a: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1C07EC8D-3E4A-152E-0F7F-BD6897975D59}"/>
              </a:ext>
            </a:extLst>
          </p:cNvPr>
          <p:cNvSpPr txBox="1"/>
          <p:nvPr/>
        </p:nvSpPr>
        <p:spPr>
          <a:xfrm>
            <a:off x="8788819" y="5274413"/>
            <a:ext cx="3099049" cy="1071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80"/>
              </a:lnSpc>
            </a:pPr>
            <a:r>
              <a:rPr lang="en-US" sz="1600" dirty="0">
                <a:solidFill>
                  <a:srgbClr val="003F91"/>
                </a:solidFill>
                <a:latin typeface="Raleway"/>
              </a:rPr>
              <a:t>How the 6 </a:t>
            </a:r>
            <a:r>
              <a:rPr lang="en-US" sz="1600" dirty="0" err="1">
                <a:solidFill>
                  <a:srgbClr val="003F91"/>
                </a:solidFill>
                <a:latin typeface="Raleway"/>
              </a:rPr>
              <a:t>DoF</a:t>
            </a:r>
            <a:r>
              <a:rPr lang="en-US" sz="1600" dirty="0">
                <a:solidFill>
                  <a:srgbClr val="003F91"/>
                </a:solidFill>
                <a:latin typeface="Raleway"/>
              </a:rPr>
              <a:t> are influenced by the inputs.</a:t>
            </a:r>
            <a:endParaRPr lang="en-US" altLang="zh-CN" sz="1600" dirty="0">
              <a:solidFill>
                <a:srgbClr val="003F91"/>
              </a:solidFill>
              <a:latin typeface="Raleway"/>
            </a:endParaRPr>
          </a:p>
          <a:p>
            <a:pPr>
              <a:lnSpc>
                <a:spcPts val="2880"/>
              </a:lnSpc>
            </a:pPr>
            <a:endParaRPr lang="en-US" sz="1600" dirty="0">
              <a:solidFill>
                <a:srgbClr val="003F91"/>
              </a:solidFill>
              <a:latin typeface="Raleway"/>
            </a:endParaRP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5E002E97-264B-ACCA-DFDA-3976A07BF7C8}"/>
              </a:ext>
            </a:extLst>
          </p:cNvPr>
          <p:cNvSpPr txBox="1"/>
          <p:nvPr/>
        </p:nvSpPr>
        <p:spPr>
          <a:xfrm>
            <a:off x="4924062" y="4703650"/>
            <a:ext cx="3099049" cy="365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003F91"/>
                </a:solidFill>
                <a:latin typeface="Playfair Display"/>
              </a:rPr>
              <a:t>Independent </a:t>
            </a:r>
            <a:r>
              <a:rPr lang="en-US" sz="2000" dirty="0" err="1">
                <a:solidFill>
                  <a:srgbClr val="003F91"/>
                </a:solidFill>
                <a:latin typeface="Playfair Display"/>
              </a:rPr>
              <a:t>DoF</a:t>
            </a:r>
            <a:endParaRPr lang="en-US" sz="2000" dirty="0">
              <a:solidFill>
                <a:srgbClr val="003F91"/>
              </a:solidFill>
              <a:latin typeface="Playfair Display"/>
            </a:endParaRPr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CAE74099-8DC5-4C12-B6A8-71E01ADF908D}"/>
              </a:ext>
            </a:extLst>
          </p:cNvPr>
          <p:cNvSpPr txBox="1"/>
          <p:nvPr/>
        </p:nvSpPr>
        <p:spPr>
          <a:xfrm>
            <a:off x="4924062" y="5213073"/>
            <a:ext cx="3099049" cy="1071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80"/>
              </a:lnSpc>
            </a:pPr>
            <a:r>
              <a:rPr lang="en-US" sz="1600" dirty="0">
                <a:solidFill>
                  <a:srgbClr val="003F91"/>
                </a:solidFill>
                <a:latin typeface="Raleway"/>
              </a:rPr>
              <a:t>The controller can only stabilize  4 </a:t>
            </a:r>
            <a:r>
              <a:rPr lang="en-US" sz="1600" dirty="0" err="1">
                <a:solidFill>
                  <a:srgbClr val="003F91"/>
                </a:solidFill>
                <a:latin typeface="Raleway"/>
              </a:rPr>
              <a:t>DoFs</a:t>
            </a:r>
            <a:r>
              <a:rPr lang="en-US" sz="1600" dirty="0">
                <a:solidFill>
                  <a:srgbClr val="003F91"/>
                </a:solidFill>
                <a:latin typeface="Raleway"/>
              </a:rPr>
              <a:t> independently. They are roll, pitch, yaw, and altitude.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E3CD0EC-6477-89AD-C130-D54668CB57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163" y="1844859"/>
            <a:ext cx="3082804" cy="253333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65F42B3-4263-3316-29CC-4C0380C6BC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1001" y="2965107"/>
            <a:ext cx="3308929" cy="139805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36B5F40-9BB5-0C60-A07F-2F2C6C2EFA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4062" y="1921823"/>
            <a:ext cx="2948125" cy="432810"/>
          </a:xfrm>
          <a:prstGeom prst="rect">
            <a:avLst/>
          </a:prstGeom>
        </p:spPr>
      </p:pic>
      <p:graphicFrame>
        <p:nvGraphicFramePr>
          <p:cNvPr id="40" name="Object 39">
            <a:extLst>
              <a:ext uri="{FF2B5EF4-FFF2-40B4-BE49-F238E27FC236}">
                <a16:creationId xmlns:a16="http://schemas.microsoft.com/office/drawing/2014/main" id="{D5FEE0D5-F295-E819-4383-2B31C2F1D0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6254776"/>
              </p:ext>
            </p:extLst>
          </p:nvPr>
        </p:nvGraphicFramePr>
        <p:xfrm>
          <a:off x="11063741" y="1623621"/>
          <a:ext cx="3683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7" imgW="367920" imgH="473760" progId="Equation.AxMath">
                  <p:embed/>
                </p:oleObj>
              </mc:Choice>
              <mc:Fallback>
                <p:oleObj name="AxMath" r:id="rId7" imgW="367920" imgH="473760" progId="Equation.AxMath">
                  <p:embed/>
                  <p:pic>
                    <p:nvPicPr>
                      <p:cNvPr id="40" name="Object 39">
                        <a:extLst>
                          <a:ext uri="{FF2B5EF4-FFF2-40B4-BE49-F238E27FC236}">
                            <a16:creationId xmlns:a16="http://schemas.microsoft.com/office/drawing/2014/main" id="{D5FEE0D5-F295-E819-4383-2B31C2F1D0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063741" y="1623621"/>
                        <a:ext cx="368300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40">
            <a:extLst>
              <a:ext uri="{FF2B5EF4-FFF2-40B4-BE49-F238E27FC236}">
                <a16:creationId xmlns:a16="http://schemas.microsoft.com/office/drawing/2014/main" id="{C4B1EED9-F82F-EABA-00CB-ABAD4DF1F3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5731156"/>
              </p:ext>
            </p:extLst>
          </p:nvPr>
        </p:nvGraphicFramePr>
        <p:xfrm>
          <a:off x="11049453" y="2332578"/>
          <a:ext cx="38258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9" imgW="382680" imgH="473760" progId="Equation.AxMath">
                  <p:embed/>
                </p:oleObj>
              </mc:Choice>
              <mc:Fallback>
                <p:oleObj name="AxMath" r:id="rId9" imgW="382680" imgH="473760" progId="Equation.AxMath">
                  <p:embed/>
                  <p:pic>
                    <p:nvPicPr>
                      <p:cNvPr id="41" name="Object 40">
                        <a:extLst>
                          <a:ext uri="{FF2B5EF4-FFF2-40B4-BE49-F238E27FC236}">
                            <a16:creationId xmlns:a16="http://schemas.microsoft.com/office/drawing/2014/main" id="{C4B1EED9-F82F-EABA-00CB-ABAD4DF1F3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049453" y="2332578"/>
                        <a:ext cx="382588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41">
            <a:extLst>
              <a:ext uri="{FF2B5EF4-FFF2-40B4-BE49-F238E27FC236}">
                <a16:creationId xmlns:a16="http://schemas.microsoft.com/office/drawing/2014/main" id="{DAFD8273-B67E-AA5B-74A7-417165BA81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4744549"/>
              </p:ext>
            </p:extLst>
          </p:nvPr>
        </p:nvGraphicFramePr>
        <p:xfrm>
          <a:off x="11063741" y="3041535"/>
          <a:ext cx="385762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1" imgW="385920" imgH="473760" progId="Equation.AxMath">
                  <p:embed/>
                </p:oleObj>
              </mc:Choice>
              <mc:Fallback>
                <p:oleObj name="AxMath" r:id="rId11" imgW="385920" imgH="473760" progId="Equation.AxMath">
                  <p:embed/>
                  <p:pic>
                    <p:nvPicPr>
                      <p:cNvPr id="42" name="Object 41">
                        <a:extLst>
                          <a:ext uri="{FF2B5EF4-FFF2-40B4-BE49-F238E27FC236}">
                            <a16:creationId xmlns:a16="http://schemas.microsoft.com/office/drawing/2014/main" id="{DAFD8273-B67E-AA5B-74A7-417165BA81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063741" y="3041535"/>
                        <a:ext cx="385762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42">
            <a:extLst>
              <a:ext uri="{FF2B5EF4-FFF2-40B4-BE49-F238E27FC236}">
                <a16:creationId xmlns:a16="http://schemas.microsoft.com/office/drawing/2014/main" id="{33C669E5-F47A-CD42-A724-665FF343EC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9059792"/>
              </p:ext>
            </p:extLst>
          </p:nvPr>
        </p:nvGraphicFramePr>
        <p:xfrm>
          <a:off x="11044691" y="3750492"/>
          <a:ext cx="392112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3" imgW="392040" imgH="473760" progId="Equation.AxMath">
                  <p:embed/>
                </p:oleObj>
              </mc:Choice>
              <mc:Fallback>
                <p:oleObj name="AxMath" r:id="rId13" imgW="392040" imgH="473760" progId="Equation.AxMath">
                  <p:embed/>
                  <p:pic>
                    <p:nvPicPr>
                      <p:cNvPr id="43" name="Object 42">
                        <a:extLst>
                          <a:ext uri="{FF2B5EF4-FFF2-40B4-BE49-F238E27FC236}">
                            <a16:creationId xmlns:a16="http://schemas.microsoft.com/office/drawing/2014/main" id="{33C669E5-F47A-CD42-A724-665FF343EC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1044691" y="3750492"/>
                        <a:ext cx="392112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Arrow: Right 45">
            <a:extLst>
              <a:ext uri="{FF2B5EF4-FFF2-40B4-BE49-F238E27FC236}">
                <a16:creationId xmlns:a16="http://schemas.microsoft.com/office/drawing/2014/main" id="{54AB24CB-564C-FA87-A326-C782EAA7B916}"/>
              </a:ext>
            </a:extLst>
          </p:cNvPr>
          <p:cNvSpPr/>
          <p:nvPr/>
        </p:nvSpPr>
        <p:spPr>
          <a:xfrm rot="10800000">
            <a:off x="9835243" y="2805653"/>
            <a:ext cx="880861" cy="279811"/>
          </a:xfrm>
          <a:prstGeom prst="rightArrow">
            <a:avLst>
              <a:gd name="adj1" fmla="val 50000"/>
              <a:gd name="adj2" fmla="val 10302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7" name="Object 46">
            <a:extLst>
              <a:ext uri="{FF2B5EF4-FFF2-40B4-BE49-F238E27FC236}">
                <a16:creationId xmlns:a16="http://schemas.microsoft.com/office/drawing/2014/main" id="{8EFB126E-BF0A-7B8C-496A-0F2B9500C3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802435"/>
              </p:ext>
            </p:extLst>
          </p:nvPr>
        </p:nvGraphicFramePr>
        <p:xfrm>
          <a:off x="9224281" y="1479365"/>
          <a:ext cx="268288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5" imgW="268920" imgH="471600" progId="Equation.AxMath">
                  <p:embed/>
                </p:oleObj>
              </mc:Choice>
              <mc:Fallback>
                <p:oleObj name="AxMath" r:id="rId15" imgW="268920" imgH="471600" progId="Equation.AxMath">
                  <p:embed/>
                  <p:pic>
                    <p:nvPicPr>
                      <p:cNvPr id="47" name="Object 46">
                        <a:extLst>
                          <a:ext uri="{FF2B5EF4-FFF2-40B4-BE49-F238E27FC236}">
                            <a16:creationId xmlns:a16="http://schemas.microsoft.com/office/drawing/2014/main" id="{8EFB126E-BF0A-7B8C-496A-0F2B9500C3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224281" y="1479365"/>
                        <a:ext cx="268288" cy="47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3FAF5CB-B4AF-3ACF-24BA-7CABF16509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8987032"/>
              </p:ext>
            </p:extLst>
          </p:nvPr>
        </p:nvGraphicFramePr>
        <p:xfrm>
          <a:off x="9224281" y="2010801"/>
          <a:ext cx="23495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7" imgW="233640" imgH="471600" progId="Equation.AxMath">
                  <p:embed/>
                </p:oleObj>
              </mc:Choice>
              <mc:Fallback>
                <p:oleObj name="AxMath" r:id="rId17" imgW="233640" imgH="471600" progId="Equation.AxMath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3FAF5CB-B4AF-3ACF-24BA-7CABF16509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9224281" y="2010801"/>
                        <a:ext cx="234950" cy="47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48">
            <a:extLst>
              <a:ext uri="{FF2B5EF4-FFF2-40B4-BE49-F238E27FC236}">
                <a16:creationId xmlns:a16="http://schemas.microsoft.com/office/drawing/2014/main" id="{244D0AC2-0F48-E4E4-8592-D8C1D12186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822375"/>
              </p:ext>
            </p:extLst>
          </p:nvPr>
        </p:nvGraphicFramePr>
        <p:xfrm>
          <a:off x="9163656" y="2512389"/>
          <a:ext cx="29845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9" imgW="296280" imgH="471600" progId="Equation.AxMath">
                  <p:embed/>
                </p:oleObj>
              </mc:Choice>
              <mc:Fallback>
                <p:oleObj name="AxMath" r:id="rId19" imgW="296280" imgH="471600" progId="Equation.AxMath">
                  <p:embed/>
                  <p:pic>
                    <p:nvPicPr>
                      <p:cNvPr id="49" name="Object 48">
                        <a:extLst>
                          <a:ext uri="{FF2B5EF4-FFF2-40B4-BE49-F238E27FC236}">
                            <a16:creationId xmlns:a16="http://schemas.microsoft.com/office/drawing/2014/main" id="{244D0AC2-0F48-E4E4-8592-D8C1D12186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9163656" y="2512389"/>
                        <a:ext cx="298450" cy="47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49">
            <a:extLst>
              <a:ext uri="{FF2B5EF4-FFF2-40B4-BE49-F238E27FC236}">
                <a16:creationId xmlns:a16="http://schemas.microsoft.com/office/drawing/2014/main" id="{673C5095-7502-6103-BBBD-16880965D1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0288615"/>
              </p:ext>
            </p:extLst>
          </p:nvPr>
        </p:nvGraphicFramePr>
        <p:xfrm>
          <a:off x="9185781" y="3033555"/>
          <a:ext cx="250825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21" imgW="249840" imgH="471600" progId="Equation.AxMath">
                  <p:embed/>
                </p:oleObj>
              </mc:Choice>
              <mc:Fallback>
                <p:oleObj name="AxMath" r:id="rId21" imgW="249840" imgH="471600" progId="Equation.AxMath">
                  <p:embed/>
                  <p:pic>
                    <p:nvPicPr>
                      <p:cNvPr id="50" name="Object 49">
                        <a:extLst>
                          <a:ext uri="{FF2B5EF4-FFF2-40B4-BE49-F238E27FC236}">
                            <a16:creationId xmlns:a16="http://schemas.microsoft.com/office/drawing/2014/main" id="{673C5095-7502-6103-BBBD-16880965D1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9185781" y="3033555"/>
                        <a:ext cx="250825" cy="47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50">
            <a:extLst>
              <a:ext uri="{FF2B5EF4-FFF2-40B4-BE49-F238E27FC236}">
                <a16:creationId xmlns:a16="http://schemas.microsoft.com/office/drawing/2014/main" id="{4F3C090B-2D4E-75EF-91A8-79A2637E25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5694409"/>
              </p:ext>
            </p:extLst>
          </p:nvPr>
        </p:nvGraphicFramePr>
        <p:xfrm>
          <a:off x="9181409" y="3505215"/>
          <a:ext cx="24130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23" imgW="239400" imgH="471600" progId="Equation.AxMath">
                  <p:embed/>
                </p:oleObj>
              </mc:Choice>
              <mc:Fallback>
                <p:oleObj name="AxMath" r:id="rId23" imgW="239400" imgH="471600" progId="Equation.AxMath">
                  <p:embed/>
                  <p:pic>
                    <p:nvPicPr>
                      <p:cNvPr id="51" name="Object 50">
                        <a:extLst>
                          <a:ext uri="{FF2B5EF4-FFF2-40B4-BE49-F238E27FC236}">
                            <a16:creationId xmlns:a16="http://schemas.microsoft.com/office/drawing/2014/main" id="{4F3C090B-2D4E-75EF-91A8-79A2637E25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9181409" y="3505215"/>
                        <a:ext cx="241300" cy="47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51">
            <a:extLst>
              <a:ext uri="{FF2B5EF4-FFF2-40B4-BE49-F238E27FC236}">
                <a16:creationId xmlns:a16="http://schemas.microsoft.com/office/drawing/2014/main" id="{BB20C54B-3A31-09BC-ABA1-1F76B2C8A8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7254606"/>
              </p:ext>
            </p:extLst>
          </p:nvPr>
        </p:nvGraphicFramePr>
        <p:xfrm>
          <a:off x="9168765" y="4026323"/>
          <a:ext cx="231775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25" imgW="230400" imgH="471600" progId="Equation.AxMath">
                  <p:embed/>
                </p:oleObj>
              </mc:Choice>
              <mc:Fallback>
                <p:oleObj name="AxMath" r:id="rId25" imgW="230400" imgH="471600" progId="Equation.AxMath">
                  <p:embed/>
                  <p:pic>
                    <p:nvPicPr>
                      <p:cNvPr id="52" name="Object 51">
                        <a:extLst>
                          <a:ext uri="{FF2B5EF4-FFF2-40B4-BE49-F238E27FC236}">
                            <a16:creationId xmlns:a16="http://schemas.microsoft.com/office/drawing/2014/main" id="{BB20C54B-3A31-09BC-ABA1-1F76B2C8A8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9168765" y="4026323"/>
                        <a:ext cx="231775" cy="47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998577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"/>
            <a:ext cx="565181" cy="572775"/>
            <a:chOff x="0" y="0"/>
            <a:chExt cx="286777" cy="290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572776"/>
            <a:ext cx="565181" cy="6285225"/>
            <a:chOff x="0" y="0"/>
            <a:chExt cx="286777" cy="31891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</p:sp>
      </p:grpSp>
      <p:sp>
        <p:nvSpPr>
          <p:cNvPr id="6" name="AutoShape 6"/>
          <p:cNvSpPr/>
          <p:nvPr/>
        </p:nvSpPr>
        <p:spPr>
          <a:xfrm rot="1790">
            <a:off x="-1" y="569600"/>
            <a:ext cx="12192001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103173" y="155590"/>
            <a:ext cx="358835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600" spc="49" dirty="0">
                <a:solidFill>
                  <a:srgbClr val="F5F7FA"/>
                </a:solidFill>
                <a:latin typeface="Raleway"/>
              </a:rPr>
              <a:t>III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6754E07E-3E69-6B8E-2C8C-D339B562182A}"/>
              </a:ext>
            </a:extLst>
          </p:cNvPr>
          <p:cNvSpPr txBox="1"/>
          <p:nvPr/>
        </p:nvSpPr>
        <p:spPr>
          <a:xfrm>
            <a:off x="9235440" y="-50167"/>
            <a:ext cx="2751787" cy="535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2400" dirty="0">
                <a:solidFill>
                  <a:srgbClr val="003F91"/>
                </a:solidFill>
                <a:latin typeface="Raleway Bold"/>
              </a:rPr>
              <a:t>20</a:t>
            </a:r>
          </a:p>
        </p:txBody>
      </p:sp>
      <p:sp>
        <p:nvSpPr>
          <p:cNvPr id="24" name="TextBox 11">
            <a:extLst>
              <a:ext uri="{FF2B5EF4-FFF2-40B4-BE49-F238E27FC236}">
                <a16:creationId xmlns:a16="http://schemas.microsoft.com/office/drawing/2014/main" id="{382A7386-7FA3-FAE6-3202-45531FF36B71}"/>
              </a:ext>
            </a:extLst>
          </p:cNvPr>
          <p:cNvSpPr txBox="1"/>
          <p:nvPr/>
        </p:nvSpPr>
        <p:spPr>
          <a:xfrm>
            <a:off x="749300" y="155590"/>
            <a:ext cx="706183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9"/>
              </a:lnSpc>
            </a:pPr>
            <a:r>
              <a:rPr lang="en-US" sz="1600" spc="49" dirty="0">
                <a:solidFill>
                  <a:srgbClr val="003F91"/>
                </a:solidFill>
                <a:latin typeface="Raleway"/>
              </a:rPr>
              <a:t>Summary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EC4058-7A52-4977-A0C6-767A4C4918C3}"/>
              </a:ext>
            </a:extLst>
          </p:cNvPr>
          <p:cNvSpPr txBox="1"/>
          <p:nvPr/>
        </p:nvSpPr>
        <p:spPr>
          <a:xfrm>
            <a:off x="944063" y="824408"/>
            <a:ext cx="4094633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you have learned today</a:t>
            </a:r>
          </a:p>
        </p:txBody>
      </p:sp>
      <p:sp>
        <p:nvSpPr>
          <p:cNvPr id="8" name="TextBox 14">
            <a:extLst>
              <a:ext uri="{FF2B5EF4-FFF2-40B4-BE49-F238E27FC236}">
                <a16:creationId xmlns:a16="http://schemas.microsoft.com/office/drawing/2014/main" id="{27BE037B-3592-21BC-063B-931D93C16182}"/>
              </a:ext>
            </a:extLst>
          </p:cNvPr>
          <p:cNvSpPr txBox="1"/>
          <p:nvPr/>
        </p:nvSpPr>
        <p:spPr>
          <a:xfrm>
            <a:off x="7378112" y="4874807"/>
            <a:ext cx="3099049" cy="365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003F91"/>
                </a:solidFill>
                <a:latin typeface="Playfair Display"/>
              </a:rPr>
              <a:t>Altitude control</a:t>
            </a:r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23DB7D9E-EB97-B412-5EE8-6ED2BAE42812}"/>
              </a:ext>
            </a:extLst>
          </p:cNvPr>
          <p:cNvSpPr txBox="1"/>
          <p:nvPr/>
        </p:nvSpPr>
        <p:spPr>
          <a:xfrm>
            <a:off x="7378112" y="5471707"/>
            <a:ext cx="3099049" cy="6999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80"/>
              </a:lnSpc>
            </a:pPr>
            <a:r>
              <a:rPr lang="en-US" sz="1600" dirty="0">
                <a:solidFill>
                  <a:srgbClr val="003F91"/>
                </a:solidFill>
                <a:latin typeface="Raleway"/>
              </a:rPr>
              <a:t>The altitude of the quadrotor is stabilized by a PID controller.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08A8561-40A2-9D39-600F-E1092DEAAF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8192" y="4001787"/>
            <a:ext cx="1085562" cy="50646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04A9A69-D3B2-9C7A-735A-672901153D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8192" y="1783973"/>
            <a:ext cx="1085562" cy="506461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4E8D7CF-D0F3-E3C8-71A8-4C3FB3642238}"/>
              </a:ext>
            </a:extLst>
          </p:cNvPr>
          <p:cNvCxnSpPr/>
          <p:nvPr/>
        </p:nvCxnSpPr>
        <p:spPr>
          <a:xfrm flipV="1">
            <a:off x="8678147" y="2408354"/>
            <a:ext cx="0" cy="1311361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5DC66F1-85AD-ECCD-199C-8A08302FEF0C}"/>
              </a:ext>
            </a:extLst>
          </p:cNvPr>
          <p:cNvSpPr txBox="1"/>
          <p:nvPr/>
        </p:nvSpPr>
        <p:spPr>
          <a:xfrm>
            <a:off x="2421747" y="4818616"/>
            <a:ext cx="3099049" cy="365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003F91"/>
                </a:solidFill>
                <a:latin typeface="Playfair Display"/>
              </a:rPr>
              <a:t>PID controller</a:t>
            </a:r>
          </a:p>
        </p:txBody>
      </p:sp>
      <p:sp>
        <p:nvSpPr>
          <p:cNvPr id="21" name="TextBox 11">
            <a:extLst>
              <a:ext uri="{FF2B5EF4-FFF2-40B4-BE49-F238E27FC236}">
                <a16:creationId xmlns:a16="http://schemas.microsoft.com/office/drawing/2014/main" id="{AA37E2DA-56DB-7C9D-60E1-0B7753959D47}"/>
              </a:ext>
            </a:extLst>
          </p:cNvPr>
          <p:cNvSpPr txBox="1"/>
          <p:nvPr/>
        </p:nvSpPr>
        <p:spPr>
          <a:xfrm>
            <a:off x="2421747" y="5420239"/>
            <a:ext cx="3099049" cy="1071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80"/>
              </a:lnSpc>
            </a:pPr>
            <a:r>
              <a:rPr lang="en-US" sz="1600" dirty="0">
                <a:solidFill>
                  <a:srgbClr val="003F91"/>
                </a:solidFill>
                <a:latin typeface="Raleway"/>
              </a:rPr>
              <a:t>PID controller is </a:t>
            </a:r>
            <a:r>
              <a:rPr lang="en-US" altLang="zh-CN" sz="1600" dirty="0">
                <a:solidFill>
                  <a:srgbClr val="003F91"/>
                </a:solidFill>
                <a:latin typeface="Raleway"/>
              </a:rPr>
              <a:t>proportional- Integral-derivative controller.</a:t>
            </a:r>
          </a:p>
          <a:p>
            <a:pPr>
              <a:lnSpc>
                <a:spcPts val="2880"/>
              </a:lnSpc>
            </a:pPr>
            <a:endParaRPr lang="en-US" sz="1600" dirty="0">
              <a:solidFill>
                <a:srgbClr val="003F91"/>
              </a:solidFill>
              <a:latin typeface="Raleway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9B797D-FC9F-DFA1-AF90-2B96E9C4ACF7}"/>
              </a:ext>
            </a:extLst>
          </p:cNvPr>
          <p:cNvSpPr txBox="1"/>
          <p:nvPr/>
        </p:nvSpPr>
        <p:spPr>
          <a:xfrm>
            <a:off x="2946211" y="1906450"/>
            <a:ext cx="2913187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altLang="zh-CN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P:</a:t>
            </a:r>
            <a:endParaRPr lang="en-US" sz="2400" dirty="0">
              <a:solidFill>
                <a:srgbClr val="003F9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C5D1AE-1AEF-8DF0-5D08-37BA8FA7098B}"/>
              </a:ext>
            </a:extLst>
          </p:cNvPr>
          <p:cNvSpPr txBox="1"/>
          <p:nvPr/>
        </p:nvSpPr>
        <p:spPr>
          <a:xfrm>
            <a:off x="2946211" y="2663958"/>
            <a:ext cx="2913187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altLang="zh-CN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I:</a:t>
            </a:r>
            <a:endParaRPr lang="en-US" sz="2400" dirty="0">
              <a:solidFill>
                <a:srgbClr val="003F9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A229CE5-5DBB-6023-0F2D-687E07C7048F}"/>
              </a:ext>
            </a:extLst>
          </p:cNvPr>
          <p:cNvSpPr txBox="1"/>
          <p:nvPr/>
        </p:nvSpPr>
        <p:spPr>
          <a:xfrm>
            <a:off x="2902838" y="3523254"/>
            <a:ext cx="2913187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altLang="zh-CN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D:</a:t>
            </a:r>
            <a:endParaRPr lang="en-US" sz="2400" dirty="0">
              <a:solidFill>
                <a:srgbClr val="003F9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8" name="Object 27">
            <a:extLst>
              <a:ext uri="{FF2B5EF4-FFF2-40B4-BE49-F238E27FC236}">
                <a16:creationId xmlns:a16="http://schemas.microsoft.com/office/drawing/2014/main" id="{7D9A4779-E8FC-EB9B-9E88-6B63F6C6AA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3244181"/>
              </p:ext>
            </p:extLst>
          </p:nvPr>
        </p:nvGraphicFramePr>
        <p:xfrm>
          <a:off x="3741025" y="1828980"/>
          <a:ext cx="3937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5" imgW="393120" imgH="473760" progId="Equation.AxMath">
                  <p:embed/>
                </p:oleObj>
              </mc:Choice>
              <mc:Fallback>
                <p:oleObj name="AxMath" r:id="rId5" imgW="393120" imgH="473760" progId="Equation.AxMath">
                  <p:embed/>
                  <p:pic>
                    <p:nvPicPr>
                      <p:cNvPr id="28" name="Object 27">
                        <a:extLst>
                          <a:ext uri="{FF2B5EF4-FFF2-40B4-BE49-F238E27FC236}">
                            <a16:creationId xmlns:a16="http://schemas.microsoft.com/office/drawing/2014/main" id="{7D9A4779-E8FC-EB9B-9E88-6B63F6C6AA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41025" y="1828980"/>
                        <a:ext cx="393700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8">
            <a:extLst>
              <a:ext uri="{FF2B5EF4-FFF2-40B4-BE49-F238E27FC236}">
                <a16:creationId xmlns:a16="http://schemas.microsoft.com/office/drawing/2014/main" id="{7757677E-28D4-6012-0F0A-C43FA3C140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2667986"/>
              </p:ext>
            </p:extLst>
          </p:nvPr>
        </p:nvGraphicFramePr>
        <p:xfrm>
          <a:off x="3495756" y="2417929"/>
          <a:ext cx="1277937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7" imgW="1277640" imgH="850680" progId="Equation.AxMath">
                  <p:embed/>
                </p:oleObj>
              </mc:Choice>
              <mc:Fallback>
                <p:oleObj name="AxMath" r:id="rId7" imgW="1277640" imgH="850680" progId="Equation.AxMath">
                  <p:embed/>
                  <p:pic>
                    <p:nvPicPr>
                      <p:cNvPr id="29" name="Object 28">
                        <a:extLst>
                          <a:ext uri="{FF2B5EF4-FFF2-40B4-BE49-F238E27FC236}">
                            <a16:creationId xmlns:a16="http://schemas.microsoft.com/office/drawing/2014/main" id="{7757677E-28D4-6012-0F0A-C43FA3C140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95756" y="2417929"/>
                        <a:ext cx="1277937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9">
            <a:extLst>
              <a:ext uri="{FF2B5EF4-FFF2-40B4-BE49-F238E27FC236}">
                <a16:creationId xmlns:a16="http://schemas.microsoft.com/office/drawing/2014/main" id="{0AAB21D8-6D2C-D0CD-33F5-E9114D2853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263334"/>
              </p:ext>
            </p:extLst>
          </p:nvPr>
        </p:nvGraphicFramePr>
        <p:xfrm>
          <a:off x="3584656" y="3270204"/>
          <a:ext cx="706437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9" imgW="706680" imgH="866880" progId="Equation.AxMath">
                  <p:embed/>
                </p:oleObj>
              </mc:Choice>
              <mc:Fallback>
                <p:oleObj name="AxMath" r:id="rId9" imgW="706680" imgH="866880" progId="Equation.AxMath">
                  <p:embed/>
                  <p:pic>
                    <p:nvPicPr>
                      <p:cNvPr id="30" name="Object 29">
                        <a:extLst>
                          <a:ext uri="{FF2B5EF4-FFF2-40B4-BE49-F238E27FC236}">
                            <a16:creationId xmlns:a16="http://schemas.microsoft.com/office/drawing/2014/main" id="{0AAB21D8-6D2C-D0CD-33F5-E9114D2853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584656" y="3270204"/>
                        <a:ext cx="706437" cy="866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5320917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"/>
            <a:ext cx="565181" cy="572775"/>
            <a:chOff x="0" y="0"/>
            <a:chExt cx="286777" cy="290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572776"/>
            <a:ext cx="565181" cy="6285225"/>
            <a:chOff x="0" y="0"/>
            <a:chExt cx="286777" cy="31891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</p:sp>
      </p:grpSp>
      <p:sp>
        <p:nvSpPr>
          <p:cNvPr id="6" name="AutoShape 6"/>
          <p:cNvSpPr/>
          <p:nvPr/>
        </p:nvSpPr>
        <p:spPr>
          <a:xfrm rot="1790">
            <a:off x="-1" y="569600"/>
            <a:ext cx="12192001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103173" y="155590"/>
            <a:ext cx="358835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altLang="zh-CN" sz="1600" spc="49" dirty="0">
                <a:solidFill>
                  <a:srgbClr val="F5F7FA"/>
                </a:solidFill>
                <a:latin typeface="Raleway"/>
              </a:rPr>
              <a:t>III</a:t>
            </a:r>
          </a:p>
          <a:p>
            <a:pPr algn="ctr">
              <a:lnSpc>
                <a:spcPts val="1919"/>
              </a:lnSpc>
            </a:pPr>
            <a:endParaRPr lang="en-US" sz="1600" spc="49" dirty="0">
              <a:solidFill>
                <a:srgbClr val="F5F7FA"/>
              </a:solidFill>
              <a:latin typeface="Raleway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6754E07E-3E69-6B8E-2C8C-D339B562182A}"/>
              </a:ext>
            </a:extLst>
          </p:cNvPr>
          <p:cNvSpPr txBox="1"/>
          <p:nvPr/>
        </p:nvSpPr>
        <p:spPr>
          <a:xfrm>
            <a:off x="9235440" y="-50167"/>
            <a:ext cx="2751787" cy="535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2400" dirty="0">
                <a:solidFill>
                  <a:srgbClr val="003F91"/>
                </a:solidFill>
                <a:latin typeface="Raleway Bold"/>
              </a:rPr>
              <a:t>21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EC4058-7A52-4977-A0C6-767A4C4918C3}"/>
              </a:ext>
            </a:extLst>
          </p:cNvPr>
          <p:cNvSpPr txBox="1"/>
          <p:nvPr/>
        </p:nvSpPr>
        <p:spPr>
          <a:xfrm>
            <a:off x="944063" y="824408"/>
            <a:ext cx="4094633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sz="24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you will learn…</a:t>
            </a:r>
          </a:p>
        </p:txBody>
      </p:sp>
      <p:sp>
        <p:nvSpPr>
          <p:cNvPr id="8" name="TextBox 14">
            <a:extLst>
              <a:ext uri="{FF2B5EF4-FFF2-40B4-BE49-F238E27FC236}">
                <a16:creationId xmlns:a16="http://schemas.microsoft.com/office/drawing/2014/main" id="{27BE037B-3592-21BC-063B-931D93C16182}"/>
              </a:ext>
            </a:extLst>
          </p:cNvPr>
          <p:cNvSpPr txBox="1"/>
          <p:nvPr/>
        </p:nvSpPr>
        <p:spPr>
          <a:xfrm>
            <a:off x="7378112" y="4722407"/>
            <a:ext cx="3099049" cy="365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003F91"/>
                </a:solidFill>
                <a:latin typeface="Playfair Display"/>
              </a:rPr>
              <a:t>Attitude control</a:t>
            </a:r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23DB7D9E-EB97-B412-5EE8-6ED2BAE42812}"/>
              </a:ext>
            </a:extLst>
          </p:cNvPr>
          <p:cNvSpPr txBox="1"/>
          <p:nvPr/>
        </p:nvSpPr>
        <p:spPr>
          <a:xfrm>
            <a:off x="7378112" y="5319307"/>
            <a:ext cx="3099049" cy="6999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80"/>
              </a:lnSpc>
            </a:pPr>
            <a:r>
              <a:rPr lang="en-US" sz="1600" dirty="0">
                <a:solidFill>
                  <a:srgbClr val="003F91"/>
                </a:solidFill>
                <a:latin typeface="Raleway"/>
              </a:rPr>
              <a:t>How to stabilize the roll, pitch, yaw angles?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08A8561-40A2-9D39-600F-E1092DEAAF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8356" y="2923759"/>
            <a:ext cx="1085562" cy="506461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4E8D7CF-D0F3-E3C8-71A8-4C3FB3642238}"/>
              </a:ext>
            </a:extLst>
          </p:cNvPr>
          <p:cNvCxnSpPr>
            <a:cxnSpLocks/>
          </p:cNvCxnSpPr>
          <p:nvPr/>
        </p:nvCxnSpPr>
        <p:spPr>
          <a:xfrm flipV="1">
            <a:off x="8517414" y="3161513"/>
            <a:ext cx="1209182" cy="15477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5DC66F1-85AD-ECCD-199C-8A08302FEF0C}"/>
              </a:ext>
            </a:extLst>
          </p:cNvPr>
          <p:cNvSpPr txBox="1"/>
          <p:nvPr/>
        </p:nvSpPr>
        <p:spPr>
          <a:xfrm>
            <a:off x="2421747" y="4666216"/>
            <a:ext cx="3099049" cy="365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003F91"/>
                </a:solidFill>
                <a:latin typeface="Playfair Display"/>
              </a:rPr>
              <a:t>Stability proof</a:t>
            </a:r>
          </a:p>
        </p:txBody>
      </p:sp>
      <p:sp>
        <p:nvSpPr>
          <p:cNvPr id="21" name="TextBox 11">
            <a:extLst>
              <a:ext uri="{FF2B5EF4-FFF2-40B4-BE49-F238E27FC236}">
                <a16:creationId xmlns:a16="http://schemas.microsoft.com/office/drawing/2014/main" id="{AA37E2DA-56DB-7C9D-60E1-0B7753959D47}"/>
              </a:ext>
            </a:extLst>
          </p:cNvPr>
          <p:cNvSpPr txBox="1"/>
          <p:nvPr/>
        </p:nvSpPr>
        <p:spPr>
          <a:xfrm>
            <a:off x="2421747" y="5267839"/>
            <a:ext cx="3099049" cy="6999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80"/>
              </a:lnSpc>
            </a:pPr>
            <a:r>
              <a:rPr lang="en-US" sz="1600" dirty="0">
                <a:solidFill>
                  <a:srgbClr val="003F91"/>
                </a:solidFill>
                <a:latin typeface="Raleway"/>
              </a:rPr>
              <a:t>Why can PID controller stabilize the quadrotor?</a:t>
            </a:r>
            <a:endParaRPr lang="en-US" altLang="zh-CN" sz="1600" dirty="0">
              <a:solidFill>
                <a:srgbClr val="003F91"/>
              </a:solidFill>
              <a:latin typeface="Raleway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97FA9F7-96CB-06A5-3487-C7F7130807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3837" y="2027872"/>
            <a:ext cx="3679943" cy="202603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364FBDD-024F-5894-1B12-7F85360E32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18917">
            <a:off x="9844304" y="2923759"/>
            <a:ext cx="1085562" cy="506461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93CD76BC-2F4C-8988-DA50-4DCC01270E7A}"/>
              </a:ext>
            </a:extLst>
          </p:cNvPr>
          <p:cNvSpPr txBox="1"/>
          <p:nvPr/>
        </p:nvSpPr>
        <p:spPr>
          <a:xfrm>
            <a:off x="749300" y="155590"/>
            <a:ext cx="706183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9"/>
              </a:lnSpc>
            </a:pPr>
            <a:r>
              <a:rPr lang="en-US" sz="1600" spc="49" dirty="0">
                <a:solidFill>
                  <a:srgbClr val="003F91"/>
                </a:solidFill>
                <a:latin typeface="Raleway"/>
              </a:rPr>
              <a:t>Summary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747825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809588" cy="6858000"/>
            <a:chOff x="0" y="0"/>
            <a:chExt cx="1425606" cy="3479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25606" cy="3479800"/>
            </a:xfrm>
            <a:custGeom>
              <a:avLst/>
              <a:gdLst/>
              <a:ahLst/>
              <a:cxnLst/>
              <a:rect l="l" t="t" r="r" b="b"/>
              <a:pathLst>
                <a:path w="1425606" h="3479800">
                  <a:moveTo>
                    <a:pt x="0" y="0"/>
                  </a:moveTo>
                  <a:lnTo>
                    <a:pt x="1425606" y="0"/>
                  </a:lnTo>
                  <a:lnTo>
                    <a:pt x="1425606" y="3479800"/>
                  </a:lnTo>
                  <a:lnTo>
                    <a:pt x="0" y="3479800"/>
                  </a:lnTo>
                  <a:close/>
                </a:path>
              </a:pathLst>
            </a:custGeom>
            <a:solidFill>
              <a:srgbClr val="003F91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685800" y="408940"/>
            <a:ext cx="2123788" cy="260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39"/>
              </a:lnSpc>
            </a:pPr>
            <a:r>
              <a:rPr lang="en-US" sz="1600" dirty="0">
                <a:solidFill>
                  <a:srgbClr val="F5F7FA"/>
                </a:solidFill>
                <a:latin typeface="Raleway"/>
              </a:rPr>
              <a:t>10/17/2024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213601" y="408940"/>
            <a:ext cx="4292600" cy="260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600" dirty="0">
                <a:solidFill>
                  <a:srgbClr val="003F91"/>
                </a:solidFill>
                <a:latin typeface="Raleway"/>
              </a:rPr>
              <a:t>Ph.D. in Aeronautics and Astronautics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850359-1B73-3BF9-B2B0-0B9F6EC5D307}"/>
              </a:ext>
            </a:extLst>
          </p:cNvPr>
          <p:cNvSpPr txBox="1"/>
          <p:nvPr/>
        </p:nvSpPr>
        <p:spPr>
          <a:xfrm>
            <a:off x="749300" y="5856213"/>
            <a:ext cx="1935689" cy="265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39"/>
              </a:lnSpc>
            </a:pPr>
            <a:r>
              <a:rPr lang="en-US" sz="1600" dirty="0">
                <a:solidFill>
                  <a:srgbClr val="F5F7FA"/>
                </a:solidFill>
                <a:latin typeface="Raleway"/>
              </a:rPr>
              <a:t>Shen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1075D2-8137-9EBB-8CA2-1493EF934680}"/>
              </a:ext>
            </a:extLst>
          </p:cNvPr>
          <p:cNvSpPr txBox="1"/>
          <p:nvPr/>
        </p:nvSpPr>
        <p:spPr>
          <a:xfrm>
            <a:off x="3379794" y="2698751"/>
            <a:ext cx="8126406" cy="1440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760"/>
              </a:lnSpc>
            </a:pPr>
            <a:r>
              <a:rPr lang="en-US" sz="4800" spc="149" dirty="0">
                <a:solidFill>
                  <a:srgbClr val="003F91"/>
                </a:solidFill>
                <a:latin typeface="Playfair Display Black"/>
              </a:rPr>
              <a:t>Thank you for</a:t>
            </a:r>
          </a:p>
          <a:p>
            <a:pPr>
              <a:lnSpc>
                <a:spcPts val="5760"/>
              </a:lnSpc>
            </a:pPr>
            <a:r>
              <a:rPr lang="en-US" sz="4800" spc="149" dirty="0">
                <a:solidFill>
                  <a:srgbClr val="003F91"/>
                </a:solidFill>
                <a:latin typeface="Playfair Display Black"/>
              </a:rPr>
              <a:t>your attention</a:t>
            </a:r>
          </a:p>
        </p:txBody>
      </p:sp>
    </p:spTree>
    <p:extLst>
      <p:ext uri="{BB962C8B-B14F-4D97-AF65-F5344CB8AC3E}">
        <p14:creationId xmlns:p14="http://schemas.microsoft.com/office/powerpoint/2010/main" val="4413038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49878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809588" cy="6858000"/>
            <a:chOff x="0" y="0"/>
            <a:chExt cx="1425606" cy="3479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25606" cy="3479800"/>
            </a:xfrm>
            <a:custGeom>
              <a:avLst/>
              <a:gdLst/>
              <a:ahLst/>
              <a:cxnLst/>
              <a:rect l="l" t="t" r="r" b="b"/>
              <a:pathLst>
                <a:path w="1425606" h="3479800">
                  <a:moveTo>
                    <a:pt x="0" y="0"/>
                  </a:moveTo>
                  <a:lnTo>
                    <a:pt x="1425606" y="0"/>
                  </a:lnTo>
                  <a:lnTo>
                    <a:pt x="1425606" y="3479800"/>
                  </a:lnTo>
                  <a:lnTo>
                    <a:pt x="0" y="3479800"/>
                  </a:lnTo>
                  <a:close/>
                </a:path>
              </a:pathLst>
            </a:custGeom>
            <a:solidFill>
              <a:srgbClr val="003F91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148544" y="2957341"/>
            <a:ext cx="8489273" cy="1440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60"/>
              </a:lnSpc>
            </a:pPr>
            <a:r>
              <a:rPr lang="da-DK" altLang="zh-CN" sz="4800" spc="149" dirty="0">
                <a:solidFill>
                  <a:srgbClr val="003F91"/>
                </a:solidFill>
                <a:latin typeface="Playfair Display Black"/>
              </a:rPr>
              <a:t>Research </a:t>
            </a:r>
            <a:r>
              <a:rPr lang="da-DK" sz="4800" spc="149" dirty="0">
                <a:solidFill>
                  <a:srgbClr val="003F91"/>
                </a:solidFill>
                <a:latin typeface="Playfair Display Black"/>
              </a:rPr>
              <a:t>&amp; </a:t>
            </a:r>
          </a:p>
          <a:p>
            <a:pPr>
              <a:lnSpc>
                <a:spcPts val="5760"/>
              </a:lnSpc>
            </a:pPr>
            <a:r>
              <a:rPr lang="da-DK" altLang="zh-CN" sz="4800" spc="149" dirty="0">
                <a:solidFill>
                  <a:srgbClr val="003F91"/>
                </a:solidFill>
                <a:latin typeface="Playfair Display Black"/>
              </a:rPr>
              <a:t>Teaching Concept</a:t>
            </a:r>
            <a:endParaRPr lang="en-US" sz="4800" spc="149" dirty="0">
              <a:solidFill>
                <a:srgbClr val="003F91"/>
              </a:solidFill>
              <a:latin typeface="Playfair Display Black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85800" y="408940"/>
            <a:ext cx="2123788" cy="260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39"/>
              </a:lnSpc>
            </a:pPr>
            <a:r>
              <a:rPr lang="en-US" sz="1600" dirty="0">
                <a:solidFill>
                  <a:srgbClr val="F5F7FA"/>
                </a:solidFill>
                <a:latin typeface="Raleway"/>
              </a:rPr>
              <a:t>10/17/2024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213601" y="408940"/>
            <a:ext cx="4292600" cy="260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600" dirty="0">
                <a:solidFill>
                  <a:srgbClr val="003F91"/>
                </a:solidFill>
                <a:latin typeface="Raleway"/>
              </a:rPr>
              <a:t>Ph.D. in Aeronautics and Astronautics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850359-1B73-3BF9-B2B0-0B9F6EC5D307}"/>
              </a:ext>
            </a:extLst>
          </p:cNvPr>
          <p:cNvSpPr txBox="1"/>
          <p:nvPr/>
        </p:nvSpPr>
        <p:spPr>
          <a:xfrm>
            <a:off x="749300" y="5856213"/>
            <a:ext cx="1935689" cy="265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39"/>
              </a:lnSpc>
            </a:pPr>
            <a:r>
              <a:rPr lang="en-US" sz="1600" dirty="0">
                <a:solidFill>
                  <a:srgbClr val="F5F7FA"/>
                </a:solidFill>
                <a:latin typeface="Raleway"/>
              </a:rPr>
              <a:t>Shen</a:t>
            </a:r>
          </a:p>
        </p:txBody>
      </p:sp>
    </p:spTree>
    <p:extLst>
      <p:ext uri="{BB962C8B-B14F-4D97-AF65-F5344CB8AC3E}">
        <p14:creationId xmlns:p14="http://schemas.microsoft.com/office/powerpoint/2010/main" val="28250972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"/>
            <a:ext cx="565181" cy="572775"/>
            <a:chOff x="0" y="0"/>
            <a:chExt cx="286777" cy="290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572776"/>
            <a:ext cx="565181" cy="6285225"/>
            <a:chOff x="0" y="0"/>
            <a:chExt cx="286777" cy="31891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</p:sp>
      </p:grpSp>
      <p:sp>
        <p:nvSpPr>
          <p:cNvPr id="6" name="AutoShape 6"/>
          <p:cNvSpPr/>
          <p:nvPr/>
        </p:nvSpPr>
        <p:spPr>
          <a:xfrm rot="1790">
            <a:off x="-1" y="569600"/>
            <a:ext cx="12192001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103173" y="155590"/>
            <a:ext cx="358835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600" spc="49">
                <a:solidFill>
                  <a:srgbClr val="F5F7FA"/>
                </a:solidFill>
                <a:latin typeface="Raleway"/>
              </a:rPr>
              <a:t>I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6754E07E-3E69-6B8E-2C8C-D339B562182A}"/>
              </a:ext>
            </a:extLst>
          </p:cNvPr>
          <p:cNvSpPr txBox="1"/>
          <p:nvPr/>
        </p:nvSpPr>
        <p:spPr>
          <a:xfrm>
            <a:off x="11688455" y="-50167"/>
            <a:ext cx="298772" cy="535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2400" dirty="0">
                <a:solidFill>
                  <a:srgbClr val="003F91"/>
                </a:solidFill>
                <a:latin typeface="Raleway Bold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0054B3-4A5A-6310-F7AC-2731A074DC40}"/>
              </a:ext>
            </a:extLst>
          </p:cNvPr>
          <p:cNvSpPr txBox="1"/>
          <p:nvPr/>
        </p:nvSpPr>
        <p:spPr>
          <a:xfrm>
            <a:off x="1233714" y="5517630"/>
            <a:ext cx="22234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Danish (Beginner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F78816-D26C-155F-E52B-B07335C62C04}"/>
              </a:ext>
            </a:extLst>
          </p:cNvPr>
          <p:cNvSpPr txBox="1"/>
          <p:nvPr/>
        </p:nvSpPr>
        <p:spPr>
          <a:xfrm>
            <a:off x="1233714" y="2793385"/>
            <a:ext cx="25743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English (Native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0A76FD-279C-02C4-66BF-B9540B9F9009}"/>
              </a:ext>
            </a:extLst>
          </p:cNvPr>
          <p:cNvSpPr txBox="1"/>
          <p:nvPr/>
        </p:nvSpPr>
        <p:spPr>
          <a:xfrm>
            <a:off x="1238811" y="3731944"/>
            <a:ext cx="2587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Chinese</a:t>
            </a:r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(Mother Tongue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02B878-FDE9-4D41-D9BA-603D79D8BF7A}"/>
              </a:ext>
            </a:extLst>
          </p:cNvPr>
          <p:cNvSpPr txBox="1"/>
          <p:nvPr/>
        </p:nvSpPr>
        <p:spPr>
          <a:xfrm>
            <a:off x="1238811" y="4579817"/>
            <a:ext cx="22234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Japanese (Medium)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1D38007-ABCC-E77C-4146-6009322A89BB}"/>
              </a:ext>
            </a:extLst>
          </p:cNvPr>
          <p:cNvCxnSpPr>
            <a:cxnSpLocks/>
          </p:cNvCxnSpPr>
          <p:nvPr/>
        </p:nvCxnSpPr>
        <p:spPr>
          <a:xfrm>
            <a:off x="4142401" y="2186135"/>
            <a:ext cx="0" cy="46406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08542760-D89C-B04B-8596-8317B4487A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298" y="2175744"/>
            <a:ext cx="7143815" cy="4640692"/>
          </a:xfrm>
          <a:prstGeom prst="rect">
            <a:avLst/>
          </a:prstGeom>
        </p:spPr>
      </p:pic>
      <p:sp>
        <p:nvSpPr>
          <p:cNvPr id="15" name="TextBox 11">
            <a:extLst>
              <a:ext uri="{FF2B5EF4-FFF2-40B4-BE49-F238E27FC236}">
                <a16:creationId xmlns:a16="http://schemas.microsoft.com/office/drawing/2014/main" id="{469976F9-B43F-4A45-248B-F4FC79BA1ED1}"/>
              </a:ext>
            </a:extLst>
          </p:cNvPr>
          <p:cNvSpPr txBox="1"/>
          <p:nvPr/>
        </p:nvSpPr>
        <p:spPr>
          <a:xfrm>
            <a:off x="749300" y="155590"/>
            <a:ext cx="706183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9"/>
              </a:lnSpc>
            </a:pPr>
            <a:r>
              <a:rPr lang="en-US" sz="1600" dirty="0">
                <a:solidFill>
                  <a:srgbClr val="003F91"/>
                </a:solidFill>
                <a:latin typeface="Raleway"/>
              </a:rPr>
              <a:t>Research</a:t>
            </a:r>
            <a:endParaRPr lang="en-US" sz="1600" spc="49" dirty="0">
              <a:solidFill>
                <a:srgbClr val="003F91"/>
              </a:solidFill>
              <a:latin typeface="Raleway"/>
            </a:endParaRPr>
          </a:p>
        </p:txBody>
      </p:sp>
      <p:cxnSp>
        <p:nvCxnSpPr>
          <p:cNvPr id="11" name="Straight Arrow Connector 37">
            <a:extLst>
              <a:ext uri="{FF2B5EF4-FFF2-40B4-BE49-F238E27FC236}">
                <a16:creationId xmlns:a16="http://schemas.microsoft.com/office/drawing/2014/main" id="{537F0681-1A68-D146-A399-9FBDA23A7D76}"/>
              </a:ext>
            </a:extLst>
          </p:cNvPr>
          <p:cNvCxnSpPr>
            <a:cxnSpLocks/>
          </p:cNvCxnSpPr>
          <p:nvPr/>
        </p:nvCxnSpPr>
        <p:spPr>
          <a:xfrm>
            <a:off x="1233714" y="1479521"/>
            <a:ext cx="10253575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39">
            <a:extLst>
              <a:ext uri="{FF2B5EF4-FFF2-40B4-BE49-F238E27FC236}">
                <a16:creationId xmlns:a16="http://schemas.microsoft.com/office/drawing/2014/main" id="{FED2BE8E-EC43-3066-BA18-CDFD690622F7}"/>
              </a:ext>
            </a:extLst>
          </p:cNvPr>
          <p:cNvCxnSpPr>
            <a:cxnSpLocks/>
          </p:cNvCxnSpPr>
          <p:nvPr/>
        </p:nvCxnSpPr>
        <p:spPr>
          <a:xfrm flipV="1">
            <a:off x="5681813" y="1335039"/>
            <a:ext cx="0" cy="251671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40">
            <a:extLst>
              <a:ext uri="{FF2B5EF4-FFF2-40B4-BE49-F238E27FC236}">
                <a16:creationId xmlns:a16="http://schemas.microsoft.com/office/drawing/2014/main" id="{71841278-EEC0-8E50-F226-343AF07598A0}"/>
              </a:ext>
            </a:extLst>
          </p:cNvPr>
          <p:cNvCxnSpPr>
            <a:cxnSpLocks/>
          </p:cNvCxnSpPr>
          <p:nvPr/>
        </p:nvCxnSpPr>
        <p:spPr>
          <a:xfrm flipV="1">
            <a:off x="9777807" y="1358815"/>
            <a:ext cx="0" cy="251671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42">
            <a:extLst>
              <a:ext uri="{FF2B5EF4-FFF2-40B4-BE49-F238E27FC236}">
                <a16:creationId xmlns:a16="http://schemas.microsoft.com/office/drawing/2014/main" id="{D29DCF0F-4A71-1856-E32B-0702F9BA083C}"/>
              </a:ext>
            </a:extLst>
          </p:cNvPr>
          <p:cNvCxnSpPr>
            <a:cxnSpLocks/>
          </p:cNvCxnSpPr>
          <p:nvPr/>
        </p:nvCxnSpPr>
        <p:spPr>
          <a:xfrm flipV="1">
            <a:off x="2297139" y="1360438"/>
            <a:ext cx="0" cy="251671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45">
            <a:extLst>
              <a:ext uri="{FF2B5EF4-FFF2-40B4-BE49-F238E27FC236}">
                <a16:creationId xmlns:a16="http://schemas.microsoft.com/office/drawing/2014/main" id="{1029C570-978F-DFA1-8390-3D3F6A5FF3AB}"/>
              </a:ext>
            </a:extLst>
          </p:cNvPr>
          <p:cNvSpPr txBox="1"/>
          <p:nvPr/>
        </p:nvSpPr>
        <p:spPr>
          <a:xfrm>
            <a:off x="5115161" y="1646722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2017-2019</a:t>
            </a:r>
          </a:p>
        </p:txBody>
      </p:sp>
      <p:sp>
        <p:nvSpPr>
          <p:cNvPr id="29" name="TextBox 46">
            <a:extLst>
              <a:ext uri="{FF2B5EF4-FFF2-40B4-BE49-F238E27FC236}">
                <a16:creationId xmlns:a16="http://schemas.microsoft.com/office/drawing/2014/main" id="{FBB45E64-2606-7590-A0E3-A9585140E1C8}"/>
              </a:ext>
            </a:extLst>
          </p:cNvPr>
          <p:cNvSpPr txBox="1"/>
          <p:nvPr/>
        </p:nvSpPr>
        <p:spPr>
          <a:xfrm>
            <a:off x="1977684" y="781160"/>
            <a:ext cx="7462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Birth</a:t>
            </a:r>
          </a:p>
        </p:txBody>
      </p:sp>
      <p:sp>
        <p:nvSpPr>
          <p:cNvPr id="30" name="TextBox 48">
            <a:extLst>
              <a:ext uri="{FF2B5EF4-FFF2-40B4-BE49-F238E27FC236}">
                <a16:creationId xmlns:a16="http://schemas.microsoft.com/office/drawing/2014/main" id="{70374A8C-3419-DDA6-44C2-1563285D505E}"/>
              </a:ext>
            </a:extLst>
          </p:cNvPr>
          <p:cNvSpPr txBox="1"/>
          <p:nvPr/>
        </p:nvSpPr>
        <p:spPr>
          <a:xfrm>
            <a:off x="3706731" y="648603"/>
            <a:ext cx="4047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(Technical University of Denmark)</a:t>
            </a:r>
          </a:p>
        </p:txBody>
      </p:sp>
      <p:sp>
        <p:nvSpPr>
          <p:cNvPr id="31" name="TextBox 49">
            <a:extLst>
              <a:ext uri="{FF2B5EF4-FFF2-40B4-BE49-F238E27FC236}">
                <a16:creationId xmlns:a16="http://schemas.microsoft.com/office/drawing/2014/main" id="{F3AD112C-38B3-64B2-4CD1-7C0D23C59106}"/>
              </a:ext>
            </a:extLst>
          </p:cNvPr>
          <p:cNvSpPr txBox="1"/>
          <p:nvPr/>
        </p:nvSpPr>
        <p:spPr>
          <a:xfrm>
            <a:off x="8125732" y="651309"/>
            <a:ext cx="32161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Tokyo)</a:t>
            </a:r>
          </a:p>
        </p:txBody>
      </p:sp>
      <p:sp>
        <p:nvSpPr>
          <p:cNvPr id="32" name="TextBox 50">
            <a:extLst>
              <a:ext uri="{FF2B5EF4-FFF2-40B4-BE49-F238E27FC236}">
                <a16:creationId xmlns:a16="http://schemas.microsoft.com/office/drawing/2014/main" id="{0AD46615-63EE-9087-EBA9-032DAC85ECE7}"/>
              </a:ext>
            </a:extLst>
          </p:cNvPr>
          <p:cNvSpPr txBox="1"/>
          <p:nvPr/>
        </p:nvSpPr>
        <p:spPr>
          <a:xfrm>
            <a:off x="9201128" y="1659020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2020-2023</a:t>
            </a:r>
          </a:p>
        </p:txBody>
      </p:sp>
      <p:sp>
        <p:nvSpPr>
          <p:cNvPr id="33" name="TextBox 54">
            <a:extLst>
              <a:ext uri="{FF2B5EF4-FFF2-40B4-BE49-F238E27FC236}">
                <a16:creationId xmlns:a16="http://schemas.microsoft.com/office/drawing/2014/main" id="{F940C9B8-D3E8-F67D-E148-55C02533C5FC}"/>
              </a:ext>
            </a:extLst>
          </p:cNvPr>
          <p:cNvSpPr txBox="1"/>
          <p:nvPr/>
        </p:nvSpPr>
        <p:spPr>
          <a:xfrm>
            <a:off x="1985282" y="165885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524540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"/>
            <a:ext cx="565181" cy="572775"/>
            <a:chOff x="0" y="0"/>
            <a:chExt cx="286777" cy="290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572776"/>
            <a:ext cx="565181" cy="6285225"/>
            <a:chOff x="0" y="0"/>
            <a:chExt cx="286777" cy="31891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</p:sp>
      </p:grpSp>
      <p:sp>
        <p:nvSpPr>
          <p:cNvPr id="6" name="AutoShape 6"/>
          <p:cNvSpPr/>
          <p:nvPr/>
        </p:nvSpPr>
        <p:spPr>
          <a:xfrm rot="1790">
            <a:off x="-1" y="569600"/>
            <a:ext cx="12192001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103173" y="155590"/>
            <a:ext cx="358835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600" spc="49">
                <a:solidFill>
                  <a:srgbClr val="F5F7FA"/>
                </a:solidFill>
                <a:latin typeface="Raleway"/>
              </a:rPr>
              <a:t>I</a:t>
            </a:r>
          </a:p>
        </p:txBody>
      </p:sp>
      <p:pic>
        <p:nvPicPr>
          <p:cNvPr id="15" name="Flashback - Sep 21, 2022 18_57_04">
            <a:hlinkClick r:id="" action="ppaction://media"/>
            <a:extLst>
              <a:ext uri="{FF2B5EF4-FFF2-40B4-BE49-F238E27FC236}">
                <a16:creationId xmlns:a16="http://schemas.microsoft.com/office/drawing/2014/main" id="{D1EE642D-6D19-08B6-1833-9C59AF8D4583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362234" y="907132"/>
            <a:ext cx="3819471" cy="246229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98E242B-3DCC-156D-852F-E5DCCE595C37}"/>
              </a:ext>
            </a:extLst>
          </p:cNvPr>
          <p:cNvSpPr txBox="1"/>
          <p:nvPr/>
        </p:nvSpPr>
        <p:spPr>
          <a:xfrm>
            <a:off x="7923256" y="601454"/>
            <a:ext cx="30217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direction of the thrust is adjustable.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5D9212-B772-115D-6B44-EF438CA32F93}"/>
              </a:ext>
            </a:extLst>
          </p:cNvPr>
          <p:cNvSpPr txBox="1"/>
          <p:nvPr/>
        </p:nvSpPr>
        <p:spPr>
          <a:xfrm>
            <a:off x="7213601" y="3462484"/>
            <a:ext cx="4267200" cy="25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33" dirty="0" err="1">
                <a:solidFill>
                  <a:srgbClr val="222222"/>
                </a:solidFill>
                <a:latin typeface="Arial" panose="020B0604020202020204" pitchFamily="34" charset="0"/>
              </a:rPr>
              <a:t>Ryll</a:t>
            </a:r>
            <a:r>
              <a:rPr lang="en-US" sz="533" dirty="0">
                <a:solidFill>
                  <a:srgbClr val="222222"/>
                </a:solidFill>
                <a:latin typeface="Arial" panose="020B0604020202020204" pitchFamily="34" charset="0"/>
              </a:rPr>
              <a:t>, Markus, Heinrich H. </a:t>
            </a:r>
            <a:r>
              <a:rPr lang="en-US" sz="533" dirty="0" err="1">
                <a:solidFill>
                  <a:srgbClr val="222222"/>
                </a:solidFill>
                <a:latin typeface="Arial" panose="020B0604020202020204" pitchFamily="34" charset="0"/>
              </a:rPr>
              <a:t>Bülthoff</a:t>
            </a:r>
            <a:r>
              <a:rPr lang="en-US" sz="533" dirty="0">
                <a:solidFill>
                  <a:srgbClr val="222222"/>
                </a:solidFill>
                <a:latin typeface="Arial" panose="020B0604020202020204" pitchFamily="34" charset="0"/>
              </a:rPr>
              <a:t>, and Paolo </a:t>
            </a:r>
            <a:r>
              <a:rPr lang="en-US" sz="533" dirty="0" err="1">
                <a:solidFill>
                  <a:srgbClr val="222222"/>
                </a:solidFill>
                <a:latin typeface="Arial" panose="020B0604020202020204" pitchFamily="34" charset="0"/>
              </a:rPr>
              <a:t>Robuffo</a:t>
            </a:r>
            <a:r>
              <a:rPr lang="en-US" sz="533" dirty="0">
                <a:solidFill>
                  <a:srgbClr val="222222"/>
                </a:solidFill>
                <a:latin typeface="Arial" panose="020B0604020202020204" pitchFamily="34" charset="0"/>
              </a:rPr>
              <a:t> Giordano. "Modeling and control of a quadrotor UAV with tilting propellers." </a:t>
            </a:r>
            <a:r>
              <a:rPr lang="en-US" sz="533" i="1" dirty="0">
                <a:solidFill>
                  <a:srgbClr val="222222"/>
                </a:solidFill>
                <a:latin typeface="Arial" panose="020B0604020202020204" pitchFamily="34" charset="0"/>
              </a:rPr>
              <a:t>2012 IEEE international conference on robotics and automation</a:t>
            </a:r>
            <a:r>
              <a:rPr lang="en-US" sz="533" dirty="0">
                <a:solidFill>
                  <a:srgbClr val="222222"/>
                </a:solidFill>
                <a:latin typeface="Arial" panose="020B0604020202020204" pitchFamily="34" charset="0"/>
              </a:rPr>
              <a:t>. IEEE, 2012.</a:t>
            </a:r>
            <a:endParaRPr lang="en-US" sz="533" dirty="0"/>
          </a:p>
        </p:txBody>
      </p:sp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C8BDE1DD-927B-3D7B-1F01-CA89500A08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62234" y="3937000"/>
          <a:ext cx="3819472" cy="2579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Glyph" r:id="rId7" imgW="464040" imgH="312840" progId="AxGlyph.Document">
                  <p:embed/>
                </p:oleObj>
              </mc:Choice>
              <mc:Fallback>
                <p:oleObj name="AxGlyph" r:id="rId7" imgW="464040" imgH="312840" progId="AxGlyph.Document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C8BDE1DD-927B-3D7B-1F01-CA89500A08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362234" y="3937000"/>
                        <a:ext cx="3819472" cy="25790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90D95239-91A3-E92F-58FD-26659FA8AD2F}"/>
              </a:ext>
            </a:extLst>
          </p:cNvPr>
          <p:cNvSpPr txBox="1"/>
          <p:nvPr/>
        </p:nvSpPr>
        <p:spPr>
          <a:xfrm>
            <a:off x="8902535" y="6562064"/>
            <a:ext cx="10237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Tilt-rotor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4685C5-56B4-669C-E80E-32C66EE07F94}"/>
              </a:ext>
            </a:extLst>
          </p:cNvPr>
          <p:cNvSpPr txBox="1"/>
          <p:nvPr/>
        </p:nvSpPr>
        <p:spPr>
          <a:xfrm>
            <a:off x="1678902" y="2211473"/>
            <a:ext cx="2106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magnitudes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317595-088F-3334-1F9E-AAAFB602A7CF}"/>
              </a:ext>
            </a:extLst>
          </p:cNvPr>
          <p:cNvSpPr txBox="1"/>
          <p:nvPr/>
        </p:nvSpPr>
        <p:spPr>
          <a:xfrm>
            <a:off x="1678902" y="4326323"/>
            <a:ext cx="23150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tilting angles</a:t>
            </a:r>
          </a:p>
        </p:txBody>
      </p:sp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A30081BC-5A02-2837-B427-66D13270A7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7551" y="3129171"/>
          <a:ext cx="62547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9" imgW="626040" imgH="476280" progId="Equation.AxMath">
                  <p:embed/>
                </p:oleObj>
              </mc:Choice>
              <mc:Fallback>
                <p:oleObj name="AxMath" r:id="rId9" imgW="626040" imgH="476280" progId="Equation.AxMath">
                  <p:embed/>
                  <p:pic>
                    <p:nvPicPr>
                      <p:cNvPr id="22" name="Object 21">
                        <a:extLst>
                          <a:ext uri="{FF2B5EF4-FFF2-40B4-BE49-F238E27FC236}">
                            <a16:creationId xmlns:a16="http://schemas.microsoft.com/office/drawing/2014/main" id="{A30081BC-5A02-2837-B427-66D13270A7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37551" y="3129171"/>
                        <a:ext cx="625475" cy="476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4C428DFC-5AE2-FAE4-EC64-CF39A5724B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29748" y="3129171"/>
          <a:ext cx="639762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1" imgW="640080" imgH="476280" progId="Equation.AxMath">
                  <p:embed/>
                </p:oleObj>
              </mc:Choice>
              <mc:Fallback>
                <p:oleObj name="AxMath" r:id="rId11" imgW="640080" imgH="476280" progId="Equation.AxMath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4C428DFC-5AE2-FAE4-EC64-CF39A5724B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29748" y="3129171"/>
                        <a:ext cx="639762" cy="476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544D68A7-2CE6-80A4-1753-E843A6229E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6232" y="3129171"/>
          <a:ext cx="642937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3" imgW="643320" imgH="476280" progId="Equation.AxMath">
                  <p:embed/>
                </p:oleObj>
              </mc:Choice>
              <mc:Fallback>
                <p:oleObj name="AxMath" r:id="rId13" imgW="643320" imgH="476280" progId="Equation.AxMath">
                  <p:embed/>
                  <p:pic>
                    <p:nvPicPr>
                      <p:cNvPr id="24" name="Object 23">
                        <a:extLst>
                          <a:ext uri="{FF2B5EF4-FFF2-40B4-BE49-F238E27FC236}">
                            <a16:creationId xmlns:a16="http://schemas.microsoft.com/office/drawing/2014/main" id="{544D68A7-2CE6-80A4-1753-E843A6229E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736232" y="3129171"/>
                        <a:ext cx="642937" cy="476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457C5FAD-80B2-9A74-7C62-79A15B42F2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45891" y="3129171"/>
          <a:ext cx="649288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5" imgW="649080" imgH="476280" progId="Equation.AxMath">
                  <p:embed/>
                </p:oleObj>
              </mc:Choice>
              <mc:Fallback>
                <p:oleObj name="AxMath" r:id="rId15" imgW="649080" imgH="476280" progId="Equation.AxMath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457C5FAD-80B2-9A74-7C62-79A15B42F2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545891" y="3129171"/>
                        <a:ext cx="649288" cy="476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957B08CA-94C8-68CB-C11D-F7C17CDBE3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19325" y="5005388"/>
          <a:ext cx="463550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7" imgW="462960" imgH="570240" progId="Equation.AxMath">
                  <p:embed/>
                </p:oleObj>
              </mc:Choice>
              <mc:Fallback>
                <p:oleObj name="AxMath" r:id="rId17" imgW="462960" imgH="570240" progId="Equation.AxMath">
                  <p:embed/>
                  <p:pic>
                    <p:nvPicPr>
                      <p:cNvPr id="26" name="Object 25">
                        <a:extLst>
                          <a:ext uri="{FF2B5EF4-FFF2-40B4-BE49-F238E27FC236}">
                            <a16:creationId xmlns:a16="http://schemas.microsoft.com/office/drawing/2014/main" id="{957B08CA-94C8-68CB-C11D-F7C17CDBE3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219325" y="5005388"/>
                        <a:ext cx="463550" cy="5699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6699AD75-A53E-61BE-F5CE-692E18EF4F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08313" y="5005388"/>
          <a:ext cx="481012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9" imgW="480600" imgH="570240" progId="Equation.AxMath">
                  <p:embed/>
                </p:oleObj>
              </mc:Choice>
              <mc:Fallback>
                <p:oleObj name="AxMath" r:id="rId19" imgW="480600" imgH="570240" progId="Equation.AxMath">
                  <p:embed/>
                  <p:pic>
                    <p:nvPicPr>
                      <p:cNvPr id="27" name="Object 26">
                        <a:extLst>
                          <a:ext uri="{FF2B5EF4-FFF2-40B4-BE49-F238E27FC236}">
                            <a16:creationId xmlns:a16="http://schemas.microsoft.com/office/drawing/2014/main" id="{6699AD75-A53E-61BE-F5CE-692E18EF4F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008313" y="5005388"/>
                        <a:ext cx="481012" cy="5699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7">
            <a:extLst>
              <a:ext uri="{FF2B5EF4-FFF2-40B4-BE49-F238E27FC236}">
                <a16:creationId xmlns:a16="http://schemas.microsoft.com/office/drawing/2014/main" id="{0166C257-3D7C-7C48-DCC1-F3E2C69F93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7938" y="5018088"/>
          <a:ext cx="484187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21" imgW="484560" imgH="570240" progId="Equation.AxMath">
                  <p:embed/>
                </p:oleObj>
              </mc:Choice>
              <mc:Fallback>
                <p:oleObj name="AxMath" r:id="rId21" imgW="484560" imgH="570240" progId="Equation.AxMath">
                  <p:embed/>
                  <p:pic>
                    <p:nvPicPr>
                      <p:cNvPr id="28" name="Object 27">
                        <a:extLst>
                          <a:ext uri="{FF2B5EF4-FFF2-40B4-BE49-F238E27FC236}">
                            <a16:creationId xmlns:a16="http://schemas.microsoft.com/office/drawing/2014/main" id="{0166C257-3D7C-7C48-DCC1-F3E2C69F93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817938" y="5018088"/>
                        <a:ext cx="484187" cy="5699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8">
            <a:extLst>
              <a:ext uri="{FF2B5EF4-FFF2-40B4-BE49-F238E27FC236}">
                <a16:creationId xmlns:a16="http://schemas.microsoft.com/office/drawing/2014/main" id="{E01A1CDA-331B-904B-8574-ADEAB56440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24388" y="5005388"/>
          <a:ext cx="492125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23" imgW="491760" imgH="570240" progId="Equation.AxMath">
                  <p:embed/>
                </p:oleObj>
              </mc:Choice>
              <mc:Fallback>
                <p:oleObj name="AxMath" r:id="rId23" imgW="491760" imgH="570240" progId="Equation.AxMath">
                  <p:embed/>
                  <p:pic>
                    <p:nvPicPr>
                      <p:cNvPr id="29" name="Object 28">
                        <a:extLst>
                          <a:ext uri="{FF2B5EF4-FFF2-40B4-BE49-F238E27FC236}">
                            <a16:creationId xmlns:a16="http://schemas.microsoft.com/office/drawing/2014/main" id="{E01A1CDA-331B-904B-8574-ADEAB56440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624388" y="5005388"/>
                        <a:ext cx="492125" cy="5699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376122DE-B204-A3A5-AB9F-7739A0D3C434}"/>
              </a:ext>
            </a:extLst>
          </p:cNvPr>
          <p:cNvSpPr txBox="1"/>
          <p:nvPr/>
        </p:nvSpPr>
        <p:spPr>
          <a:xfrm>
            <a:off x="1163592" y="1069032"/>
            <a:ext cx="450942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00"/>
              </a:lnSpc>
            </a:pPr>
            <a:r>
              <a:rPr lang="en-US" sz="2800" dirty="0">
                <a:solidFill>
                  <a:srgbClr val="003F91"/>
                </a:solidFill>
                <a:latin typeface="Playfair Display"/>
              </a:rPr>
              <a:t>Tiltrotor Dynamics</a:t>
            </a:r>
          </a:p>
        </p:txBody>
      </p:sp>
      <p:sp>
        <p:nvSpPr>
          <p:cNvPr id="31" name="TextBox 10">
            <a:extLst>
              <a:ext uri="{FF2B5EF4-FFF2-40B4-BE49-F238E27FC236}">
                <a16:creationId xmlns:a16="http://schemas.microsoft.com/office/drawing/2014/main" id="{2BB9BA2C-E0DE-60E7-A249-46FEEA422B11}"/>
              </a:ext>
            </a:extLst>
          </p:cNvPr>
          <p:cNvSpPr txBox="1"/>
          <p:nvPr/>
        </p:nvSpPr>
        <p:spPr>
          <a:xfrm>
            <a:off x="11688455" y="-50167"/>
            <a:ext cx="298772" cy="535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2400" dirty="0">
                <a:solidFill>
                  <a:srgbClr val="003F91"/>
                </a:solidFill>
                <a:latin typeface="Raleway Bold"/>
              </a:rPr>
              <a:t>2</a:t>
            </a:r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4B3B01C0-F685-1EAF-E809-100935005B9E}"/>
              </a:ext>
            </a:extLst>
          </p:cNvPr>
          <p:cNvSpPr txBox="1"/>
          <p:nvPr/>
        </p:nvSpPr>
        <p:spPr>
          <a:xfrm>
            <a:off x="749300" y="155590"/>
            <a:ext cx="706183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9"/>
              </a:lnSpc>
            </a:pPr>
            <a:r>
              <a:rPr lang="en-US" sz="1600" dirty="0">
                <a:solidFill>
                  <a:srgbClr val="003F91"/>
                </a:solidFill>
                <a:latin typeface="Raleway"/>
              </a:rPr>
              <a:t>Research</a:t>
            </a:r>
            <a:endParaRPr lang="en-US" sz="1600" spc="49" dirty="0">
              <a:solidFill>
                <a:srgbClr val="003F91"/>
              </a:solidFill>
              <a:latin typeface="Raleway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1274026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 mute="1">
                <p:cTn id="2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"/>
            <a:ext cx="565181" cy="572775"/>
            <a:chOff x="0" y="0"/>
            <a:chExt cx="286777" cy="290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572776"/>
            <a:ext cx="565181" cy="6285225"/>
            <a:chOff x="0" y="0"/>
            <a:chExt cx="286777" cy="31891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</p:sp>
      </p:grpSp>
      <p:sp>
        <p:nvSpPr>
          <p:cNvPr id="6" name="AutoShape 6"/>
          <p:cNvSpPr/>
          <p:nvPr/>
        </p:nvSpPr>
        <p:spPr>
          <a:xfrm rot="1790">
            <a:off x="-1" y="569600"/>
            <a:ext cx="12192001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103173" y="155590"/>
            <a:ext cx="358835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600" spc="49">
                <a:solidFill>
                  <a:srgbClr val="F5F7FA"/>
                </a:solidFill>
                <a:latin typeface="Raleway"/>
              </a:rPr>
              <a:t>I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1867876-5D04-D559-0A67-6AFFF7F6C3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798" y="2746059"/>
            <a:ext cx="3193002" cy="153344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B0BEFE4-9797-38D4-41F4-FE12A553C0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" y="1893713"/>
            <a:ext cx="1666473" cy="26765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479FC4A-6757-EC76-6DF5-F34415E6A6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17474" y="1873623"/>
            <a:ext cx="1130137" cy="287747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BB615E6-85D0-E078-F3E7-C358AE1327C0}"/>
              </a:ext>
            </a:extLst>
          </p:cNvPr>
          <p:cNvSpPr/>
          <p:nvPr/>
        </p:nvSpPr>
        <p:spPr>
          <a:xfrm rot="5400000">
            <a:off x="3097373" y="2692569"/>
            <a:ext cx="1056095" cy="978760"/>
          </a:xfrm>
          <a:prstGeom prst="roundRect">
            <a:avLst>
              <a:gd name="adj" fmla="val 35764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594EB76-2B36-23AC-8D1F-A44660980950}"/>
              </a:ext>
            </a:extLst>
          </p:cNvPr>
          <p:cNvSpPr/>
          <p:nvPr/>
        </p:nvSpPr>
        <p:spPr>
          <a:xfrm rot="10800000">
            <a:off x="2743201" y="3009502"/>
            <a:ext cx="390327" cy="342501"/>
          </a:xfrm>
          <a:prstGeom prst="roundRect">
            <a:avLst>
              <a:gd name="adj" fmla="val 42435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0070C0"/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EA5D4D0-AA99-66B9-C71C-F12DFB691CEA}"/>
              </a:ext>
            </a:extLst>
          </p:cNvPr>
          <p:cNvSpPr/>
          <p:nvPr/>
        </p:nvSpPr>
        <p:spPr>
          <a:xfrm rot="10800000">
            <a:off x="1879601" y="1867299"/>
            <a:ext cx="390327" cy="342501"/>
          </a:xfrm>
          <a:prstGeom prst="roundRect">
            <a:avLst>
              <a:gd name="adj" fmla="val 42435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0070C0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C791F57-0F9F-064E-D56D-7360E8FB796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2917" y="4699000"/>
            <a:ext cx="3649238" cy="66974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F52E81F-FEF0-281D-D68F-1537E956E97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0400" y="5706754"/>
            <a:ext cx="6553200" cy="691318"/>
          </a:xfrm>
          <a:prstGeom prst="rect">
            <a:avLst/>
          </a:prstGeom>
        </p:spPr>
      </p:pic>
      <p:graphicFrame>
        <p:nvGraphicFramePr>
          <p:cNvPr id="31" name="Object 30">
            <a:extLst>
              <a:ext uri="{FF2B5EF4-FFF2-40B4-BE49-F238E27FC236}">
                <a16:creationId xmlns:a16="http://schemas.microsoft.com/office/drawing/2014/main" id="{0154268B-EF1B-BCBD-B926-346960F0AF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33196" y="2482357"/>
          <a:ext cx="2711189" cy="755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Glyph" r:id="rId11" imgW="376920" imgH="105120" progId="AxGlyph.Document">
                  <p:embed/>
                </p:oleObj>
              </mc:Choice>
              <mc:Fallback>
                <p:oleObj name="AxGlyph" r:id="rId11" imgW="376920" imgH="105120" progId="AxGlyph.Document">
                  <p:embed/>
                  <p:pic>
                    <p:nvPicPr>
                      <p:cNvPr id="31" name="Object 30">
                        <a:extLst>
                          <a:ext uri="{FF2B5EF4-FFF2-40B4-BE49-F238E27FC236}">
                            <a16:creationId xmlns:a16="http://schemas.microsoft.com/office/drawing/2014/main" id="{0154268B-EF1B-BCBD-B926-346960F0AF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433196" y="2482357"/>
                        <a:ext cx="2711189" cy="7550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FC2D117-D570-EAFD-DF77-1A358C713FF9}"/>
              </a:ext>
            </a:extLst>
          </p:cNvPr>
          <p:cNvSpPr/>
          <p:nvPr/>
        </p:nvSpPr>
        <p:spPr>
          <a:xfrm rot="10800000">
            <a:off x="4433194" y="2463800"/>
            <a:ext cx="2711189" cy="469721"/>
          </a:xfrm>
          <a:prstGeom prst="roundRect">
            <a:avLst>
              <a:gd name="adj" fmla="val 42435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9A19964-300B-5EB5-1B62-CB50B6FE6678}"/>
              </a:ext>
            </a:extLst>
          </p:cNvPr>
          <p:cNvSpPr/>
          <p:nvPr/>
        </p:nvSpPr>
        <p:spPr>
          <a:xfrm rot="10800000">
            <a:off x="4512564" y="2857868"/>
            <a:ext cx="2572429" cy="469721"/>
          </a:xfrm>
          <a:prstGeom prst="roundRect">
            <a:avLst>
              <a:gd name="adj" fmla="val 42435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E5C729-922B-A5A7-C397-FCE4E969B900}"/>
              </a:ext>
            </a:extLst>
          </p:cNvPr>
          <p:cNvSpPr txBox="1"/>
          <p:nvPr/>
        </p:nvSpPr>
        <p:spPr>
          <a:xfrm>
            <a:off x="565181" y="6718988"/>
            <a:ext cx="3868013" cy="1743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800"/>
            </a:lvl1pPr>
          </a:lstStyle>
          <a:p>
            <a:r>
              <a:rPr lang="en-US" sz="533" dirty="0"/>
              <a:t>Shen, Z. and Tsuchiya, T., 2022. Gait analysis for a tiltrotor: The dynamic invertible gait. Robotics, 11(2), p.33.</a:t>
            </a:r>
          </a:p>
        </p:txBody>
      </p:sp>
      <p:pic>
        <p:nvPicPr>
          <p:cNvPr id="8" name="Flashback - Sep 21, 2022 18_57_04">
            <a:hlinkClick r:id="" action="ppaction://media"/>
            <a:extLst>
              <a:ext uri="{FF2B5EF4-FFF2-40B4-BE49-F238E27FC236}">
                <a16:creationId xmlns:a16="http://schemas.microsoft.com/office/drawing/2014/main" id="{4E8D81F0-502B-B078-A3F8-FCB8418330D1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7362234" y="907132"/>
            <a:ext cx="3819471" cy="24622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E0C5B52-2163-3E75-363F-070697234B3D}"/>
              </a:ext>
            </a:extLst>
          </p:cNvPr>
          <p:cNvSpPr txBox="1"/>
          <p:nvPr/>
        </p:nvSpPr>
        <p:spPr>
          <a:xfrm>
            <a:off x="7923256" y="601454"/>
            <a:ext cx="30217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direction of the thrust is adjustable.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B68178-325C-DCA5-BE29-ABAF550032EC}"/>
              </a:ext>
            </a:extLst>
          </p:cNvPr>
          <p:cNvSpPr txBox="1"/>
          <p:nvPr/>
        </p:nvSpPr>
        <p:spPr>
          <a:xfrm>
            <a:off x="7213601" y="3462484"/>
            <a:ext cx="4267200" cy="25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33" dirty="0" err="1">
                <a:solidFill>
                  <a:srgbClr val="222222"/>
                </a:solidFill>
                <a:latin typeface="Arial" panose="020B0604020202020204" pitchFamily="34" charset="0"/>
              </a:rPr>
              <a:t>Ryll</a:t>
            </a:r>
            <a:r>
              <a:rPr lang="en-US" sz="533" dirty="0">
                <a:solidFill>
                  <a:srgbClr val="222222"/>
                </a:solidFill>
                <a:latin typeface="Arial" panose="020B0604020202020204" pitchFamily="34" charset="0"/>
              </a:rPr>
              <a:t>, Markus, Heinrich H. </a:t>
            </a:r>
            <a:r>
              <a:rPr lang="en-US" sz="533" dirty="0" err="1">
                <a:solidFill>
                  <a:srgbClr val="222222"/>
                </a:solidFill>
                <a:latin typeface="Arial" panose="020B0604020202020204" pitchFamily="34" charset="0"/>
              </a:rPr>
              <a:t>Bülthoff</a:t>
            </a:r>
            <a:r>
              <a:rPr lang="en-US" sz="533" dirty="0">
                <a:solidFill>
                  <a:srgbClr val="222222"/>
                </a:solidFill>
                <a:latin typeface="Arial" panose="020B0604020202020204" pitchFamily="34" charset="0"/>
              </a:rPr>
              <a:t>, and Paolo </a:t>
            </a:r>
            <a:r>
              <a:rPr lang="en-US" sz="533" dirty="0" err="1">
                <a:solidFill>
                  <a:srgbClr val="222222"/>
                </a:solidFill>
                <a:latin typeface="Arial" panose="020B0604020202020204" pitchFamily="34" charset="0"/>
              </a:rPr>
              <a:t>Robuffo</a:t>
            </a:r>
            <a:r>
              <a:rPr lang="en-US" sz="533" dirty="0">
                <a:solidFill>
                  <a:srgbClr val="222222"/>
                </a:solidFill>
                <a:latin typeface="Arial" panose="020B0604020202020204" pitchFamily="34" charset="0"/>
              </a:rPr>
              <a:t> Giordano. "Modeling and control of a quadrotor UAV with tilting propellers." </a:t>
            </a:r>
            <a:r>
              <a:rPr lang="en-US" sz="533" i="1" dirty="0">
                <a:solidFill>
                  <a:srgbClr val="222222"/>
                </a:solidFill>
                <a:latin typeface="Arial" panose="020B0604020202020204" pitchFamily="34" charset="0"/>
              </a:rPr>
              <a:t>2012 IEEE international conference on robotics and automation</a:t>
            </a:r>
            <a:r>
              <a:rPr lang="en-US" sz="533" dirty="0">
                <a:solidFill>
                  <a:srgbClr val="222222"/>
                </a:solidFill>
                <a:latin typeface="Arial" panose="020B0604020202020204" pitchFamily="34" charset="0"/>
              </a:rPr>
              <a:t>. IEEE, 2012.</a:t>
            </a:r>
            <a:endParaRPr lang="en-US" sz="533" dirty="0"/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F6A03588-7EF2-D75F-60F2-50A1531BB3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62234" y="3937000"/>
          <a:ext cx="3819472" cy="2579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Glyph" r:id="rId14" imgW="464040" imgH="312840" progId="AxGlyph.Document">
                  <p:embed/>
                </p:oleObj>
              </mc:Choice>
              <mc:Fallback>
                <p:oleObj name="AxGlyph" r:id="rId14" imgW="464040" imgH="312840" progId="AxGlyph.Document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F6A03588-7EF2-D75F-60F2-50A1531BB3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362234" y="3937000"/>
                        <a:ext cx="3819472" cy="25790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A0ED01D8-F2F8-1F01-5C43-166C66F664A4}"/>
              </a:ext>
            </a:extLst>
          </p:cNvPr>
          <p:cNvSpPr txBox="1"/>
          <p:nvPr/>
        </p:nvSpPr>
        <p:spPr>
          <a:xfrm>
            <a:off x="8902535" y="6562064"/>
            <a:ext cx="10237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Tilt-rotor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1C032A-883A-5A15-95C5-1580B93E51AB}"/>
              </a:ext>
            </a:extLst>
          </p:cNvPr>
          <p:cNvSpPr txBox="1"/>
          <p:nvPr/>
        </p:nvSpPr>
        <p:spPr>
          <a:xfrm>
            <a:off x="1163592" y="1069032"/>
            <a:ext cx="450942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00"/>
              </a:lnSpc>
            </a:pPr>
            <a:r>
              <a:rPr lang="en-US" sz="2800" dirty="0">
                <a:solidFill>
                  <a:srgbClr val="003F91"/>
                </a:solidFill>
                <a:latin typeface="Playfair Display"/>
              </a:rPr>
              <a:t>Tiltrotor Dynamics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95D2431-DC56-1947-6F78-88E54ACC75D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15982" y="4741946"/>
            <a:ext cx="1261427" cy="250852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E0D59C5B-3A36-D8BB-A9E9-63F4E00662F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15982" y="4311160"/>
            <a:ext cx="1385593" cy="29368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F029651B-D5B7-0346-FF45-77EB119A1621}"/>
              </a:ext>
            </a:extLst>
          </p:cNvPr>
          <p:cNvSpPr txBox="1"/>
          <p:nvPr/>
        </p:nvSpPr>
        <p:spPr>
          <a:xfrm>
            <a:off x="4980559" y="3831817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3237FCA6-611D-E615-B17A-E84FB82F0FFE}"/>
              </a:ext>
            </a:extLst>
          </p:cNvPr>
          <p:cNvSpPr txBox="1"/>
          <p:nvPr/>
        </p:nvSpPr>
        <p:spPr>
          <a:xfrm>
            <a:off x="11688455" y="-50167"/>
            <a:ext cx="298772" cy="535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2400" dirty="0">
                <a:solidFill>
                  <a:srgbClr val="003F91"/>
                </a:solidFill>
                <a:latin typeface="Raleway Bold"/>
              </a:rPr>
              <a:t>3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D973365-A4A9-F0A6-8685-E1FDBACE7A3E}"/>
              </a:ext>
            </a:extLst>
          </p:cNvPr>
          <p:cNvSpPr txBox="1"/>
          <p:nvPr/>
        </p:nvSpPr>
        <p:spPr>
          <a:xfrm>
            <a:off x="749300" y="155590"/>
            <a:ext cx="706183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9"/>
              </a:lnSpc>
            </a:pPr>
            <a:r>
              <a:rPr lang="en-US" sz="1600" dirty="0">
                <a:solidFill>
                  <a:srgbClr val="003F91"/>
                </a:solidFill>
                <a:latin typeface="Raleway"/>
              </a:rPr>
              <a:t>Research</a:t>
            </a:r>
            <a:endParaRPr lang="en-US" sz="1600" spc="49" dirty="0">
              <a:solidFill>
                <a:srgbClr val="003F91"/>
              </a:solidFill>
              <a:latin typeface="Raleway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video>
              <p:cMediaNode vol="80000" mute="1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ECD45BF-F0A8-B225-8F95-C3788BC6DE48}"/>
              </a:ext>
            </a:extLst>
          </p:cNvPr>
          <p:cNvGrpSpPr/>
          <p:nvPr/>
        </p:nvGrpSpPr>
        <p:grpSpPr>
          <a:xfrm>
            <a:off x="0" y="1"/>
            <a:ext cx="565181" cy="572775"/>
            <a:chOff x="0" y="0"/>
            <a:chExt cx="286777" cy="2906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0273D06-ADC8-4C14-C7DD-9CE3CF004DFA}"/>
                </a:ext>
              </a:extLst>
            </p:cNvPr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D42E5119-7E56-C82B-81B0-2EC1B2A3F9E2}"/>
              </a:ext>
            </a:extLst>
          </p:cNvPr>
          <p:cNvGrpSpPr/>
          <p:nvPr/>
        </p:nvGrpSpPr>
        <p:grpSpPr>
          <a:xfrm>
            <a:off x="0" y="572776"/>
            <a:ext cx="565181" cy="6285225"/>
            <a:chOff x="0" y="0"/>
            <a:chExt cx="286777" cy="318917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5B36FC2-8536-015D-CBAE-F30351BBA3DC}"/>
                </a:ext>
              </a:extLst>
            </p:cNvPr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</p:sp>
      </p:grpSp>
      <p:sp>
        <p:nvSpPr>
          <p:cNvPr id="6" name="AutoShape 6">
            <a:extLst>
              <a:ext uri="{FF2B5EF4-FFF2-40B4-BE49-F238E27FC236}">
                <a16:creationId xmlns:a16="http://schemas.microsoft.com/office/drawing/2014/main" id="{A16A8C8C-F347-B5EC-3487-4004AD76F454}"/>
              </a:ext>
            </a:extLst>
          </p:cNvPr>
          <p:cNvSpPr/>
          <p:nvPr/>
        </p:nvSpPr>
        <p:spPr>
          <a:xfrm rot="1790">
            <a:off x="-1" y="569600"/>
            <a:ext cx="12192001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945D97F4-6FEF-EFCB-52B8-0F534FB2F1CA}"/>
              </a:ext>
            </a:extLst>
          </p:cNvPr>
          <p:cNvSpPr txBox="1"/>
          <p:nvPr/>
        </p:nvSpPr>
        <p:spPr>
          <a:xfrm>
            <a:off x="103173" y="155590"/>
            <a:ext cx="358835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600" spc="49" dirty="0">
                <a:solidFill>
                  <a:srgbClr val="F5F7FA"/>
                </a:solidFill>
                <a:latin typeface="Raleway"/>
              </a:rPr>
              <a:t>I</a:t>
            </a: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27A3B0D0-9056-683A-E9DC-4FB34D1D56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56181" y="1564711"/>
          <a:ext cx="26797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3" imgW="3005640" imgH="546120" progId="Equation.AxMath">
                  <p:embed/>
                </p:oleObj>
              </mc:Choice>
              <mc:Fallback>
                <p:oleObj name="AxMath" r:id="rId3" imgW="3005640" imgH="546120" progId="Equation.AxMath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27A3B0D0-9056-683A-E9DC-4FB34D1D56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56181" y="1564711"/>
                        <a:ext cx="2679700" cy="485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4">
            <a:extLst>
              <a:ext uri="{FF2B5EF4-FFF2-40B4-BE49-F238E27FC236}">
                <a16:creationId xmlns:a16="http://schemas.microsoft.com/office/drawing/2014/main" id="{462E3CC1-0907-9CF0-E572-D6DD6560A9AE}"/>
              </a:ext>
            </a:extLst>
          </p:cNvPr>
          <p:cNvSpPr txBox="1"/>
          <p:nvPr/>
        </p:nvSpPr>
        <p:spPr>
          <a:xfrm>
            <a:off x="1072542" y="839227"/>
            <a:ext cx="8528658" cy="3657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003F91"/>
                </a:solidFill>
                <a:latin typeface="Playfair Display"/>
              </a:rPr>
              <a:t>Singularity in Attitude-Altitude Linearization in Tiltrotors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049839F8-A84B-2356-0C75-D10C973049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62578" y="1597254"/>
          <a:ext cx="2232025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Glyph" r:id="rId5" imgW="284760" imgH="68400" progId="AxGlyph.Document">
                  <p:embed/>
                </p:oleObj>
              </mc:Choice>
              <mc:Fallback>
                <p:oleObj name="AxGlyph" r:id="rId5" imgW="284760" imgH="68400" progId="AxGlyph.Document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049839F8-A84B-2356-0C75-D10C973049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62578" y="1597254"/>
                        <a:ext cx="2232025" cy="420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42898AA1-2FBA-F0AB-9F83-BC1B2CF20A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74172" y="1389570"/>
          <a:ext cx="71120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7" imgW="375120" imgH="151200" progId="Equation.AxMath">
                  <p:embed/>
                </p:oleObj>
              </mc:Choice>
              <mc:Fallback>
                <p:oleObj name="AxMath" r:id="rId7" imgW="375120" imgH="151200" progId="Equation.AxMath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42898AA1-2FBA-F0AB-9F83-BC1B2CF20A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974172" y="1389570"/>
                        <a:ext cx="711200" cy="285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8261D63E-40E5-B178-9066-18B243117A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11137" y="1564711"/>
          <a:ext cx="225742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9" imgW="2532240" imgH="546120" progId="Equation.AxMath">
                  <p:embed/>
                </p:oleObj>
              </mc:Choice>
              <mc:Fallback>
                <p:oleObj name="AxMath" r:id="rId9" imgW="2532240" imgH="546120" progId="Equation.AxMath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8261D63E-40E5-B178-9066-18B243117A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811137" y="1564711"/>
                        <a:ext cx="2257425" cy="485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E8D8E4E4-E907-931C-75D6-E9E64E08D3E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81229" y="2145672"/>
            <a:ext cx="3976894" cy="462179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222B514-5D49-28D8-4B8A-7789CACD86C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16092" y="2227739"/>
            <a:ext cx="4370211" cy="170415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348F89E-CBD7-A57D-A15A-5FED8D41738A}"/>
              </a:ext>
            </a:extLst>
          </p:cNvPr>
          <p:cNvSpPr txBox="1"/>
          <p:nvPr/>
        </p:nvSpPr>
        <p:spPr>
          <a:xfrm>
            <a:off x="6334169" y="4377040"/>
            <a:ext cx="3853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the flight, roll and pitch are not determined.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501EFC-F009-4E87-8BBC-2B2C7B846FED}"/>
              </a:ext>
            </a:extLst>
          </p:cNvPr>
          <p:cNvSpPr txBox="1"/>
          <p:nvPr/>
        </p:nvSpPr>
        <p:spPr>
          <a:xfrm>
            <a:off x="6334169" y="4819205"/>
            <a:ext cx="54521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 gait will be designed based on </a:t>
            </a:r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simplified determinant.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464A95-C302-AF61-79D6-88ADA4C08C51}"/>
              </a:ext>
            </a:extLst>
          </p:cNvPr>
          <p:cNvSpPr txBox="1"/>
          <p:nvPr/>
        </p:nvSpPr>
        <p:spPr>
          <a:xfrm>
            <a:off x="5695339" y="6310472"/>
            <a:ext cx="64890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z="1400" dirty="0">
                <a:solidFill>
                  <a:srgbClr val="FF0000"/>
                </a:solidFill>
              </a:rPr>
              <a:t>A gait, satisfying </a:t>
            </a:r>
            <a:r>
              <a:rPr lang="en-US" sz="1400" b="1" i="1" dirty="0">
                <a:solidFill>
                  <a:srgbClr val="FF0000"/>
                </a:solidFill>
              </a:rPr>
              <a:t>the simplified determinant</a:t>
            </a:r>
            <a:r>
              <a:rPr lang="en-US" sz="1400" dirty="0">
                <a:solidFill>
                  <a:srgbClr val="FF0000"/>
                </a:solidFill>
              </a:rPr>
              <a:t>, may still violate </a:t>
            </a:r>
            <a:r>
              <a:rPr lang="en-US" sz="1400" b="1" i="1" dirty="0">
                <a:solidFill>
                  <a:srgbClr val="FF0000"/>
                </a:solidFill>
              </a:rPr>
              <a:t>the original determinant</a:t>
            </a:r>
            <a:r>
              <a:rPr lang="en-US" sz="1400" dirty="0">
                <a:solidFill>
                  <a:srgbClr val="FF0000"/>
                </a:solidFill>
              </a:rPr>
              <a:t>.</a:t>
            </a:r>
          </a:p>
        </p:txBody>
      </p:sp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9BF3D43E-B1E5-0B4C-6E49-CE47257211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33879" y="5260746"/>
          <a:ext cx="1471613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3" imgW="1470960" imgH="380160" progId="Equation.AxMath">
                  <p:embed/>
                </p:oleObj>
              </mc:Choice>
              <mc:Fallback>
                <p:oleObj name="AxMath" r:id="rId13" imgW="1470960" imgH="380160" progId="Equation.AxMath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9BF3D43E-B1E5-0B4C-6E49-CE47257211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933879" y="5260746"/>
                        <a:ext cx="1471613" cy="379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Picture 23">
            <a:extLst>
              <a:ext uri="{FF2B5EF4-FFF2-40B4-BE49-F238E27FC236}">
                <a16:creationId xmlns:a16="http://schemas.microsoft.com/office/drawing/2014/main" id="{51E655E9-391B-4A9E-A3C2-6262FC2A244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66934" y="3067634"/>
            <a:ext cx="1082913" cy="21535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E1BCB63-8C7E-4A3B-2FE3-888B51DDD92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66934" y="2709966"/>
            <a:ext cx="1189507" cy="25212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25B62DD-CFF2-C561-4484-AF731CB92E76}"/>
              </a:ext>
            </a:extLst>
          </p:cNvPr>
          <p:cNvSpPr txBox="1"/>
          <p:nvPr/>
        </p:nvSpPr>
        <p:spPr>
          <a:xfrm>
            <a:off x="5045465" y="2309740"/>
            <a:ext cx="6429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502D7E60-2992-5CE1-CC65-CB18EE2F7BAE}"/>
              </a:ext>
            </a:extLst>
          </p:cNvPr>
          <p:cNvSpPr txBox="1"/>
          <p:nvPr/>
        </p:nvSpPr>
        <p:spPr>
          <a:xfrm>
            <a:off x="11688455" y="-50167"/>
            <a:ext cx="298772" cy="535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2400" dirty="0">
                <a:solidFill>
                  <a:srgbClr val="003F91"/>
                </a:solidFill>
                <a:latin typeface="Raleway Bold"/>
              </a:rPr>
              <a:t>4</a:t>
            </a: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338F4577-FC6B-0263-3140-E2B312044CCE}"/>
              </a:ext>
            </a:extLst>
          </p:cNvPr>
          <p:cNvSpPr txBox="1"/>
          <p:nvPr/>
        </p:nvSpPr>
        <p:spPr>
          <a:xfrm>
            <a:off x="749300" y="155590"/>
            <a:ext cx="706183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9"/>
              </a:lnSpc>
            </a:pPr>
            <a:r>
              <a:rPr lang="en-US" sz="1600" dirty="0">
                <a:solidFill>
                  <a:srgbClr val="003F91"/>
                </a:solidFill>
                <a:latin typeface="Raleway"/>
              </a:rPr>
              <a:t>Research</a:t>
            </a:r>
            <a:endParaRPr lang="en-US" sz="1600" spc="49" dirty="0">
              <a:solidFill>
                <a:srgbClr val="003F91"/>
              </a:solidFill>
              <a:latin typeface="Raleway"/>
            </a:endParaRPr>
          </a:p>
        </p:txBody>
      </p:sp>
    </p:spTree>
    <p:extLst>
      <p:ext uri="{BB962C8B-B14F-4D97-AF65-F5344CB8AC3E}">
        <p14:creationId xmlns:p14="http://schemas.microsoft.com/office/powerpoint/2010/main" val="283911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ECD45BF-F0A8-B225-8F95-C3788BC6DE48}"/>
              </a:ext>
            </a:extLst>
          </p:cNvPr>
          <p:cNvGrpSpPr/>
          <p:nvPr/>
        </p:nvGrpSpPr>
        <p:grpSpPr>
          <a:xfrm>
            <a:off x="0" y="1"/>
            <a:ext cx="565181" cy="572775"/>
            <a:chOff x="0" y="0"/>
            <a:chExt cx="286777" cy="2906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0273D06-ADC8-4C14-C7DD-9CE3CF004DFA}"/>
                </a:ext>
              </a:extLst>
            </p:cNvPr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D42E5119-7E56-C82B-81B0-2EC1B2A3F9E2}"/>
              </a:ext>
            </a:extLst>
          </p:cNvPr>
          <p:cNvGrpSpPr/>
          <p:nvPr/>
        </p:nvGrpSpPr>
        <p:grpSpPr>
          <a:xfrm>
            <a:off x="0" y="572776"/>
            <a:ext cx="565181" cy="6285225"/>
            <a:chOff x="0" y="0"/>
            <a:chExt cx="286777" cy="318917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5B36FC2-8536-015D-CBAE-F30351BBA3DC}"/>
                </a:ext>
              </a:extLst>
            </p:cNvPr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</p:sp>
      </p:grpSp>
      <p:sp>
        <p:nvSpPr>
          <p:cNvPr id="6" name="AutoShape 6">
            <a:extLst>
              <a:ext uri="{FF2B5EF4-FFF2-40B4-BE49-F238E27FC236}">
                <a16:creationId xmlns:a16="http://schemas.microsoft.com/office/drawing/2014/main" id="{A16A8C8C-F347-B5EC-3487-4004AD76F454}"/>
              </a:ext>
            </a:extLst>
          </p:cNvPr>
          <p:cNvSpPr/>
          <p:nvPr/>
        </p:nvSpPr>
        <p:spPr>
          <a:xfrm rot="1790">
            <a:off x="-1" y="569600"/>
            <a:ext cx="12192001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945D97F4-6FEF-EFCB-52B8-0F534FB2F1CA}"/>
              </a:ext>
            </a:extLst>
          </p:cNvPr>
          <p:cNvSpPr txBox="1"/>
          <p:nvPr/>
        </p:nvSpPr>
        <p:spPr>
          <a:xfrm>
            <a:off x="103173" y="155590"/>
            <a:ext cx="358835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600" spc="49" dirty="0">
                <a:solidFill>
                  <a:srgbClr val="F5F7FA"/>
                </a:solidFill>
                <a:latin typeface="Raleway"/>
              </a:rPr>
              <a:t>I</a:t>
            </a: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27A3B0D0-9056-683A-E9DC-4FB34D1D56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56181" y="1564711"/>
          <a:ext cx="26797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5" imgW="3005640" imgH="546120" progId="Equation.AxMath">
                  <p:embed/>
                </p:oleObj>
              </mc:Choice>
              <mc:Fallback>
                <p:oleObj name="AxMath" r:id="rId5" imgW="3005640" imgH="546120" progId="Equation.AxMath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27A3B0D0-9056-683A-E9DC-4FB34D1D56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56181" y="1564711"/>
                        <a:ext cx="2679700" cy="485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4">
            <a:extLst>
              <a:ext uri="{FF2B5EF4-FFF2-40B4-BE49-F238E27FC236}">
                <a16:creationId xmlns:a16="http://schemas.microsoft.com/office/drawing/2014/main" id="{462E3CC1-0907-9CF0-E572-D6DD6560A9AE}"/>
              </a:ext>
            </a:extLst>
          </p:cNvPr>
          <p:cNvSpPr txBox="1"/>
          <p:nvPr/>
        </p:nvSpPr>
        <p:spPr>
          <a:xfrm>
            <a:off x="1072542" y="839227"/>
            <a:ext cx="8528658" cy="3657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003F91"/>
                </a:solidFill>
                <a:latin typeface="Playfair Display"/>
              </a:rPr>
              <a:t>Singularity in Attitude-Altitude Linearization in Tiltrotors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049839F8-A84B-2356-0C75-D10C973049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62578" y="1597254"/>
          <a:ext cx="2232025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Glyph" r:id="rId7" imgW="284760" imgH="68400" progId="AxGlyph.Document">
                  <p:embed/>
                </p:oleObj>
              </mc:Choice>
              <mc:Fallback>
                <p:oleObj name="AxGlyph" r:id="rId7" imgW="284760" imgH="68400" progId="AxGlyph.Document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049839F8-A84B-2356-0C75-D10C973049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262578" y="1597254"/>
                        <a:ext cx="2232025" cy="420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42898AA1-2FBA-F0AB-9F83-BC1B2CF20A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74172" y="1389570"/>
          <a:ext cx="71120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9" imgW="375120" imgH="151200" progId="Equation.AxMath">
                  <p:embed/>
                </p:oleObj>
              </mc:Choice>
              <mc:Fallback>
                <p:oleObj name="AxMath" r:id="rId9" imgW="375120" imgH="151200" progId="Equation.AxMath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42898AA1-2FBA-F0AB-9F83-BC1B2CF20A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974172" y="1389570"/>
                        <a:ext cx="711200" cy="285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8261D63E-40E5-B178-9066-18B243117A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11137" y="1564711"/>
          <a:ext cx="225742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1" imgW="2532240" imgH="546120" progId="Equation.AxMath">
                  <p:embed/>
                </p:oleObj>
              </mc:Choice>
              <mc:Fallback>
                <p:oleObj name="AxMath" r:id="rId11" imgW="2532240" imgH="546120" progId="Equation.AxMath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8261D63E-40E5-B178-9066-18B243117A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811137" y="1564711"/>
                        <a:ext cx="2257425" cy="485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EF5A0546-FF45-A7FA-982E-8D7C87B6160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5181" y="2264520"/>
            <a:ext cx="5196663" cy="459347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3DA60E4-0DB9-51E9-EAE8-8F9972B2267E}"/>
              </a:ext>
            </a:extLst>
          </p:cNvPr>
          <p:cNvSpPr txBox="1"/>
          <p:nvPr/>
        </p:nvSpPr>
        <p:spPr>
          <a:xfrm>
            <a:off x="5695339" y="6310472"/>
            <a:ext cx="64890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z="1400" dirty="0">
                <a:solidFill>
                  <a:srgbClr val="FF0000"/>
                </a:solidFill>
              </a:rPr>
              <a:t>A gait, satisfying </a:t>
            </a:r>
            <a:r>
              <a:rPr lang="en-US" sz="1400" b="1" i="1" dirty="0">
                <a:solidFill>
                  <a:srgbClr val="FF0000"/>
                </a:solidFill>
              </a:rPr>
              <a:t>the simplified determinant</a:t>
            </a:r>
            <a:r>
              <a:rPr lang="en-US" sz="1400" dirty="0">
                <a:solidFill>
                  <a:srgbClr val="FF0000"/>
                </a:solidFill>
              </a:rPr>
              <a:t>, may still violate </a:t>
            </a:r>
            <a:r>
              <a:rPr lang="en-US" sz="1400" b="1" i="1" dirty="0">
                <a:solidFill>
                  <a:srgbClr val="FF0000"/>
                </a:solidFill>
              </a:rPr>
              <a:t>the original determinant</a:t>
            </a:r>
            <a:r>
              <a:rPr lang="en-US" sz="1400" dirty="0">
                <a:solidFill>
                  <a:srgbClr val="FF0000"/>
                </a:solidFill>
              </a:rPr>
              <a:t>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D97496C-6354-781F-2BCC-8DA0E1EC356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80050" y="4233113"/>
            <a:ext cx="5816633" cy="2109904"/>
          </a:xfrm>
          <a:prstGeom prst="rect">
            <a:avLst/>
          </a:prstGeom>
        </p:spPr>
      </p:pic>
      <p:pic>
        <p:nvPicPr>
          <p:cNvPr id="27" name="ezgif-5-d74b5d246a">
            <a:hlinkClick r:id="" action="ppaction://media"/>
            <a:extLst>
              <a:ext uri="{FF2B5EF4-FFF2-40B4-BE49-F238E27FC236}">
                <a16:creationId xmlns:a16="http://schemas.microsoft.com/office/drawing/2014/main" id="{48CEBE57-80E0-EDDC-9B10-F93FAECAE1A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7264921" y="2284616"/>
            <a:ext cx="3446889" cy="176617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FE1E9C7-2373-3B43-CEBD-177C84C757F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68154" y="3851185"/>
            <a:ext cx="367291" cy="36729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6ECEECD-4A98-FE83-5D77-87928708C8E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66444" y="5733815"/>
            <a:ext cx="367291" cy="365741"/>
          </a:xfrm>
          <a:prstGeom prst="rect">
            <a:avLst/>
          </a:prstGeom>
        </p:spPr>
      </p:pic>
      <p:sp>
        <p:nvSpPr>
          <p:cNvPr id="17" name="TextBox 10">
            <a:extLst>
              <a:ext uri="{FF2B5EF4-FFF2-40B4-BE49-F238E27FC236}">
                <a16:creationId xmlns:a16="http://schemas.microsoft.com/office/drawing/2014/main" id="{E6239F37-2C03-F8CE-8656-1AB77335257D}"/>
              </a:ext>
            </a:extLst>
          </p:cNvPr>
          <p:cNvSpPr txBox="1"/>
          <p:nvPr/>
        </p:nvSpPr>
        <p:spPr>
          <a:xfrm>
            <a:off x="11688455" y="-50167"/>
            <a:ext cx="298772" cy="535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2400" dirty="0">
                <a:solidFill>
                  <a:srgbClr val="003F91"/>
                </a:solidFill>
                <a:latin typeface="Raleway Bold"/>
              </a:rPr>
              <a:t>5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6D38F229-386C-5C00-1C69-FE1E53FF5A13}"/>
              </a:ext>
            </a:extLst>
          </p:cNvPr>
          <p:cNvSpPr txBox="1"/>
          <p:nvPr/>
        </p:nvSpPr>
        <p:spPr>
          <a:xfrm>
            <a:off x="749300" y="155590"/>
            <a:ext cx="706183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9"/>
              </a:lnSpc>
            </a:pPr>
            <a:r>
              <a:rPr lang="en-US" sz="1600" dirty="0">
                <a:solidFill>
                  <a:srgbClr val="003F91"/>
                </a:solidFill>
                <a:latin typeface="Raleway"/>
              </a:rPr>
              <a:t>Research</a:t>
            </a:r>
            <a:endParaRPr lang="en-US" sz="1600" spc="49" dirty="0">
              <a:solidFill>
                <a:srgbClr val="003F91"/>
              </a:solidFill>
              <a:latin typeface="Raleway"/>
            </a:endParaRPr>
          </a:p>
        </p:txBody>
      </p:sp>
    </p:spTree>
    <p:extLst>
      <p:ext uri="{BB962C8B-B14F-4D97-AF65-F5344CB8AC3E}">
        <p14:creationId xmlns:p14="http://schemas.microsoft.com/office/powerpoint/2010/main" val="3606205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1" fill="hold" display="0">
                  <p:stCondLst>
                    <p:cond delay="indefinite"/>
                  </p:stCondLst>
                </p:cTn>
                <p:tgtEl>
                  <p:spTgt spid="27"/>
                </p:tgtEl>
              </p:cMediaNode>
            </p:video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ECD45BF-F0A8-B225-8F95-C3788BC6DE48}"/>
              </a:ext>
            </a:extLst>
          </p:cNvPr>
          <p:cNvGrpSpPr/>
          <p:nvPr/>
        </p:nvGrpSpPr>
        <p:grpSpPr>
          <a:xfrm>
            <a:off x="0" y="1"/>
            <a:ext cx="565181" cy="572775"/>
            <a:chOff x="0" y="0"/>
            <a:chExt cx="286777" cy="2906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0273D06-ADC8-4C14-C7DD-9CE3CF004DFA}"/>
                </a:ext>
              </a:extLst>
            </p:cNvPr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D42E5119-7E56-C82B-81B0-2EC1B2A3F9E2}"/>
              </a:ext>
            </a:extLst>
          </p:cNvPr>
          <p:cNvGrpSpPr/>
          <p:nvPr/>
        </p:nvGrpSpPr>
        <p:grpSpPr>
          <a:xfrm>
            <a:off x="0" y="572776"/>
            <a:ext cx="565181" cy="6285225"/>
            <a:chOff x="0" y="0"/>
            <a:chExt cx="286777" cy="318917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5B36FC2-8536-015D-CBAE-F30351BBA3DC}"/>
                </a:ext>
              </a:extLst>
            </p:cNvPr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</p:sp>
      </p:grpSp>
      <p:sp>
        <p:nvSpPr>
          <p:cNvPr id="6" name="AutoShape 6">
            <a:extLst>
              <a:ext uri="{FF2B5EF4-FFF2-40B4-BE49-F238E27FC236}">
                <a16:creationId xmlns:a16="http://schemas.microsoft.com/office/drawing/2014/main" id="{A16A8C8C-F347-B5EC-3487-4004AD76F454}"/>
              </a:ext>
            </a:extLst>
          </p:cNvPr>
          <p:cNvSpPr/>
          <p:nvPr/>
        </p:nvSpPr>
        <p:spPr>
          <a:xfrm rot="1790">
            <a:off x="-1" y="569600"/>
            <a:ext cx="12192001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945D97F4-6FEF-EFCB-52B8-0F534FB2F1CA}"/>
              </a:ext>
            </a:extLst>
          </p:cNvPr>
          <p:cNvSpPr txBox="1"/>
          <p:nvPr/>
        </p:nvSpPr>
        <p:spPr>
          <a:xfrm>
            <a:off x="103173" y="155590"/>
            <a:ext cx="358835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600" spc="49" dirty="0">
                <a:solidFill>
                  <a:srgbClr val="F5F7FA"/>
                </a:solidFill>
                <a:latin typeface="Raleway"/>
              </a:rPr>
              <a:t>I</a:t>
            </a: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27A3B0D0-9056-683A-E9DC-4FB34D1D56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56181" y="1564711"/>
          <a:ext cx="26797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3" imgW="3005640" imgH="546120" progId="Equation.AxMath">
                  <p:embed/>
                </p:oleObj>
              </mc:Choice>
              <mc:Fallback>
                <p:oleObj name="AxMath" r:id="rId3" imgW="3005640" imgH="546120" progId="Equation.AxMath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27A3B0D0-9056-683A-E9DC-4FB34D1D56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56181" y="1564711"/>
                        <a:ext cx="2679700" cy="485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4">
            <a:extLst>
              <a:ext uri="{FF2B5EF4-FFF2-40B4-BE49-F238E27FC236}">
                <a16:creationId xmlns:a16="http://schemas.microsoft.com/office/drawing/2014/main" id="{462E3CC1-0907-9CF0-E572-D6DD6560A9AE}"/>
              </a:ext>
            </a:extLst>
          </p:cNvPr>
          <p:cNvSpPr txBox="1"/>
          <p:nvPr/>
        </p:nvSpPr>
        <p:spPr>
          <a:xfrm>
            <a:off x="1072542" y="839227"/>
            <a:ext cx="8528658" cy="3657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003F91"/>
                </a:solidFill>
                <a:latin typeface="Playfair Display"/>
              </a:rPr>
              <a:t>Singularity in Attitude-Altitude Linearization in Tiltrotors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8D8E4E4-E907-931C-75D6-E9E64E08D3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1229" y="2145672"/>
            <a:ext cx="3976894" cy="462179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75C3B2A-E7A3-65F6-BF6E-845C4CC55841}"/>
              </a:ext>
            </a:extLst>
          </p:cNvPr>
          <p:cNvSpPr txBox="1"/>
          <p:nvPr/>
        </p:nvSpPr>
        <p:spPr>
          <a:xfrm>
            <a:off x="6141725" y="1471420"/>
            <a:ext cx="3231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 gait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8D8BAD31-0DAF-4D2D-935D-047BA527B1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25067" y="2170277"/>
          <a:ext cx="3002327" cy="82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6" imgW="1806120" imgH="496080" progId="Equation.AxMath">
                  <p:embed/>
                </p:oleObj>
              </mc:Choice>
              <mc:Fallback>
                <p:oleObj name="AxMath" r:id="rId6" imgW="1806120" imgH="496080" progId="Equation.AxMath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8D8BAD31-0DAF-4D2D-935D-047BA527B1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825067" y="2170277"/>
                        <a:ext cx="3002327" cy="822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787F1BB8-7798-DEAD-8F72-FE155A344F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74171" y="3517914"/>
          <a:ext cx="5405438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8" imgW="3505320" imgH="236160" progId="Equation.AxMath">
                  <p:embed/>
                </p:oleObj>
              </mc:Choice>
              <mc:Fallback>
                <p:oleObj name="AxMath" r:id="rId8" imgW="3505320" imgH="236160" progId="Equation.AxMath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787F1BB8-7798-DEAD-8F72-FE155A344F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974171" y="3517914"/>
                        <a:ext cx="5405438" cy="365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Picture 18">
            <a:extLst>
              <a:ext uri="{FF2B5EF4-FFF2-40B4-BE49-F238E27FC236}">
                <a16:creationId xmlns:a16="http://schemas.microsoft.com/office/drawing/2014/main" id="{DCB2D071-8245-E277-6D5C-C8374C14F77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51240" y="4685155"/>
            <a:ext cx="1949960" cy="135857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64F728E-472D-3561-E2A7-79D832B88E49}"/>
              </a:ext>
            </a:extLst>
          </p:cNvPr>
          <p:cNvSpPr txBox="1"/>
          <p:nvPr/>
        </p:nvSpPr>
        <p:spPr>
          <a:xfrm>
            <a:off x="6825068" y="4991734"/>
            <a:ext cx="557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F2E3EA9-324F-BC84-A2BA-8891FDD7B74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74171" y="4106243"/>
            <a:ext cx="5641209" cy="351578"/>
          </a:xfrm>
          <a:prstGeom prst="rect">
            <a:avLst/>
          </a:prstGeom>
        </p:spPr>
      </p:pic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B9E7B207-7834-C810-DB48-79F0B0A6AE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1425" y="6307488"/>
          <a:ext cx="3572735" cy="37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2" imgW="2270880" imgH="239400" progId="Equation.AxMath">
                  <p:embed/>
                </p:oleObj>
              </mc:Choice>
              <mc:Fallback>
                <p:oleObj name="AxMath" r:id="rId12" imgW="2270880" imgH="239400" progId="Equation.AxMath">
                  <p:embed/>
                  <p:pic>
                    <p:nvPicPr>
                      <p:cNvPr id="26" name="Object 25">
                        <a:extLst>
                          <a:ext uri="{FF2B5EF4-FFF2-40B4-BE49-F238E27FC236}">
                            <a16:creationId xmlns:a16="http://schemas.microsoft.com/office/drawing/2014/main" id="{B9E7B207-7834-C810-DB48-79F0B0A6AE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851425" y="6307488"/>
                        <a:ext cx="3572735" cy="377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17D5F7CA-708E-553D-EDDF-5240702DE38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66934" y="3067634"/>
            <a:ext cx="1082913" cy="21535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57FD7A1-8798-4A24-95BF-3AB947A1DBB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66934" y="2709966"/>
            <a:ext cx="1189507" cy="25212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E208B7A-A197-F6A5-B3F4-93F8E7E48A22}"/>
              </a:ext>
            </a:extLst>
          </p:cNvPr>
          <p:cNvSpPr txBox="1"/>
          <p:nvPr/>
        </p:nvSpPr>
        <p:spPr>
          <a:xfrm>
            <a:off x="5045465" y="2309740"/>
            <a:ext cx="6429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80D47960-0545-575B-11CE-F26293521387}"/>
              </a:ext>
            </a:extLst>
          </p:cNvPr>
          <p:cNvSpPr txBox="1"/>
          <p:nvPr/>
        </p:nvSpPr>
        <p:spPr>
          <a:xfrm>
            <a:off x="11688455" y="-50167"/>
            <a:ext cx="298772" cy="535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2400" dirty="0">
                <a:solidFill>
                  <a:srgbClr val="003F91"/>
                </a:solidFill>
                <a:latin typeface="Raleway Bold"/>
              </a:rPr>
              <a:t>6</a:t>
            </a:r>
          </a:p>
        </p:txBody>
      </p:sp>
      <p:sp>
        <p:nvSpPr>
          <p:cNvPr id="21" name="TextBox 11">
            <a:extLst>
              <a:ext uri="{FF2B5EF4-FFF2-40B4-BE49-F238E27FC236}">
                <a16:creationId xmlns:a16="http://schemas.microsoft.com/office/drawing/2014/main" id="{46283D66-091F-39A3-F126-072AD2F75FB0}"/>
              </a:ext>
            </a:extLst>
          </p:cNvPr>
          <p:cNvSpPr txBox="1"/>
          <p:nvPr/>
        </p:nvSpPr>
        <p:spPr>
          <a:xfrm>
            <a:off x="749300" y="155590"/>
            <a:ext cx="706183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9"/>
              </a:lnSpc>
            </a:pPr>
            <a:r>
              <a:rPr lang="en-US" sz="1600" dirty="0">
                <a:solidFill>
                  <a:srgbClr val="003F91"/>
                </a:solidFill>
                <a:latin typeface="Raleway"/>
              </a:rPr>
              <a:t>Research</a:t>
            </a:r>
            <a:endParaRPr lang="en-US" sz="1600" spc="49" dirty="0">
              <a:solidFill>
                <a:srgbClr val="003F91"/>
              </a:solidFill>
              <a:latin typeface="Raleway"/>
            </a:endParaRPr>
          </a:p>
        </p:txBody>
      </p:sp>
    </p:spTree>
    <p:extLst>
      <p:ext uri="{BB962C8B-B14F-4D97-AF65-F5344CB8AC3E}">
        <p14:creationId xmlns:p14="http://schemas.microsoft.com/office/powerpoint/2010/main" val="659343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ECD45BF-F0A8-B225-8F95-C3788BC6DE48}"/>
              </a:ext>
            </a:extLst>
          </p:cNvPr>
          <p:cNvGrpSpPr/>
          <p:nvPr/>
        </p:nvGrpSpPr>
        <p:grpSpPr>
          <a:xfrm>
            <a:off x="0" y="1"/>
            <a:ext cx="565181" cy="572775"/>
            <a:chOff x="0" y="0"/>
            <a:chExt cx="286777" cy="2906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0273D06-ADC8-4C14-C7DD-9CE3CF004DFA}"/>
                </a:ext>
              </a:extLst>
            </p:cNvPr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D42E5119-7E56-C82B-81B0-2EC1B2A3F9E2}"/>
              </a:ext>
            </a:extLst>
          </p:cNvPr>
          <p:cNvGrpSpPr/>
          <p:nvPr/>
        </p:nvGrpSpPr>
        <p:grpSpPr>
          <a:xfrm>
            <a:off x="0" y="572776"/>
            <a:ext cx="565181" cy="6285225"/>
            <a:chOff x="0" y="0"/>
            <a:chExt cx="286777" cy="318917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5B36FC2-8536-015D-CBAE-F30351BBA3DC}"/>
                </a:ext>
              </a:extLst>
            </p:cNvPr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</p:sp>
      </p:grpSp>
      <p:sp>
        <p:nvSpPr>
          <p:cNvPr id="6" name="AutoShape 6">
            <a:extLst>
              <a:ext uri="{FF2B5EF4-FFF2-40B4-BE49-F238E27FC236}">
                <a16:creationId xmlns:a16="http://schemas.microsoft.com/office/drawing/2014/main" id="{A16A8C8C-F347-B5EC-3487-4004AD76F454}"/>
              </a:ext>
            </a:extLst>
          </p:cNvPr>
          <p:cNvSpPr/>
          <p:nvPr/>
        </p:nvSpPr>
        <p:spPr>
          <a:xfrm rot="1790">
            <a:off x="-1" y="569600"/>
            <a:ext cx="12192001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945D97F4-6FEF-EFCB-52B8-0F534FB2F1CA}"/>
              </a:ext>
            </a:extLst>
          </p:cNvPr>
          <p:cNvSpPr txBox="1"/>
          <p:nvPr/>
        </p:nvSpPr>
        <p:spPr>
          <a:xfrm>
            <a:off x="103173" y="155590"/>
            <a:ext cx="358835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600" spc="49" dirty="0">
                <a:solidFill>
                  <a:srgbClr val="F5F7FA"/>
                </a:solidFill>
                <a:latin typeface="Raleway"/>
              </a:rPr>
              <a:t>I</a:t>
            </a: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462E3CC1-0907-9CF0-E572-D6DD6560A9AE}"/>
              </a:ext>
            </a:extLst>
          </p:cNvPr>
          <p:cNvSpPr txBox="1"/>
          <p:nvPr/>
        </p:nvSpPr>
        <p:spPr>
          <a:xfrm>
            <a:off x="1072542" y="839227"/>
            <a:ext cx="8528658" cy="3657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003F91"/>
                </a:solidFill>
                <a:latin typeface="Playfair Display"/>
              </a:rPr>
              <a:t>Singularity in Attitude-Altitude Linearization in Tiltrotors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B3D173-49A9-92BE-88D3-A935744E3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849" y="2175932"/>
            <a:ext cx="1788309" cy="802446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B66FAD7-936D-98F9-CF7F-2D5452B95410}"/>
              </a:ext>
            </a:extLst>
          </p:cNvPr>
          <p:cNvCxnSpPr>
            <a:cxnSpLocks/>
          </p:cNvCxnSpPr>
          <p:nvPr/>
        </p:nvCxnSpPr>
        <p:spPr>
          <a:xfrm>
            <a:off x="3487882" y="1337310"/>
            <a:ext cx="0" cy="528066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4FF67E0F-E7DD-2A65-FD28-D7A807ACE9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18612" y="3218641"/>
          <a:ext cx="761798" cy="356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4" imgW="508320" imgH="237960" progId="Equation.AxMath">
                  <p:embed/>
                </p:oleObj>
              </mc:Choice>
              <mc:Fallback>
                <p:oleObj name="AxMath" r:id="rId4" imgW="508320" imgH="237960" progId="Equation.AxMath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4FF67E0F-E7DD-2A65-FD28-D7A807ACE9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918612" y="3218641"/>
                        <a:ext cx="761798" cy="3563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602C50EE-7479-0DBC-4A5A-B4F3DC35A0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27760" y="3190698"/>
          <a:ext cx="761798" cy="356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6" imgW="508320" imgH="237960" progId="Equation.AxMath">
                  <p:embed/>
                </p:oleObj>
              </mc:Choice>
              <mc:Fallback>
                <p:oleObj name="AxMath" r:id="rId6" imgW="508320" imgH="237960" progId="Equation.AxMath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602C50EE-7479-0DBC-4A5A-B4F3DC35A0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427760" y="3190698"/>
                        <a:ext cx="761798" cy="3563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4B55E582-EC3D-B2A7-2D71-7B3883769F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49907" y="2252479"/>
          <a:ext cx="743250" cy="356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8" imgW="495360" imgH="237960" progId="Equation.AxMath">
                  <p:embed/>
                </p:oleObj>
              </mc:Choice>
              <mc:Fallback>
                <p:oleObj name="AxMath" r:id="rId8" imgW="495360" imgH="237960" progId="Equation.AxMath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4B55E582-EC3D-B2A7-2D71-7B3883769F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149907" y="2252479"/>
                        <a:ext cx="743250" cy="3563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4661617-E38D-EC05-DE18-BDB681C82BFB}"/>
              </a:ext>
            </a:extLst>
          </p:cNvPr>
          <p:cNvCxnSpPr>
            <a:cxnSpLocks/>
          </p:cNvCxnSpPr>
          <p:nvPr/>
        </p:nvCxnSpPr>
        <p:spPr>
          <a:xfrm flipH="1">
            <a:off x="6612650" y="2577155"/>
            <a:ext cx="404838" cy="492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593C359-0192-148C-D7A9-5FA8E90BAEE7}"/>
              </a:ext>
            </a:extLst>
          </p:cNvPr>
          <p:cNvCxnSpPr>
            <a:cxnSpLocks/>
          </p:cNvCxnSpPr>
          <p:nvPr/>
        </p:nvCxnSpPr>
        <p:spPr>
          <a:xfrm>
            <a:off x="8025577" y="2632269"/>
            <a:ext cx="642939" cy="4179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25D7656C-3B18-BE5C-8A48-8AD33E2C48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81719" y="3724094"/>
          <a:ext cx="3518185" cy="26805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Glyph" r:id="rId10" imgW="232920" imgH="178560" progId="AxGlyph.Document">
                  <p:embed/>
                </p:oleObj>
              </mc:Choice>
              <mc:Fallback>
                <p:oleObj name="AxGlyph" r:id="rId10" imgW="232920" imgH="178560" progId="AxGlyph.Document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25D7656C-3B18-BE5C-8A48-8AD33E2C48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281719" y="3724094"/>
                        <a:ext cx="3518185" cy="26805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3A7966D3-7A15-8E1F-AF21-5B1193BF3CB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60128" y="3785412"/>
            <a:ext cx="745842" cy="74330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2FBCD57-5ADA-B26D-9C07-449B95B69CE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08659" y="5898233"/>
            <a:ext cx="697311" cy="706702"/>
          </a:xfrm>
          <a:prstGeom prst="rect">
            <a:avLst/>
          </a:prstGeom>
        </p:spPr>
      </p:pic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48EFC476-67C4-F96A-C9E7-46AD09EA7A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89895" y="4746084"/>
          <a:ext cx="1033760" cy="9337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Glyph" r:id="rId14" imgW="48960" imgH="45000" progId="AxGlyph.Document">
                  <p:embed/>
                </p:oleObj>
              </mc:Choice>
              <mc:Fallback>
                <p:oleObj name="AxGlyph" r:id="rId14" imgW="48960" imgH="45000" progId="AxGlyph.Document">
                  <p:embed/>
                  <p:pic>
                    <p:nvPicPr>
                      <p:cNvPr id="22" name="Object 21">
                        <a:extLst>
                          <a:ext uri="{FF2B5EF4-FFF2-40B4-BE49-F238E27FC236}">
                            <a16:creationId xmlns:a16="http://schemas.microsoft.com/office/drawing/2014/main" id="{48EFC476-67C4-F96A-C9E7-46AD09EA7A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8589895" y="4746084"/>
                        <a:ext cx="1033760" cy="9337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BF3158E7-9CC1-18E4-CEA9-0B0656EFB9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175707" y="4047094"/>
          <a:ext cx="761798" cy="356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6" imgW="508320" imgH="237960" progId="Equation.AxMath">
                  <p:embed/>
                </p:oleObj>
              </mc:Choice>
              <mc:Fallback>
                <p:oleObj name="AxMath" r:id="rId16" imgW="508320" imgH="237960" progId="Equation.AxMath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BF3158E7-9CC1-18E4-CEA9-0B0656EFB9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175707" y="4047094"/>
                        <a:ext cx="761798" cy="3563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22E418A1-4360-433A-9EC8-012FFC0398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05319" y="5034748"/>
          <a:ext cx="761798" cy="356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7" imgW="508320" imgH="237960" progId="Equation.AxMath">
                  <p:embed/>
                </p:oleObj>
              </mc:Choice>
              <mc:Fallback>
                <p:oleObj name="AxMath" r:id="rId17" imgW="508320" imgH="237960" progId="Equation.AxMath">
                  <p:embed/>
                  <p:pic>
                    <p:nvPicPr>
                      <p:cNvPr id="24" name="Object 23">
                        <a:extLst>
                          <a:ext uri="{FF2B5EF4-FFF2-40B4-BE49-F238E27FC236}">
                            <a16:creationId xmlns:a16="http://schemas.microsoft.com/office/drawing/2014/main" id="{22E418A1-4360-433A-9EC8-012FFC0398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205319" y="5034748"/>
                        <a:ext cx="761798" cy="3563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BD06AAA6-F0EA-604E-0D4D-CD16ED9DA4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47047" y="6184899"/>
          <a:ext cx="761798" cy="356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8" imgW="508320" imgH="237960" progId="Equation.AxMath">
                  <p:embed/>
                </p:oleObj>
              </mc:Choice>
              <mc:Fallback>
                <p:oleObj name="AxMath" r:id="rId18" imgW="508320" imgH="237960" progId="Equation.AxMath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BD06AAA6-F0EA-604E-0D4D-CD16ED9DA4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147047" y="6184899"/>
                        <a:ext cx="761798" cy="3563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627AC4CB-C7A3-AE93-8EC7-17787C57B6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94808" y="6200596"/>
          <a:ext cx="761798" cy="356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9" imgW="508320" imgH="237960" progId="Equation.AxMath">
                  <p:embed/>
                </p:oleObj>
              </mc:Choice>
              <mc:Fallback>
                <p:oleObj name="AxMath" r:id="rId19" imgW="508320" imgH="237960" progId="Equation.AxMath">
                  <p:embed/>
                  <p:pic>
                    <p:nvPicPr>
                      <p:cNvPr id="26" name="Object 25">
                        <a:extLst>
                          <a:ext uri="{FF2B5EF4-FFF2-40B4-BE49-F238E27FC236}">
                            <a16:creationId xmlns:a16="http://schemas.microsoft.com/office/drawing/2014/main" id="{627AC4CB-C7A3-AE93-8EC7-17787C57B6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794808" y="6200596"/>
                        <a:ext cx="761798" cy="3563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8">
            <a:extLst>
              <a:ext uri="{FF2B5EF4-FFF2-40B4-BE49-F238E27FC236}">
                <a16:creationId xmlns:a16="http://schemas.microsoft.com/office/drawing/2014/main" id="{4C7DB4A7-A316-BB60-7656-61F909D85B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57472" y="6200596"/>
          <a:ext cx="283522" cy="3391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20" imgW="189360" imgH="226800" progId="Equation.AxMath">
                  <p:embed/>
                </p:oleObj>
              </mc:Choice>
              <mc:Fallback>
                <p:oleObj name="AxMath" r:id="rId20" imgW="189360" imgH="226800" progId="Equation.AxMath">
                  <p:embed/>
                  <p:pic>
                    <p:nvPicPr>
                      <p:cNvPr id="29" name="Object 28">
                        <a:extLst>
                          <a:ext uri="{FF2B5EF4-FFF2-40B4-BE49-F238E27FC236}">
                            <a16:creationId xmlns:a16="http://schemas.microsoft.com/office/drawing/2014/main" id="{4C7DB4A7-A316-BB60-7656-61F909D85B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0757472" y="6200596"/>
                        <a:ext cx="283522" cy="3391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" name="Picture 29">
            <a:extLst>
              <a:ext uri="{FF2B5EF4-FFF2-40B4-BE49-F238E27FC236}">
                <a16:creationId xmlns:a16="http://schemas.microsoft.com/office/drawing/2014/main" id="{0E27B9F5-A2D1-6A81-FABD-34859ECF5EB2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945420" y="1291982"/>
            <a:ext cx="7563644" cy="735058"/>
          </a:xfrm>
          <a:prstGeom prst="rect">
            <a:avLst/>
          </a:prstGeom>
        </p:spPr>
      </p:pic>
      <p:sp>
        <p:nvSpPr>
          <p:cNvPr id="9" name="TextBox 10">
            <a:extLst>
              <a:ext uri="{FF2B5EF4-FFF2-40B4-BE49-F238E27FC236}">
                <a16:creationId xmlns:a16="http://schemas.microsoft.com/office/drawing/2014/main" id="{37B84083-71A2-C892-07F5-57582C624EF8}"/>
              </a:ext>
            </a:extLst>
          </p:cNvPr>
          <p:cNvSpPr txBox="1"/>
          <p:nvPr/>
        </p:nvSpPr>
        <p:spPr>
          <a:xfrm>
            <a:off x="11688455" y="-50167"/>
            <a:ext cx="298772" cy="535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2400" dirty="0">
                <a:solidFill>
                  <a:srgbClr val="003F91"/>
                </a:solidFill>
                <a:latin typeface="Raleway Bold"/>
              </a:rPr>
              <a:t>7</a:t>
            </a:r>
          </a:p>
        </p:txBody>
      </p:sp>
      <p:sp>
        <p:nvSpPr>
          <p:cNvPr id="27" name="TextBox 11">
            <a:extLst>
              <a:ext uri="{FF2B5EF4-FFF2-40B4-BE49-F238E27FC236}">
                <a16:creationId xmlns:a16="http://schemas.microsoft.com/office/drawing/2014/main" id="{0B7D682D-1F79-72F2-200D-CB6390167841}"/>
              </a:ext>
            </a:extLst>
          </p:cNvPr>
          <p:cNvSpPr txBox="1"/>
          <p:nvPr/>
        </p:nvSpPr>
        <p:spPr>
          <a:xfrm>
            <a:off x="749300" y="155590"/>
            <a:ext cx="706183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9"/>
              </a:lnSpc>
            </a:pPr>
            <a:r>
              <a:rPr lang="en-US" sz="1600" dirty="0">
                <a:solidFill>
                  <a:srgbClr val="003F91"/>
                </a:solidFill>
                <a:latin typeface="Raleway"/>
              </a:rPr>
              <a:t>Research</a:t>
            </a:r>
            <a:endParaRPr lang="en-US" sz="1600" spc="49" dirty="0">
              <a:solidFill>
                <a:srgbClr val="003F91"/>
              </a:solidFill>
              <a:latin typeface="Raleway"/>
            </a:endParaRPr>
          </a:p>
        </p:txBody>
      </p:sp>
    </p:spTree>
    <p:extLst>
      <p:ext uri="{BB962C8B-B14F-4D97-AF65-F5344CB8AC3E}">
        <p14:creationId xmlns:p14="http://schemas.microsoft.com/office/powerpoint/2010/main" val="20433531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ECD45BF-F0A8-B225-8F95-C3788BC6DE48}"/>
              </a:ext>
            </a:extLst>
          </p:cNvPr>
          <p:cNvGrpSpPr/>
          <p:nvPr/>
        </p:nvGrpSpPr>
        <p:grpSpPr>
          <a:xfrm>
            <a:off x="0" y="1"/>
            <a:ext cx="565181" cy="572775"/>
            <a:chOff x="0" y="0"/>
            <a:chExt cx="286777" cy="2906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0273D06-ADC8-4C14-C7DD-9CE3CF004DFA}"/>
                </a:ext>
              </a:extLst>
            </p:cNvPr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D42E5119-7E56-C82B-81B0-2EC1B2A3F9E2}"/>
              </a:ext>
            </a:extLst>
          </p:cNvPr>
          <p:cNvGrpSpPr/>
          <p:nvPr/>
        </p:nvGrpSpPr>
        <p:grpSpPr>
          <a:xfrm>
            <a:off x="0" y="572776"/>
            <a:ext cx="565181" cy="6285225"/>
            <a:chOff x="0" y="0"/>
            <a:chExt cx="286777" cy="318917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5B36FC2-8536-015D-CBAE-F30351BBA3DC}"/>
                </a:ext>
              </a:extLst>
            </p:cNvPr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</p:sp>
      </p:grpSp>
      <p:sp>
        <p:nvSpPr>
          <p:cNvPr id="6" name="AutoShape 6">
            <a:extLst>
              <a:ext uri="{FF2B5EF4-FFF2-40B4-BE49-F238E27FC236}">
                <a16:creationId xmlns:a16="http://schemas.microsoft.com/office/drawing/2014/main" id="{A16A8C8C-F347-B5EC-3487-4004AD76F454}"/>
              </a:ext>
            </a:extLst>
          </p:cNvPr>
          <p:cNvSpPr/>
          <p:nvPr/>
        </p:nvSpPr>
        <p:spPr>
          <a:xfrm rot="1790">
            <a:off x="-1" y="569600"/>
            <a:ext cx="12192001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945D97F4-6FEF-EFCB-52B8-0F534FB2F1CA}"/>
              </a:ext>
            </a:extLst>
          </p:cNvPr>
          <p:cNvSpPr txBox="1"/>
          <p:nvPr/>
        </p:nvSpPr>
        <p:spPr>
          <a:xfrm>
            <a:off x="103173" y="155590"/>
            <a:ext cx="358835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600" spc="49" dirty="0">
                <a:solidFill>
                  <a:srgbClr val="F5F7FA"/>
                </a:solidFill>
                <a:latin typeface="Raleway"/>
              </a:rPr>
              <a:t>I</a:t>
            </a: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462E3CC1-0907-9CF0-E572-D6DD6560A9AE}"/>
              </a:ext>
            </a:extLst>
          </p:cNvPr>
          <p:cNvSpPr txBox="1"/>
          <p:nvPr/>
        </p:nvSpPr>
        <p:spPr>
          <a:xfrm>
            <a:off x="1072542" y="839227"/>
            <a:ext cx="8528658" cy="3657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003F91"/>
                </a:solidFill>
                <a:latin typeface="Playfair Display"/>
              </a:rPr>
              <a:t>Singularity in Attitude-Altitude Linearization in Tiltrotors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BE3B4E-ADF6-227A-4954-F666C9FB77BC}"/>
              </a:ext>
            </a:extLst>
          </p:cNvPr>
          <p:cNvSpPr txBox="1"/>
          <p:nvPr/>
        </p:nvSpPr>
        <p:spPr>
          <a:xfrm>
            <a:off x="8943666" y="6207668"/>
            <a:ext cx="902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Gait 3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30DA423-F416-6E8E-E590-F29DFF0FE1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8967" y="1459046"/>
            <a:ext cx="5079488" cy="4559727"/>
          </a:xfrm>
          <a:prstGeom prst="rect">
            <a:avLst/>
          </a:prstGeom>
        </p:spPr>
      </p:pic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02F5EACB-E79D-8B20-DB73-4058CC61B5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88311" y="5805441"/>
          <a:ext cx="184150" cy="284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4" imgW="183960" imgH="284040" progId="Equation.AxMath">
                  <p:embed/>
                </p:oleObj>
              </mc:Choice>
              <mc:Fallback>
                <p:oleObj name="AxMath" r:id="rId4" imgW="183960" imgH="284040" progId="Equation.AxMath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02F5EACB-E79D-8B20-DB73-4058CC61B5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988311" y="5805441"/>
                        <a:ext cx="184150" cy="284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1E73E29E-1AEA-7FA3-BAD8-C3CD1F18C4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08967" y="3767101"/>
          <a:ext cx="158750" cy="28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6" imgW="158400" imgH="284040" progId="Equation.AxMath">
                  <p:embed/>
                </p:oleObj>
              </mc:Choice>
              <mc:Fallback>
                <p:oleObj name="AxMath" r:id="rId6" imgW="158400" imgH="284040" progId="Equation.AxMath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1E73E29E-1AEA-7FA3-BAD8-C3CD1F18C4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608967" y="3767101"/>
                        <a:ext cx="158750" cy="284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8B2E3F97-E880-D3AE-2F7B-4EC62E719F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5181" y="1454944"/>
            <a:ext cx="5527264" cy="5403056"/>
          </a:xfrm>
          <a:prstGeom prst="rect">
            <a:avLst/>
          </a:prstGeom>
        </p:spPr>
      </p:pic>
      <p:sp>
        <p:nvSpPr>
          <p:cNvPr id="9" name="TextBox 10">
            <a:extLst>
              <a:ext uri="{FF2B5EF4-FFF2-40B4-BE49-F238E27FC236}">
                <a16:creationId xmlns:a16="http://schemas.microsoft.com/office/drawing/2014/main" id="{8C333A9B-795D-4058-A96D-09323B0C80C1}"/>
              </a:ext>
            </a:extLst>
          </p:cNvPr>
          <p:cNvSpPr txBox="1"/>
          <p:nvPr/>
        </p:nvSpPr>
        <p:spPr>
          <a:xfrm>
            <a:off x="11688455" y="-50167"/>
            <a:ext cx="298772" cy="535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2400" dirty="0">
                <a:solidFill>
                  <a:srgbClr val="003F91"/>
                </a:solidFill>
                <a:latin typeface="Raleway Bold"/>
              </a:rPr>
              <a:t>8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BAC05A75-D818-07D1-7812-BE44837CEE1D}"/>
              </a:ext>
            </a:extLst>
          </p:cNvPr>
          <p:cNvSpPr txBox="1"/>
          <p:nvPr/>
        </p:nvSpPr>
        <p:spPr>
          <a:xfrm>
            <a:off x="749300" y="155590"/>
            <a:ext cx="706183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9"/>
              </a:lnSpc>
            </a:pPr>
            <a:r>
              <a:rPr lang="en-US" sz="1600" dirty="0">
                <a:solidFill>
                  <a:srgbClr val="003F91"/>
                </a:solidFill>
                <a:latin typeface="Raleway"/>
              </a:rPr>
              <a:t>Research</a:t>
            </a:r>
            <a:endParaRPr lang="en-US" sz="1600" spc="49" dirty="0">
              <a:solidFill>
                <a:srgbClr val="003F91"/>
              </a:solidFill>
              <a:latin typeface="Raleway"/>
            </a:endParaRPr>
          </a:p>
        </p:txBody>
      </p:sp>
    </p:spTree>
    <p:extLst>
      <p:ext uri="{BB962C8B-B14F-4D97-AF65-F5344CB8AC3E}">
        <p14:creationId xmlns:p14="http://schemas.microsoft.com/office/powerpoint/2010/main" val="33542274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"/>
            <a:ext cx="565181" cy="572775"/>
            <a:chOff x="0" y="0"/>
            <a:chExt cx="286777" cy="290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572776"/>
            <a:ext cx="565181" cy="6285225"/>
            <a:chOff x="0" y="0"/>
            <a:chExt cx="286777" cy="31891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</p:sp>
      </p:grpSp>
      <p:sp>
        <p:nvSpPr>
          <p:cNvPr id="6" name="AutoShape 6"/>
          <p:cNvSpPr/>
          <p:nvPr/>
        </p:nvSpPr>
        <p:spPr>
          <a:xfrm rot="1790">
            <a:off x="-1" y="569600"/>
            <a:ext cx="12192001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16">
            <a:extLst>
              <a:ext uri="{FF2B5EF4-FFF2-40B4-BE49-F238E27FC236}">
                <a16:creationId xmlns:a16="http://schemas.microsoft.com/office/drawing/2014/main" id="{47CA5E24-C821-FCA2-17B0-D1F1086A8E9E}"/>
              </a:ext>
            </a:extLst>
          </p:cNvPr>
          <p:cNvSpPr txBox="1"/>
          <p:nvPr/>
        </p:nvSpPr>
        <p:spPr>
          <a:xfrm>
            <a:off x="103173" y="155590"/>
            <a:ext cx="358835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600" spc="49" dirty="0">
                <a:solidFill>
                  <a:srgbClr val="F5F7FA"/>
                </a:solidFill>
                <a:latin typeface="Raleway"/>
              </a:rPr>
              <a:t>I</a:t>
            </a: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65FD79A1-D2E8-C717-79E3-2D5F5B03E0B2}"/>
              </a:ext>
            </a:extLst>
          </p:cNvPr>
          <p:cNvSpPr txBox="1"/>
          <p:nvPr/>
        </p:nvSpPr>
        <p:spPr>
          <a:xfrm>
            <a:off x="1072542" y="839227"/>
            <a:ext cx="8528658" cy="3657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003F91"/>
                </a:solidFill>
                <a:latin typeface="Playfair Display"/>
              </a:rPr>
              <a:t>Singularity in Attitude-Altitude Linearization in Tiltrotors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CE9644-233D-7B9C-7E10-CCE3CA13A6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181" y="1454944"/>
            <a:ext cx="5527264" cy="540305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03708AA-AC7F-BB0F-6766-8A3559E5D8F2}"/>
              </a:ext>
            </a:extLst>
          </p:cNvPr>
          <p:cNvSpPr txBox="1"/>
          <p:nvPr/>
        </p:nvSpPr>
        <p:spPr>
          <a:xfrm>
            <a:off x="8943666" y="6207668"/>
            <a:ext cx="902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Gait 3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E51CA1D-4EAE-9C16-6B69-5C7B7B13C6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8967" y="1459046"/>
            <a:ext cx="5079488" cy="4559727"/>
          </a:xfrm>
          <a:prstGeom prst="rect">
            <a:avLst/>
          </a:prstGeom>
        </p:spPr>
      </p:pic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8BD1F914-2AD2-28E7-D55E-C774D74283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88311" y="5805441"/>
          <a:ext cx="184150" cy="284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6" imgW="183960" imgH="284040" progId="Equation.AxMath">
                  <p:embed/>
                </p:oleObj>
              </mc:Choice>
              <mc:Fallback>
                <p:oleObj name="AxMath" r:id="rId6" imgW="183960" imgH="284040" progId="Equation.AxMath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8BD1F914-2AD2-28E7-D55E-C774D74283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988311" y="5805441"/>
                        <a:ext cx="184150" cy="284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1844AC8E-AD5D-7C54-314D-1C0412ED78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08967" y="3767101"/>
          <a:ext cx="158750" cy="28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8" imgW="158400" imgH="284040" progId="Equation.AxMath">
                  <p:embed/>
                </p:oleObj>
              </mc:Choice>
              <mc:Fallback>
                <p:oleObj name="AxMath" r:id="rId8" imgW="158400" imgH="284040" progId="Equation.AxMath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1844AC8E-AD5D-7C54-314D-1C0412ED78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608967" y="3767101"/>
                        <a:ext cx="158750" cy="284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0">
            <a:extLst>
              <a:ext uri="{FF2B5EF4-FFF2-40B4-BE49-F238E27FC236}">
                <a16:creationId xmlns:a16="http://schemas.microsoft.com/office/drawing/2014/main" id="{510CCF62-A0E3-4F0C-107D-AC8887CD6AA0}"/>
              </a:ext>
            </a:extLst>
          </p:cNvPr>
          <p:cNvSpPr txBox="1"/>
          <p:nvPr/>
        </p:nvSpPr>
        <p:spPr>
          <a:xfrm>
            <a:off x="11688455" y="-50167"/>
            <a:ext cx="298772" cy="535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2400" dirty="0">
                <a:solidFill>
                  <a:srgbClr val="003F91"/>
                </a:solidFill>
                <a:latin typeface="Raleway Bold"/>
              </a:rPr>
              <a:t>9</a:t>
            </a: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C430C46F-84C6-7751-D63D-14F0CC0148B5}"/>
              </a:ext>
            </a:extLst>
          </p:cNvPr>
          <p:cNvSpPr txBox="1"/>
          <p:nvPr/>
        </p:nvSpPr>
        <p:spPr>
          <a:xfrm>
            <a:off x="749300" y="155590"/>
            <a:ext cx="706183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9"/>
              </a:lnSpc>
            </a:pPr>
            <a:r>
              <a:rPr lang="en-US" sz="1600" dirty="0">
                <a:solidFill>
                  <a:srgbClr val="003F91"/>
                </a:solidFill>
                <a:latin typeface="Raleway"/>
              </a:rPr>
              <a:t>Research</a:t>
            </a:r>
            <a:endParaRPr lang="en-US" sz="1600" spc="49" dirty="0">
              <a:solidFill>
                <a:srgbClr val="003F91"/>
              </a:solidFill>
              <a:latin typeface="Raleway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562194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"/>
            <a:ext cx="565181" cy="572775"/>
            <a:chOff x="0" y="0"/>
            <a:chExt cx="286777" cy="290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572776"/>
            <a:ext cx="565181" cy="6285225"/>
            <a:chOff x="0" y="0"/>
            <a:chExt cx="286777" cy="31891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</p:sp>
      </p:grpSp>
      <p:sp>
        <p:nvSpPr>
          <p:cNvPr id="6" name="AutoShape 6"/>
          <p:cNvSpPr/>
          <p:nvPr/>
        </p:nvSpPr>
        <p:spPr>
          <a:xfrm rot="1790">
            <a:off x="-1" y="569600"/>
            <a:ext cx="12192001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14098B79-1FB6-F36A-A6D6-A943FEA05D66}"/>
              </a:ext>
            </a:extLst>
          </p:cNvPr>
          <p:cNvSpPr txBox="1"/>
          <p:nvPr/>
        </p:nvSpPr>
        <p:spPr>
          <a:xfrm>
            <a:off x="11688455" y="-50167"/>
            <a:ext cx="400372" cy="535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00"/>
              </a:lnSpc>
            </a:pPr>
            <a:r>
              <a:rPr lang="en-US" sz="2400" dirty="0">
                <a:solidFill>
                  <a:srgbClr val="003F91"/>
                </a:solidFill>
                <a:latin typeface="Raleway Bold"/>
              </a:rPr>
              <a:t>10</a:t>
            </a:r>
          </a:p>
        </p:txBody>
      </p:sp>
      <p:sp>
        <p:nvSpPr>
          <p:cNvPr id="13" name="TextBox 16">
            <a:extLst>
              <a:ext uri="{FF2B5EF4-FFF2-40B4-BE49-F238E27FC236}">
                <a16:creationId xmlns:a16="http://schemas.microsoft.com/office/drawing/2014/main" id="{B448349F-EE14-81AC-E96B-A8519DCFFB2E}"/>
              </a:ext>
            </a:extLst>
          </p:cNvPr>
          <p:cNvSpPr txBox="1"/>
          <p:nvPr/>
        </p:nvSpPr>
        <p:spPr>
          <a:xfrm>
            <a:off x="103173" y="155590"/>
            <a:ext cx="358835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600" spc="49" dirty="0">
                <a:solidFill>
                  <a:srgbClr val="F5F7FA"/>
                </a:solidFill>
                <a:latin typeface="Raleway"/>
              </a:rPr>
              <a:t>I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2633B07-5B18-95FC-373A-1D2C248FC2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42" y="3803435"/>
            <a:ext cx="5443157" cy="267905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17FE757-3213-24C2-8484-91C0C92C84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2457" y="575627"/>
            <a:ext cx="5999544" cy="632076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5E64606-35B8-ABB3-CC80-F27161063A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842" y="741868"/>
            <a:ext cx="2840607" cy="8299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35ACF99-12A0-934E-0F73-E63433D59A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306" y="1712147"/>
            <a:ext cx="5530818" cy="1753018"/>
          </a:xfrm>
          <a:prstGeom prst="rect">
            <a:avLst/>
          </a:prstGeom>
        </p:spPr>
      </p:pic>
      <p:sp>
        <p:nvSpPr>
          <p:cNvPr id="8" name="TextBox 11">
            <a:extLst>
              <a:ext uri="{FF2B5EF4-FFF2-40B4-BE49-F238E27FC236}">
                <a16:creationId xmlns:a16="http://schemas.microsoft.com/office/drawing/2014/main" id="{C6AE9F97-6F70-D0D7-AD3E-7E8B0E55D29D}"/>
              </a:ext>
            </a:extLst>
          </p:cNvPr>
          <p:cNvSpPr txBox="1"/>
          <p:nvPr/>
        </p:nvSpPr>
        <p:spPr>
          <a:xfrm>
            <a:off x="749300" y="155590"/>
            <a:ext cx="706183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9"/>
              </a:lnSpc>
            </a:pPr>
            <a:r>
              <a:rPr lang="en-US" sz="1600" dirty="0">
                <a:solidFill>
                  <a:srgbClr val="003F91"/>
                </a:solidFill>
                <a:latin typeface="Raleway"/>
              </a:rPr>
              <a:t>Research</a:t>
            </a:r>
            <a:endParaRPr lang="en-US" sz="1600" spc="49" dirty="0">
              <a:solidFill>
                <a:srgbClr val="003F91"/>
              </a:solidFill>
              <a:latin typeface="Raleway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091496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"/>
            <a:ext cx="565181" cy="572775"/>
            <a:chOff x="0" y="0"/>
            <a:chExt cx="286777" cy="290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572776"/>
            <a:ext cx="565181" cy="6285225"/>
            <a:chOff x="0" y="0"/>
            <a:chExt cx="286777" cy="31891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</p:sp>
      </p:grpSp>
      <p:sp>
        <p:nvSpPr>
          <p:cNvPr id="6" name="AutoShape 6"/>
          <p:cNvSpPr/>
          <p:nvPr/>
        </p:nvSpPr>
        <p:spPr>
          <a:xfrm rot="1790">
            <a:off x="-1" y="569600"/>
            <a:ext cx="12192001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14098B79-1FB6-F36A-A6D6-A943FEA05D66}"/>
              </a:ext>
            </a:extLst>
          </p:cNvPr>
          <p:cNvSpPr txBox="1"/>
          <p:nvPr/>
        </p:nvSpPr>
        <p:spPr>
          <a:xfrm>
            <a:off x="11688455" y="-50167"/>
            <a:ext cx="400372" cy="535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00"/>
              </a:lnSpc>
            </a:pPr>
            <a:r>
              <a:rPr lang="en-US" sz="2400" dirty="0">
                <a:solidFill>
                  <a:srgbClr val="003F91"/>
                </a:solidFill>
                <a:latin typeface="Raleway Bold"/>
              </a:rPr>
              <a:t>11</a:t>
            </a:r>
          </a:p>
        </p:txBody>
      </p:sp>
      <p:sp>
        <p:nvSpPr>
          <p:cNvPr id="9" name="TextBox 16">
            <a:extLst>
              <a:ext uri="{FF2B5EF4-FFF2-40B4-BE49-F238E27FC236}">
                <a16:creationId xmlns:a16="http://schemas.microsoft.com/office/drawing/2014/main" id="{47CA5E24-C821-FCA2-17B0-D1F1086A8E9E}"/>
              </a:ext>
            </a:extLst>
          </p:cNvPr>
          <p:cNvSpPr txBox="1"/>
          <p:nvPr/>
        </p:nvSpPr>
        <p:spPr>
          <a:xfrm>
            <a:off x="103173" y="155590"/>
            <a:ext cx="358835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600" spc="49" dirty="0">
                <a:solidFill>
                  <a:srgbClr val="F5F7FA"/>
                </a:solidFill>
                <a:latin typeface="Raleway"/>
              </a:rPr>
              <a:t>II</a:t>
            </a:r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95E5E609-B07E-3FD0-05BD-477AECDF4C12}"/>
              </a:ext>
            </a:extLst>
          </p:cNvPr>
          <p:cNvSpPr txBox="1"/>
          <p:nvPr/>
        </p:nvSpPr>
        <p:spPr>
          <a:xfrm>
            <a:off x="749300" y="155590"/>
            <a:ext cx="706183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9"/>
              </a:lnSpc>
            </a:pPr>
            <a:r>
              <a:rPr lang="en-US" sz="1600" dirty="0">
                <a:solidFill>
                  <a:srgbClr val="003F91"/>
                </a:solidFill>
                <a:latin typeface="Raleway"/>
              </a:rPr>
              <a:t>Teaching Concept</a:t>
            </a:r>
            <a:endParaRPr lang="en-US" sz="1600" spc="49" dirty="0">
              <a:solidFill>
                <a:srgbClr val="003F91"/>
              </a:solidFill>
              <a:latin typeface="Raleway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04B764-BCD1-BCF7-9014-B75BAF38CA7F}"/>
              </a:ext>
            </a:extLst>
          </p:cNvPr>
          <p:cNvSpPr txBox="1"/>
          <p:nvPr/>
        </p:nvSpPr>
        <p:spPr>
          <a:xfrm>
            <a:off x="869027" y="956328"/>
            <a:ext cx="5123543" cy="3657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zh-CN"/>
            </a:defPPr>
            <a:lvl1pPr>
              <a:lnSpc>
                <a:spcPts val="3200"/>
              </a:lnSpc>
              <a:defRPr sz="2000">
                <a:solidFill>
                  <a:srgbClr val="003F91"/>
                </a:solidFill>
                <a:latin typeface="Playfair Display"/>
              </a:defRPr>
            </a:lvl1pPr>
          </a:lstStyle>
          <a:p>
            <a:r>
              <a:rPr lang="en-US" altLang="zh-CN" dirty="0"/>
              <a:t>Write the complicated formula directly?</a:t>
            </a:r>
            <a:endParaRPr lang="zh-CN" altLang="en-US" dirty="0"/>
          </a:p>
        </p:txBody>
      </p:sp>
      <p:pic>
        <p:nvPicPr>
          <p:cNvPr id="1026" name="Picture 2" descr="F := N*(l*ln(R/a)-l*ln(l/R)+(l-`&amp;ell;`)^2/(2*R))+((N-1)*((L-l)/(N-1)))*ln((L-l)/((N-1)*a))+2*(L-l)*ln((L-l)/((N-1)*a))/(N-1)+sum(((N-q)*(l-`&amp;ell;`)*(l-`&amp;ell;`))/(q*(2*R+l)+(q-1)*(L-l)/(N-1)), q = 1 .. N)+sum((2*N-2*q)*(l-`&amp;ell;`)*ln(((L-l)/(N-1)+(2*q-1)*R+(q-1)*(L-l)/(N-1))/((2*q-1)*R+(q-1)*(L-l)/(N-1))), q = 1 .. N-1)+sum((2*(l-`&amp;ell;`))*ln(((L-l)/(N-1)+(2*q-1)*R+(q-1)*(L-l)/(N-1))/((2*q-1)*R+(q-1)*(L-l)/(N-1))), q = 1 .. N)+sum((N-q-1)*((2*(L-l)/(N-1)+2*q*R+(q-1)*(L-l)/(N-1))*ln(2*(L-l)/(N-1)+2*q*R+(q-1)*(L-l)/(N-1))-2*((L-l)/(N-1)-2*q*R+(q-1)*(L-l)/(N-1))*ln((L-l)/(N-1)-2*q*R+(q-1)*(L-l)/(N-1))+(2*q*R+(q-1)*(L-l)/(N-1))*ln(2*q*R+(q-1)*(L-l)/(N-1))), q = 1 .. N-1)+sum(2*((2*(L-l)/(N-1)+2*q*R+(q-1)*(L-l)/(N-1))*ln(2*(L-l)/(N-1)+2*q*R+(q-1)*(L-l)/(N-1))-2*((L-l)/(N-1)-2*q*R+(q-1)*(L-l)/(N-1))*ln((L-l)/(N-1)-2*q*R+(q-1)*(L-l)/(N-1))+(2*q*R+(q-1)*(L-l)/(N-1))*ln(2*q*R+(q-1)*(L-l)/(N-1))), q = 1 .. N-1)+(2*(L-l)/(N-1)+2*N*R+(N-1)*((L-l)/(N-1)))*ln(2*(L-l)/(N-1)+2*N*R+(N-1)*((L-l)/(N-1)))-2*((L-l)/(N-1)+2*N*R+(N-1)*((L-l)/(N-1)))*ln((L-l)/(N-1)+2*N*R+(N-1)*((L-l)/(N-1)))+(2*N*R+(N-1)*((L-l)/(N-1)))*ln(2*N*R+(N-1)*((L-l)/(N-1)))">
            <a:extLst>
              <a:ext uri="{FF2B5EF4-FFF2-40B4-BE49-F238E27FC236}">
                <a16:creationId xmlns:a16="http://schemas.microsoft.com/office/drawing/2014/main" id="{07AD99D3-F986-D83B-92D9-9065E50638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2721" y="654092"/>
            <a:ext cx="5384800" cy="6151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.9375000000*l-3*ln(.3125000000*l)+4.*(l-48.)/(6.400000000+l)-2.*(l-48.)^2/(6.400000000+l)^2-41.76167537-2*ln(110.0000000-1.250000000*l)-2.500000000*(88-l)/(110.0000000-1.250000000*l)-1.500000000*(l-48.)^2/(56.80000000+1.500000000*l)^2-.9375000000*(l-48.)/(14.75000000-.1562500000*l)-3.000000000*ln(144.8000000-1.500000000*l)+4.*ln(75.20000000-1.*l)-1.000000000*ln(56.80000000-.5000000000*l)+2*(l-48.)/(56.80000000+1.500000000*l)+2.*(l-48.)*(-1.500000000/(104.-1.*l)+1.*(148.-1.500000000*l)/(104.-1.*l)^2)*(104.-1.*l)/(148.-1.500000000*l)+6.*ln(14.75000000-.1562500000*l)+4.*ln((97.60000000-1.*l)/(53.60000000-.5000000000*l))+2.*ln((148.-1.500000000*l)/(104.-1.*l))+4.*(l-48.)*(-1./(53.60000000-.5000000000*l)+.5000000000*(97.60000000-1.*l)/(53.60000000-.5000000000*l)^2)*(53.60000000-.5000000000*l)/(97.60000000-1.*l)-3.*ln(94.40000000-1.*l)+3.000000000*ln(37.60000000-.5000000000*l)-2*ln(195.2-2*l)+3*ln(151.2-(3/2)*l)-ln(107.2-l)">
            <a:extLst>
              <a:ext uri="{FF2B5EF4-FFF2-40B4-BE49-F238E27FC236}">
                <a16:creationId xmlns:a16="http://schemas.microsoft.com/office/drawing/2014/main" id="{262E3B74-6565-358A-C40D-7C5645616A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457" y="1773918"/>
            <a:ext cx="5200650" cy="481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F5A3CE2-E294-276F-4870-370DC26744C7}"/>
              </a:ext>
            </a:extLst>
          </p:cNvPr>
          <p:cNvSpPr/>
          <p:nvPr/>
        </p:nvSpPr>
        <p:spPr>
          <a:xfrm>
            <a:off x="1020788" y="870554"/>
            <a:ext cx="11140530" cy="6183389"/>
          </a:xfrm>
          <a:custGeom>
            <a:avLst/>
            <a:gdLst>
              <a:gd name="connsiteX0" fmla="*/ 198412 w 11140530"/>
              <a:gd name="connsiteY0" fmla="*/ 1625903 h 6183389"/>
              <a:gd name="connsiteX1" fmla="*/ 808012 w 11140530"/>
              <a:gd name="connsiteY1" fmla="*/ 1146932 h 6183389"/>
              <a:gd name="connsiteX2" fmla="*/ 1069269 w 11140530"/>
              <a:gd name="connsiteY2" fmla="*/ 1495275 h 6183389"/>
              <a:gd name="connsiteX3" fmla="*/ 982183 w 11140530"/>
              <a:gd name="connsiteY3" fmla="*/ 1901675 h 6183389"/>
              <a:gd name="connsiteX4" fmla="*/ 343555 w 11140530"/>
              <a:gd name="connsiteY4" fmla="*/ 1292075 h 6183389"/>
              <a:gd name="connsiteX5" fmla="*/ 633841 w 11140530"/>
              <a:gd name="connsiteY5" fmla="*/ 1088875 h 6183389"/>
              <a:gd name="connsiteX6" fmla="*/ 1214412 w 11140530"/>
              <a:gd name="connsiteY6" fmla="*/ 1654932 h 6183389"/>
              <a:gd name="connsiteX7" fmla="*/ 880583 w 11140530"/>
              <a:gd name="connsiteY7" fmla="*/ 1988760 h 6183389"/>
              <a:gd name="connsiteX8" fmla="*/ 430641 w 11140530"/>
              <a:gd name="connsiteY8" fmla="*/ 1495275 h 6183389"/>
              <a:gd name="connsiteX9" fmla="*/ 691898 w 11140530"/>
              <a:gd name="connsiteY9" fmla="*/ 1117903 h 6183389"/>
              <a:gd name="connsiteX10" fmla="*/ 2070755 w 11140530"/>
              <a:gd name="connsiteY10" fmla="*/ 2162932 h 6183389"/>
              <a:gd name="connsiteX11" fmla="*/ 1809498 w 11140530"/>
              <a:gd name="connsiteY11" fmla="*/ 2569332 h 6183389"/>
              <a:gd name="connsiteX12" fmla="*/ 1054755 w 11140530"/>
              <a:gd name="connsiteY12" fmla="*/ 2032303 h 6183389"/>
              <a:gd name="connsiteX13" fmla="*/ 2477155 w 11140530"/>
              <a:gd name="connsiteY13" fmla="*/ 1292075 h 6183389"/>
              <a:gd name="connsiteX14" fmla="*/ 2927098 w 11140530"/>
              <a:gd name="connsiteY14" fmla="*/ 1843617 h 6183389"/>
              <a:gd name="connsiteX15" fmla="*/ 1330526 w 11140530"/>
              <a:gd name="connsiteY15" fmla="*/ 2598360 h 6183389"/>
              <a:gd name="connsiteX16" fmla="*/ 1127326 w 11140530"/>
              <a:gd name="connsiteY16" fmla="*/ 2206475 h 6183389"/>
              <a:gd name="connsiteX17" fmla="*/ 1519212 w 11140530"/>
              <a:gd name="connsiteY17" fmla="*/ 1422703 h 6183389"/>
              <a:gd name="connsiteX18" fmla="*/ 3885041 w 11140530"/>
              <a:gd name="connsiteY18" fmla="*/ 2104875 h 6183389"/>
              <a:gd name="connsiteX19" fmla="*/ 1954641 w 11140530"/>
              <a:gd name="connsiteY19" fmla="*/ 3033789 h 6183389"/>
              <a:gd name="connsiteX20" fmla="*/ 1867555 w 11140530"/>
              <a:gd name="connsiteY20" fmla="*/ 2424189 h 6183389"/>
              <a:gd name="connsiteX21" fmla="*/ 2564241 w 11140530"/>
              <a:gd name="connsiteY21" fmla="*/ 1538817 h 6183389"/>
              <a:gd name="connsiteX22" fmla="*/ 4305955 w 11140530"/>
              <a:gd name="connsiteY22" fmla="*/ 3019275 h 6183389"/>
              <a:gd name="connsiteX23" fmla="*/ 1896583 w 11140530"/>
              <a:gd name="connsiteY23" fmla="*/ 3396646 h 6183389"/>
              <a:gd name="connsiteX24" fmla="*/ 1664355 w 11140530"/>
              <a:gd name="connsiteY24" fmla="*/ 3019275 h 6183389"/>
              <a:gd name="connsiteX25" fmla="*/ 3130298 w 11140530"/>
              <a:gd name="connsiteY25" fmla="*/ 2482246 h 6183389"/>
              <a:gd name="connsiteX26" fmla="*/ 3377041 w 11140530"/>
              <a:gd name="connsiteY26" fmla="*/ 3498246 h 6183389"/>
              <a:gd name="connsiteX27" fmla="*/ 1083783 w 11140530"/>
              <a:gd name="connsiteY27" fmla="*/ 4151389 h 6183389"/>
              <a:gd name="connsiteX28" fmla="*/ 967669 w 11140530"/>
              <a:gd name="connsiteY28" fmla="*/ 3846589 h 6183389"/>
              <a:gd name="connsiteX29" fmla="*/ 3478641 w 11140530"/>
              <a:gd name="connsiteY29" fmla="*/ 3527275 h 6183389"/>
              <a:gd name="connsiteX30" fmla="*/ 3710869 w 11140530"/>
              <a:gd name="connsiteY30" fmla="*/ 4093332 h 6183389"/>
              <a:gd name="connsiteX31" fmla="*/ 2317498 w 11140530"/>
              <a:gd name="connsiteY31" fmla="*/ 4731960 h 6183389"/>
              <a:gd name="connsiteX32" fmla="*/ 1954641 w 11140530"/>
              <a:gd name="connsiteY32" fmla="*/ 4369103 h 6183389"/>
              <a:gd name="connsiteX33" fmla="*/ 2201383 w 11140530"/>
              <a:gd name="connsiteY33" fmla="*/ 3919160 h 6183389"/>
              <a:gd name="connsiteX34" fmla="*/ 3551212 w 11140530"/>
              <a:gd name="connsiteY34" fmla="*/ 4485217 h 6183389"/>
              <a:gd name="connsiteX35" fmla="*/ 3086755 w 11140530"/>
              <a:gd name="connsiteY35" fmla="*/ 5051275 h 6183389"/>
              <a:gd name="connsiteX36" fmla="*/ 1316012 w 11140530"/>
              <a:gd name="connsiteY36" fmla="*/ 5196417 h 6183389"/>
              <a:gd name="connsiteX37" fmla="*/ 1388583 w 11140530"/>
              <a:gd name="connsiteY37" fmla="*/ 4644875 h 6183389"/>
              <a:gd name="connsiteX38" fmla="*/ 2172355 w 11140530"/>
              <a:gd name="connsiteY38" fmla="*/ 4165903 h 6183389"/>
              <a:gd name="connsiteX39" fmla="*/ 2549726 w 11140530"/>
              <a:gd name="connsiteY39" fmla="*/ 5196417 h 6183389"/>
              <a:gd name="connsiteX40" fmla="*/ 1606298 w 11140530"/>
              <a:gd name="connsiteY40" fmla="*/ 5428646 h 6183389"/>
              <a:gd name="connsiteX41" fmla="*/ 604812 w 11140530"/>
              <a:gd name="connsiteY41" fmla="*/ 5181903 h 6183389"/>
              <a:gd name="connsiteX42" fmla="*/ 488698 w 11140530"/>
              <a:gd name="connsiteY42" fmla="*/ 4877103 h 6183389"/>
              <a:gd name="connsiteX43" fmla="*/ 851555 w 11140530"/>
              <a:gd name="connsiteY43" fmla="*/ 4398132 h 6183389"/>
              <a:gd name="connsiteX44" fmla="*/ 1635326 w 11140530"/>
              <a:gd name="connsiteY44" fmla="*/ 4499732 h 6183389"/>
              <a:gd name="connsiteX45" fmla="*/ 1054755 w 11140530"/>
              <a:gd name="connsiteY45" fmla="*/ 5544760 h 6183389"/>
              <a:gd name="connsiteX46" fmla="*/ 459669 w 11140530"/>
              <a:gd name="connsiteY46" fmla="*/ 5327046 h 6183389"/>
              <a:gd name="connsiteX47" fmla="*/ 300012 w 11140530"/>
              <a:gd name="connsiteY47" fmla="*/ 4383617 h 6183389"/>
              <a:gd name="connsiteX48" fmla="*/ 851555 w 11140530"/>
              <a:gd name="connsiteY48" fmla="*/ 3977217 h 6183389"/>
              <a:gd name="connsiteX49" fmla="*/ 1736926 w 11140530"/>
              <a:gd name="connsiteY49" fmla="*/ 5080303 h 6183389"/>
              <a:gd name="connsiteX50" fmla="*/ 1170869 w 11140530"/>
              <a:gd name="connsiteY50" fmla="*/ 5443160 h 6183389"/>
              <a:gd name="connsiteX51" fmla="*/ 241955 w 11140530"/>
              <a:gd name="connsiteY51" fmla="*/ 4964189 h 6183389"/>
              <a:gd name="connsiteX52" fmla="*/ 953155 w 11140530"/>
              <a:gd name="connsiteY52" fmla="*/ 3483732 h 6183389"/>
              <a:gd name="connsiteX53" fmla="*/ 2041726 w 11140530"/>
              <a:gd name="connsiteY53" fmla="*/ 3382132 h 6183389"/>
              <a:gd name="connsiteX54" fmla="*/ 2578755 w 11140530"/>
              <a:gd name="connsiteY54" fmla="*/ 3890132 h 6183389"/>
              <a:gd name="connsiteX55" fmla="*/ 1519212 w 11140530"/>
              <a:gd name="connsiteY55" fmla="*/ 4833560 h 6183389"/>
              <a:gd name="connsiteX56" fmla="*/ 2128812 w 11140530"/>
              <a:gd name="connsiteY56" fmla="*/ 2554817 h 6183389"/>
              <a:gd name="connsiteX57" fmla="*/ 2956126 w 11140530"/>
              <a:gd name="connsiteY57" fmla="*/ 2627389 h 6183389"/>
              <a:gd name="connsiteX58" fmla="*/ 3710869 w 11140530"/>
              <a:gd name="connsiteY58" fmla="*/ 4935160 h 6183389"/>
              <a:gd name="connsiteX59" fmla="*/ 2752926 w 11140530"/>
              <a:gd name="connsiteY59" fmla="*/ 4891617 h 6183389"/>
              <a:gd name="connsiteX60" fmla="*/ 2361041 w 11140530"/>
              <a:gd name="connsiteY60" fmla="*/ 4557789 h 6183389"/>
              <a:gd name="connsiteX61" fmla="*/ 5075212 w 11140530"/>
              <a:gd name="connsiteY61" fmla="*/ 3570817 h 6183389"/>
              <a:gd name="connsiteX62" fmla="*/ 5438069 w 11140530"/>
              <a:gd name="connsiteY62" fmla="*/ 4165903 h 6183389"/>
              <a:gd name="connsiteX63" fmla="*/ 3449612 w 11140530"/>
              <a:gd name="connsiteY63" fmla="*/ 5181903 h 6183389"/>
              <a:gd name="connsiteX64" fmla="*/ 3464126 w 11140530"/>
              <a:gd name="connsiteY64" fmla="*/ 4528760 h 6183389"/>
              <a:gd name="connsiteX65" fmla="*/ 7702298 w 11140530"/>
              <a:gd name="connsiteY65" fmla="*/ 3803046 h 6183389"/>
              <a:gd name="connsiteX66" fmla="*/ 7861955 w 11140530"/>
              <a:gd name="connsiteY66" fmla="*/ 5051275 h 6183389"/>
              <a:gd name="connsiteX67" fmla="*/ 5670298 w 11140530"/>
              <a:gd name="connsiteY67" fmla="*/ 4978703 h 6183389"/>
              <a:gd name="connsiteX68" fmla="*/ 5960583 w 11140530"/>
              <a:gd name="connsiteY68" fmla="*/ 4311046 h 6183389"/>
              <a:gd name="connsiteX69" fmla="*/ 9037612 w 11140530"/>
              <a:gd name="connsiteY69" fmla="*/ 4412646 h 6183389"/>
              <a:gd name="connsiteX70" fmla="*/ 8689269 w 11140530"/>
              <a:gd name="connsiteY70" fmla="*/ 5210932 h 6183389"/>
              <a:gd name="connsiteX71" fmla="*/ 6831441 w 11140530"/>
              <a:gd name="connsiteY71" fmla="*/ 5051275 h 6183389"/>
              <a:gd name="connsiteX72" fmla="*/ 6816926 w 11140530"/>
              <a:gd name="connsiteY72" fmla="*/ 4906132 h 6183389"/>
              <a:gd name="connsiteX73" fmla="*/ 8660241 w 11140530"/>
              <a:gd name="connsiteY73" fmla="*/ 4993217 h 6183389"/>
              <a:gd name="connsiteX74" fmla="*/ 8398983 w 11140530"/>
              <a:gd name="connsiteY74" fmla="*/ 5501217 h 6183389"/>
              <a:gd name="connsiteX75" fmla="*/ 6120241 w 11140530"/>
              <a:gd name="connsiteY75" fmla="*/ 5646360 h 6183389"/>
              <a:gd name="connsiteX76" fmla="*/ 6933041 w 11140530"/>
              <a:gd name="connsiteY76" fmla="*/ 4935160 h 6183389"/>
              <a:gd name="connsiteX77" fmla="*/ 8195783 w 11140530"/>
              <a:gd name="connsiteY77" fmla="*/ 5007732 h 6183389"/>
              <a:gd name="connsiteX78" fmla="*/ 8848926 w 11140530"/>
              <a:gd name="connsiteY78" fmla="*/ 5588303 h 6183389"/>
              <a:gd name="connsiteX79" fmla="*/ 8500583 w 11140530"/>
              <a:gd name="connsiteY79" fmla="*/ 6067275 h 6183389"/>
              <a:gd name="connsiteX80" fmla="*/ 7223326 w 11140530"/>
              <a:gd name="connsiteY80" fmla="*/ 6183389 h 6183389"/>
              <a:gd name="connsiteX81" fmla="*/ 6860469 w 11140530"/>
              <a:gd name="connsiteY81" fmla="*/ 5704417 h 6183389"/>
              <a:gd name="connsiteX82" fmla="*/ 9603669 w 11140530"/>
              <a:gd name="connsiteY82" fmla="*/ 4717446 h 6183389"/>
              <a:gd name="connsiteX83" fmla="*/ 11113155 w 11140530"/>
              <a:gd name="connsiteY83" fmla="*/ 5138360 h 6183389"/>
              <a:gd name="connsiteX84" fmla="*/ 10111669 w 11140530"/>
              <a:gd name="connsiteY84" fmla="*/ 5544760 h 6183389"/>
              <a:gd name="connsiteX85" fmla="*/ 8732812 w 11140530"/>
              <a:gd name="connsiteY85" fmla="*/ 5515732 h 6183389"/>
              <a:gd name="connsiteX86" fmla="*/ 7716812 w 11140530"/>
              <a:gd name="connsiteY86" fmla="*/ 4644875 h 6183389"/>
              <a:gd name="connsiteX87" fmla="*/ 7644241 w 11140530"/>
              <a:gd name="connsiteY87" fmla="*/ 3861103 h 6183389"/>
              <a:gd name="connsiteX88" fmla="*/ 8761841 w 11140530"/>
              <a:gd name="connsiteY88" fmla="*/ 3643389 h 6183389"/>
              <a:gd name="connsiteX89" fmla="*/ 9298869 w 11140530"/>
              <a:gd name="connsiteY89" fmla="*/ 4093332 h 6183389"/>
              <a:gd name="connsiteX90" fmla="*/ 7615212 w 11140530"/>
              <a:gd name="connsiteY90" fmla="*/ 4993217 h 6183389"/>
              <a:gd name="connsiteX91" fmla="*/ 6773383 w 11140530"/>
              <a:gd name="connsiteY91" fmla="*/ 4412646 h 6183389"/>
              <a:gd name="connsiteX92" fmla="*/ 6947555 w 11140530"/>
              <a:gd name="connsiteY92" fmla="*/ 3730475 h 6183389"/>
              <a:gd name="connsiteX93" fmla="*/ 9139212 w 11140530"/>
              <a:gd name="connsiteY93" fmla="*/ 3338589 h 6183389"/>
              <a:gd name="connsiteX94" fmla="*/ 10880926 w 11140530"/>
              <a:gd name="connsiteY94" fmla="*/ 3759503 h 6183389"/>
              <a:gd name="connsiteX95" fmla="*/ 9922983 w 11140530"/>
              <a:gd name="connsiteY95" fmla="*/ 4485217 h 6183389"/>
              <a:gd name="connsiteX96" fmla="*/ 7745841 w 11140530"/>
              <a:gd name="connsiteY96" fmla="*/ 4572303 h 6183389"/>
              <a:gd name="connsiteX97" fmla="*/ 7252355 w 11140530"/>
              <a:gd name="connsiteY97" fmla="*/ 2293560 h 6183389"/>
              <a:gd name="connsiteX98" fmla="*/ 8892469 w 11140530"/>
              <a:gd name="connsiteY98" fmla="*/ 2119389 h 6183389"/>
              <a:gd name="connsiteX99" fmla="*/ 9777841 w 11140530"/>
              <a:gd name="connsiteY99" fmla="*/ 2293560 h 6183389"/>
              <a:gd name="connsiteX100" fmla="*/ 9342412 w 11140530"/>
              <a:gd name="connsiteY100" fmla="*/ 3019275 h 6183389"/>
              <a:gd name="connsiteX101" fmla="*/ 6613726 w 11140530"/>
              <a:gd name="connsiteY101" fmla="*/ 3614360 h 6183389"/>
              <a:gd name="connsiteX102" fmla="*/ 4973612 w 11140530"/>
              <a:gd name="connsiteY102" fmla="*/ 2888646 h 6183389"/>
              <a:gd name="connsiteX103" fmla="*/ 7934526 w 11140530"/>
              <a:gd name="connsiteY103" fmla="*/ 1408189 h 6183389"/>
              <a:gd name="connsiteX104" fmla="*/ 8718298 w 11140530"/>
              <a:gd name="connsiteY104" fmla="*/ 2337103 h 6183389"/>
              <a:gd name="connsiteX105" fmla="*/ 7441041 w 11140530"/>
              <a:gd name="connsiteY105" fmla="*/ 3193446 h 6183389"/>
              <a:gd name="connsiteX106" fmla="*/ 7020126 w 11140530"/>
              <a:gd name="connsiteY106" fmla="*/ 2250017 h 6183389"/>
              <a:gd name="connsiteX107" fmla="*/ 10198755 w 11140530"/>
              <a:gd name="connsiteY107" fmla="*/ 1727503 h 6183389"/>
              <a:gd name="connsiteX108" fmla="*/ 7716812 w 11140530"/>
              <a:gd name="connsiteY108" fmla="*/ 1800075 h 6183389"/>
              <a:gd name="connsiteX109" fmla="*/ 7382983 w 11140530"/>
              <a:gd name="connsiteY109" fmla="*/ 900189 h 6183389"/>
              <a:gd name="connsiteX110" fmla="*/ 9806869 w 11140530"/>
              <a:gd name="connsiteY110" fmla="*/ 682475 h 6183389"/>
              <a:gd name="connsiteX111" fmla="*/ 9937498 w 11140530"/>
              <a:gd name="connsiteY111" fmla="*/ 972760 h 6183389"/>
              <a:gd name="connsiteX112" fmla="*/ 9444012 w 11140530"/>
              <a:gd name="connsiteY112" fmla="*/ 1727503 h 6183389"/>
              <a:gd name="connsiteX113" fmla="*/ 7150755 w 11140530"/>
              <a:gd name="connsiteY113" fmla="*/ 1480760 h 6183389"/>
              <a:gd name="connsiteX114" fmla="*/ 7397498 w 11140530"/>
              <a:gd name="connsiteY114" fmla="*/ 1059846 h 6183389"/>
              <a:gd name="connsiteX115" fmla="*/ 9879441 w 11140530"/>
              <a:gd name="connsiteY115" fmla="*/ 595389 h 6183389"/>
              <a:gd name="connsiteX116" fmla="*/ 10213269 w 11140530"/>
              <a:gd name="connsiteY116" fmla="*/ 871160 h 6183389"/>
              <a:gd name="connsiteX117" fmla="*/ 8500583 w 11140530"/>
              <a:gd name="connsiteY117" fmla="*/ 1335617 h 6183389"/>
              <a:gd name="connsiteX118" fmla="*/ 8123212 w 11140530"/>
              <a:gd name="connsiteY118" fmla="*/ 769560 h 6183389"/>
              <a:gd name="connsiteX119" fmla="*/ 10547098 w 11140530"/>
              <a:gd name="connsiteY119" fmla="*/ 188989 h 6183389"/>
              <a:gd name="connsiteX120" fmla="*/ 10068126 w 11140530"/>
              <a:gd name="connsiteY120" fmla="*/ 726017 h 6183389"/>
              <a:gd name="connsiteX121" fmla="*/ 9777841 w 11140530"/>
              <a:gd name="connsiteY121" fmla="*/ 638932 h 6183389"/>
              <a:gd name="connsiteX122" fmla="*/ 9850412 w 11140530"/>
              <a:gd name="connsiteY122" fmla="*/ 305103 h 6183389"/>
              <a:gd name="connsiteX123" fmla="*/ 10547098 w 11140530"/>
              <a:gd name="connsiteY123" fmla="*/ 290589 h 6183389"/>
              <a:gd name="connsiteX124" fmla="*/ 10416469 w 11140530"/>
              <a:gd name="connsiteY124" fmla="*/ 769560 h 6183389"/>
              <a:gd name="connsiteX125" fmla="*/ 8515098 w 11140530"/>
              <a:gd name="connsiteY125" fmla="*/ 958246 h 6183389"/>
              <a:gd name="connsiteX126" fmla="*/ 7934526 w 11140530"/>
              <a:gd name="connsiteY126" fmla="*/ 406703 h 6183389"/>
              <a:gd name="connsiteX127" fmla="*/ 8239326 w 11140530"/>
              <a:gd name="connsiteY127" fmla="*/ 261560 h 6183389"/>
              <a:gd name="connsiteX128" fmla="*/ 8892469 w 11140530"/>
              <a:gd name="connsiteY128" fmla="*/ 580875 h 6183389"/>
              <a:gd name="connsiteX129" fmla="*/ 7179783 w 11140530"/>
              <a:gd name="connsiteY129" fmla="*/ 1059846 h 6183389"/>
              <a:gd name="connsiteX130" fmla="*/ 6889498 w 11140530"/>
              <a:gd name="connsiteY130" fmla="*/ 377675 h 6183389"/>
              <a:gd name="connsiteX131" fmla="*/ 7295898 w 11140530"/>
              <a:gd name="connsiteY131" fmla="*/ 43846 h 6183389"/>
              <a:gd name="connsiteX132" fmla="*/ 8282869 w 11140530"/>
              <a:gd name="connsiteY132" fmla="*/ 537332 h 6183389"/>
              <a:gd name="connsiteX133" fmla="*/ 7963555 w 11140530"/>
              <a:gd name="connsiteY133" fmla="*/ 929217 h 6183389"/>
              <a:gd name="connsiteX134" fmla="*/ 5176812 w 11140530"/>
              <a:gd name="connsiteY134" fmla="*/ 551846 h 6183389"/>
              <a:gd name="connsiteX135" fmla="*/ 5017155 w 11140530"/>
              <a:gd name="connsiteY135" fmla="*/ 261560 h 6183389"/>
              <a:gd name="connsiteX136" fmla="*/ 5321955 w 11140530"/>
              <a:gd name="connsiteY136" fmla="*/ 232532 h 6183389"/>
              <a:gd name="connsiteX137" fmla="*/ 6062183 w 11140530"/>
              <a:gd name="connsiteY137" fmla="*/ 363160 h 6183389"/>
              <a:gd name="connsiteX138" fmla="*/ 5917041 w 11140530"/>
              <a:gd name="connsiteY138" fmla="*/ 1001789 h 6183389"/>
              <a:gd name="connsiteX139" fmla="*/ 5452583 w 11140530"/>
              <a:gd name="connsiteY139" fmla="*/ 1030817 h 6183389"/>
              <a:gd name="connsiteX140" fmla="*/ 5525155 w 11140530"/>
              <a:gd name="connsiteY140" fmla="*/ 624417 h 6183389"/>
              <a:gd name="connsiteX141" fmla="*/ 6976583 w 11140530"/>
              <a:gd name="connsiteY141" fmla="*/ 493789 h 6183389"/>
              <a:gd name="connsiteX142" fmla="*/ 7281383 w 11140530"/>
              <a:gd name="connsiteY142" fmla="*/ 784075 h 6183389"/>
              <a:gd name="connsiteX143" fmla="*/ 6816926 w 11140530"/>
              <a:gd name="connsiteY143" fmla="*/ 1234017 h 6183389"/>
              <a:gd name="connsiteX144" fmla="*/ 5960583 w 11140530"/>
              <a:gd name="connsiteY144" fmla="*/ 493789 h 6183389"/>
              <a:gd name="connsiteX145" fmla="*/ 6265383 w 11140530"/>
              <a:gd name="connsiteY145" fmla="*/ 72875 h 6183389"/>
              <a:gd name="connsiteX146" fmla="*/ 6671783 w 11140530"/>
              <a:gd name="connsiteY146" fmla="*/ 145446 h 6183389"/>
              <a:gd name="connsiteX147" fmla="*/ 7353955 w 11140530"/>
              <a:gd name="connsiteY147" fmla="*/ 958246 h 6183389"/>
              <a:gd name="connsiteX148" fmla="*/ 7237841 w 11140530"/>
              <a:gd name="connsiteY148" fmla="*/ 1611389 h 6183389"/>
              <a:gd name="connsiteX149" fmla="*/ 5104241 w 11140530"/>
              <a:gd name="connsiteY149" fmla="*/ 1625903 h 6183389"/>
              <a:gd name="connsiteX150" fmla="*/ 5162298 w 11140530"/>
              <a:gd name="connsiteY150" fmla="*/ 1422703 h 6183389"/>
              <a:gd name="connsiteX151" fmla="*/ 6323441 w 11140530"/>
              <a:gd name="connsiteY151" fmla="*/ 1538817 h 6183389"/>
              <a:gd name="connsiteX152" fmla="*/ 6004126 w 11140530"/>
              <a:gd name="connsiteY152" fmla="*/ 1916189 h 6183389"/>
              <a:gd name="connsiteX153" fmla="*/ 3710869 w 11140530"/>
              <a:gd name="connsiteY153" fmla="*/ 1393675 h 6183389"/>
              <a:gd name="connsiteX154" fmla="*/ 3725383 w 11140530"/>
              <a:gd name="connsiteY154" fmla="*/ 1161446 h 6183389"/>
              <a:gd name="connsiteX155" fmla="*/ 4988126 w 11140530"/>
              <a:gd name="connsiteY155" fmla="*/ 1321103 h 6183389"/>
              <a:gd name="connsiteX156" fmla="*/ 4755898 w 11140530"/>
              <a:gd name="connsiteY156" fmla="*/ 1669446 h 6183389"/>
              <a:gd name="connsiteX157" fmla="*/ 2767441 w 11140530"/>
              <a:gd name="connsiteY157" fmla="*/ 1683960 h 6183389"/>
              <a:gd name="connsiteX158" fmla="*/ 2593269 w 11140530"/>
              <a:gd name="connsiteY158" fmla="*/ 1437217 h 6183389"/>
              <a:gd name="connsiteX159" fmla="*/ 2825498 w 11140530"/>
              <a:gd name="connsiteY159" fmla="*/ 1306589 h 6183389"/>
              <a:gd name="connsiteX160" fmla="*/ 3870526 w 11140530"/>
              <a:gd name="connsiteY160" fmla="*/ 1698475 h 6183389"/>
              <a:gd name="connsiteX161" fmla="*/ 4102755 w 11140530"/>
              <a:gd name="connsiteY161" fmla="*/ 2046817 h 6183389"/>
              <a:gd name="connsiteX162" fmla="*/ 3885041 w 11140530"/>
              <a:gd name="connsiteY162" fmla="*/ 2250017 h 6183389"/>
              <a:gd name="connsiteX163" fmla="*/ 3086755 w 11140530"/>
              <a:gd name="connsiteY163" fmla="*/ 2351617 h 6183389"/>
              <a:gd name="connsiteX164" fmla="*/ 3435098 w 11140530"/>
              <a:gd name="connsiteY164" fmla="*/ 2177446 h 6183389"/>
              <a:gd name="connsiteX165" fmla="*/ 3826983 w 11140530"/>
              <a:gd name="connsiteY165" fmla="*/ 2380646 h 6183389"/>
              <a:gd name="connsiteX166" fmla="*/ 3856012 w 11140530"/>
              <a:gd name="connsiteY166" fmla="*/ 2830589 h 6183389"/>
              <a:gd name="connsiteX167" fmla="*/ 3318983 w 11140530"/>
              <a:gd name="connsiteY167" fmla="*/ 3207960 h 6183389"/>
              <a:gd name="connsiteX168" fmla="*/ 2578755 w 11140530"/>
              <a:gd name="connsiteY168" fmla="*/ 3266017 h 6183389"/>
              <a:gd name="connsiteX169" fmla="*/ 4059212 w 11140530"/>
              <a:gd name="connsiteY169" fmla="*/ 3222475 h 6183389"/>
              <a:gd name="connsiteX170" fmla="*/ 4755898 w 11140530"/>
              <a:gd name="connsiteY170" fmla="*/ 3469217 h 6183389"/>
              <a:gd name="connsiteX171" fmla="*/ 4610755 w 11140530"/>
              <a:gd name="connsiteY171" fmla="*/ 3774017 h 6183389"/>
              <a:gd name="connsiteX172" fmla="*/ 3507669 w 11140530"/>
              <a:gd name="connsiteY172" fmla="*/ 3861103 h 6183389"/>
              <a:gd name="connsiteX173" fmla="*/ 2999669 w 11140530"/>
              <a:gd name="connsiteY173" fmla="*/ 3846589 h 6183389"/>
              <a:gd name="connsiteX174" fmla="*/ 3130298 w 11140530"/>
              <a:gd name="connsiteY174" fmla="*/ 3759503 h 6183389"/>
              <a:gd name="connsiteX175" fmla="*/ 4334983 w 11140530"/>
              <a:gd name="connsiteY175" fmla="*/ 4064303 h 6183389"/>
              <a:gd name="connsiteX176" fmla="*/ 4451098 w 11140530"/>
              <a:gd name="connsiteY176" fmla="*/ 4354589 h 6183389"/>
              <a:gd name="connsiteX177" fmla="*/ 3304469 w 11140530"/>
              <a:gd name="connsiteY177" fmla="*/ 4688417 h 6183389"/>
              <a:gd name="connsiteX178" fmla="*/ 4204355 w 11140530"/>
              <a:gd name="connsiteY178" fmla="*/ 4717446 h 6183389"/>
              <a:gd name="connsiteX179" fmla="*/ 4422069 w 11140530"/>
              <a:gd name="connsiteY179" fmla="*/ 4862589 h 6183389"/>
              <a:gd name="connsiteX180" fmla="*/ 3826983 w 11140530"/>
              <a:gd name="connsiteY180" fmla="*/ 5283503 h 6183389"/>
              <a:gd name="connsiteX181" fmla="*/ 3478641 w 11140530"/>
              <a:gd name="connsiteY181" fmla="*/ 5239960 h 6183389"/>
              <a:gd name="connsiteX182" fmla="*/ 4436583 w 11140530"/>
              <a:gd name="connsiteY182" fmla="*/ 5341560 h 6183389"/>
              <a:gd name="connsiteX183" fmla="*/ 4146298 w 11140530"/>
              <a:gd name="connsiteY183" fmla="*/ 5617332 h 6183389"/>
              <a:gd name="connsiteX184" fmla="*/ 2810983 w 11140530"/>
              <a:gd name="connsiteY184" fmla="*/ 5443160 h 6183389"/>
              <a:gd name="connsiteX185" fmla="*/ 2665841 w 11140530"/>
              <a:gd name="connsiteY185" fmla="*/ 5268989 h 6183389"/>
              <a:gd name="connsiteX186" fmla="*/ 3522183 w 11140530"/>
              <a:gd name="connsiteY186" fmla="*/ 5152875 h 6183389"/>
              <a:gd name="connsiteX187" fmla="*/ 1751441 w 11140530"/>
              <a:gd name="connsiteY187" fmla="*/ 5428646 h 6183389"/>
              <a:gd name="connsiteX188" fmla="*/ 1736926 w 11140530"/>
              <a:gd name="connsiteY188" fmla="*/ 5385103 h 6183389"/>
              <a:gd name="connsiteX189" fmla="*/ 1765955 w 11140530"/>
              <a:gd name="connsiteY189" fmla="*/ 5152875 h 6183389"/>
              <a:gd name="connsiteX190" fmla="*/ 2201383 w 11140530"/>
              <a:gd name="connsiteY190" fmla="*/ 5051275 h 6183389"/>
              <a:gd name="connsiteX191" fmla="*/ 2186869 w 11140530"/>
              <a:gd name="connsiteY191" fmla="*/ 5414132 h 6183389"/>
              <a:gd name="connsiteX192" fmla="*/ 648355 w 11140530"/>
              <a:gd name="connsiteY192" fmla="*/ 5007732 h 6183389"/>
              <a:gd name="connsiteX193" fmla="*/ 604812 w 11140530"/>
              <a:gd name="connsiteY193" fmla="*/ 4514246 h 6183389"/>
              <a:gd name="connsiteX194" fmla="*/ 1199898 w 11140530"/>
              <a:gd name="connsiteY194" fmla="*/ 4049789 h 6183389"/>
              <a:gd name="connsiteX195" fmla="*/ 1475669 w 11140530"/>
              <a:gd name="connsiteY195" fmla="*/ 4252989 h 6183389"/>
              <a:gd name="connsiteX196" fmla="*/ 1432126 w 11140530"/>
              <a:gd name="connsiteY196" fmla="*/ 4557789 h 6183389"/>
              <a:gd name="connsiteX197" fmla="*/ 706412 w 11140530"/>
              <a:gd name="connsiteY197" fmla="*/ 4427160 h 6183389"/>
              <a:gd name="connsiteX198" fmla="*/ 111326 w 11140530"/>
              <a:gd name="connsiteY198" fmla="*/ 3280532 h 6183389"/>
              <a:gd name="connsiteX199" fmla="*/ 343555 w 11140530"/>
              <a:gd name="connsiteY199" fmla="*/ 3135389 h 6183389"/>
              <a:gd name="connsiteX200" fmla="*/ 561269 w 11140530"/>
              <a:gd name="connsiteY200" fmla="*/ 3178932 h 6183389"/>
              <a:gd name="connsiteX201" fmla="*/ 445155 w 11140530"/>
              <a:gd name="connsiteY201" fmla="*/ 3672417 h 6183389"/>
              <a:gd name="connsiteX202" fmla="*/ 140355 w 11140530"/>
              <a:gd name="connsiteY202" fmla="*/ 2845103 h 6183389"/>
              <a:gd name="connsiteX203" fmla="*/ 764469 w 11140530"/>
              <a:gd name="connsiteY203" fmla="*/ 2612875 h 6183389"/>
              <a:gd name="connsiteX204" fmla="*/ 1243441 w 11140530"/>
              <a:gd name="connsiteY204" fmla="*/ 2699960 h 6183389"/>
              <a:gd name="connsiteX205" fmla="*/ 1156355 w 11140530"/>
              <a:gd name="connsiteY205" fmla="*/ 3454703 h 6183389"/>
              <a:gd name="connsiteX206" fmla="*/ 488698 w 11140530"/>
              <a:gd name="connsiteY206" fmla="*/ 2191960 h 6183389"/>
              <a:gd name="connsiteX207" fmla="*/ 720926 w 11140530"/>
              <a:gd name="connsiteY207" fmla="*/ 1959732 h 6183389"/>
              <a:gd name="connsiteX208" fmla="*/ 1403098 w 11140530"/>
              <a:gd name="connsiteY208" fmla="*/ 2133903 h 6183389"/>
              <a:gd name="connsiteX209" fmla="*/ 1548241 w 11140530"/>
              <a:gd name="connsiteY209" fmla="*/ 2467732 h 6183389"/>
              <a:gd name="connsiteX210" fmla="*/ 1127326 w 11140530"/>
              <a:gd name="connsiteY210" fmla="*/ 2540303 h 6183389"/>
              <a:gd name="connsiteX211" fmla="*/ 430641 w 11140530"/>
              <a:gd name="connsiteY211" fmla="*/ 1858132 h 6183389"/>
              <a:gd name="connsiteX212" fmla="*/ 285498 w 11140530"/>
              <a:gd name="connsiteY212" fmla="*/ 1422703 h 6183389"/>
              <a:gd name="connsiteX213" fmla="*/ 735441 w 11140530"/>
              <a:gd name="connsiteY213" fmla="*/ 1277560 h 6183389"/>
              <a:gd name="connsiteX214" fmla="*/ 1620812 w 11140530"/>
              <a:gd name="connsiteY214" fmla="*/ 1437217 h 6183389"/>
              <a:gd name="connsiteX215" fmla="*/ 1751441 w 11140530"/>
              <a:gd name="connsiteY215" fmla="*/ 1727503 h 6183389"/>
              <a:gd name="connsiteX216" fmla="*/ 1272469 w 11140530"/>
              <a:gd name="connsiteY216" fmla="*/ 1959732 h 6183389"/>
              <a:gd name="connsiteX217" fmla="*/ 416126 w 11140530"/>
              <a:gd name="connsiteY217" fmla="*/ 1930703 h 6183389"/>
              <a:gd name="connsiteX218" fmla="*/ 561269 w 11140530"/>
              <a:gd name="connsiteY218" fmla="*/ 1277560 h 6183389"/>
              <a:gd name="connsiteX219" fmla="*/ 1301498 w 11140530"/>
              <a:gd name="connsiteY219" fmla="*/ 1074360 h 6183389"/>
              <a:gd name="connsiteX220" fmla="*/ 1853041 w 11140530"/>
              <a:gd name="connsiteY220" fmla="*/ 1451732 h 6183389"/>
              <a:gd name="connsiteX221" fmla="*/ 1736926 w 11140530"/>
              <a:gd name="connsiteY221" fmla="*/ 1640417 h 6183389"/>
              <a:gd name="connsiteX222" fmla="*/ 1533726 w 11140530"/>
              <a:gd name="connsiteY222" fmla="*/ 1582360 h 6183389"/>
              <a:gd name="connsiteX223" fmla="*/ 1286983 w 11140530"/>
              <a:gd name="connsiteY223" fmla="*/ 900189 h 6183389"/>
              <a:gd name="connsiteX224" fmla="*/ 2738412 w 11140530"/>
              <a:gd name="connsiteY224" fmla="*/ 987275 h 6183389"/>
              <a:gd name="connsiteX225" fmla="*/ 2796469 w 11140530"/>
              <a:gd name="connsiteY225" fmla="*/ 1248532 h 6183389"/>
              <a:gd name="connsiteX226" fmla="*/ 2709383 w 11140530"/>
              <a:gd name="connsiteY226" fmla="*/ 1422703 h 6183389"/>
              <a:gd name="connsiteX227" fmla="*/ 2201383 w 11140530"/>
              <a:gd name="connsiteY227" fmla="*/ 1030817 h 6183389"/>
              <a:gd name="connsiteX228" fmla="*/ 3362526 w 11140530"/>
              <a:gd name="connsiteY228" fmla="*/ 696989 h 6183389"/>
              <a:gd name="connsiteX229" fmla="*/ 3377041 w 11140530"/>
              <a:gd name="connsiteY229" fmla="*/ 784075 h 6183389"/>
              <a:gd name="connsiteX230" fmla="*/ 3246412 w 11140530"/>
              <a:gd name="connsiteY230" fmla="*/ 1204989 h 6183389"/>
              <a:gd name="connsiteX231" fmla="*/ 3101269 w 11140530"/>
              <a:gd name="connsiteY231" fmla="*/ 1292075 h 6183389"/>
              <a:gd name="connsiteX232" fmla="*/ 2898069 w 11140530"/>
              <a:gd name="connsiteY232" fmla="*/ 1132417 h 6183389"/>
              <a:gd name="connsiteX233" fmla="*/ 3043212 w 11140530"/>
              <a:gd name="connsiteY233" fmla="*/ 958246 h 6183389"/>
              <a:gd name="connsiteX234" fmla="*/ 4059212 w 11140530"/>
              <a:gd name="connsiteY234" fmla="*/ 1045332 h 6183389"/>
              <a:gd name="connsiteX235" fmla="*/ 4073726 w 11140530"/>
              <a:gd name="connsiteY235" fmla="*/ 1306589 h 6183389"/>
              <a:gd name="connsiteX236" fmla="*/ 3115783 w 11140530"/>
              <a:gd name="connsiteY236" fmla="*/ 1524303 h 6183389"/>
              <a:gd name="connsiteX237" fmla="*/ 3507669 w 11140530"/>
              <a:gd name="connsiteY237" fmla="*/ 1190475 h 6183389"/>
              <a:gd name="connsiteX238" fmla="*/ 6062183 w 11140530"/>
              <a:gd name="connsiteY238" fmla="*/ 1480760 h 6183389"/>
              <a:gd name="connsiteX239" fmla="*/ 6091212 w 11140530"/>
              <a:gd name="connsiteY239" fmla="*/ 1814589 h 6183389"/>
              <a:gd name="connsiteX240" fmla="*/ 5496126 w 11140530"/>
              <a:gd name="connsiteY240" fmla="*/ 1814589 h 6183389"/>
              <a:gd name="connsiteX241" fmla="*/ 5554183 w 11140530"/>
              <a:gd name="connsiteY241" fmla="*/ 1379160 h 6183389"/>
              <a:gd name="connsiteX242" fmla="*/ 6410526 w 11140530"/>
              <a:gd name="connsiteY242" fmla="*/ 1335617 h 6183389"/>
              <a:gd name="connsiteX243" fmla="*/ 6439555 w 11140530"/>
              <a:gd name="connsiteY243" fmla="*/ 2235503 h 6183389"/>
              <a:gd name="connsiteX244" fmla="*/ 6047669 w 11140530"/>
              <a:gd name="connsiteY244" fmla="*/ 2409675 h 6183389"/>
              <a:gd name="connsiteX245" fmla="*/ 7136241 w 11140530"/>
              <a:gd name="connsiteY245" fmla="*/ 2351617 h 6183389"/>
              <a:gd name="connsiteX246" fmla="*/ 7528126 w 11140530"/>
              <a:gd name="connsiteY246" fmla="*/ 2845103 h 6183389"/>
              <a:gd name="connsiteX247" fmla="*/ 6207326 w 11140530"/>
              <a:gd name="connsiteY247" fmla="*/ 3236989 h 6183389"/>
              <a:gd name="connsiteX248" fmla="*/ 6192812 w 11140530"/>
              <a:gd name="connsiteY248" fmla="*/ 3077332 h 6183389"/>
              <a:gd name="connsiteX249" fmla="*/ 7557155 w 11140530"/>
              <a:gd name="connsiteY249" fmla="*/ 2569332 h 6183389"/>
              <a:gd name="connsiteX250" fmla="*/ 7890983 w 11140530"/>
              <a:gd name="connsiteY250" fmla="*/ 2961217 h 6183389"/>
              <a:gd name="connsiteX251" fmla="*/ 7310412 w 11140530"/>
              <a:gd name="connsiteY251" fmla="*/ 3556303 h 6183389"/>
              <a:gd name="connsiteX252" fmla="*/ 5917041 w 11140530"/>
              <a:gd name="connsiteY252" fmla="*/ 3657903 h 6183389"/>
              <a:gd name="connsiteX253" fmla="*/ 5946069 w 11140530"/>
              <a:gd name="connsiteY253" fmla="*/ 3353103 h 6183389"/>
              <a:gd name="connsiteX254" fmla="*/ 7266869 w 11140530"/>
              <a:gd name="connsiteY254" fmla="*/ 2772532 h 6183389"/>
              <a:gd name="connsiteX255" fmla="*/ 8500583 w 11140530"/>
              <a:gd name="connsiteY255" fmla="*/ 2612875 h 6183389"/>
              <a:gd name="connsiteX256" fmla="*/ 8224812 w 11140530"/>
              <a:gd name="connsiteY256" fmla="*/ 3948189 h 6183389"/>
              <a:gd name="connsiteX257" fmla="*/ 7397498 w 11140530"/>
              <a:gd name="connsiteY257" fmla="*/ 3919160 h 6183389"/>
              <a:gd name="connsiteX258" fmla="*/ 7412012 w 11140530"/>
              <a:gd name="connsiteY258" fmla="*/ 3527275 h 6183389"/>
              <a:gd name="connsiteX259" fmla="*/ 10721269 w 11140530"/>
              <a:gd name="connsiteY259" fmla="*/ 3367617 h 6183389"/>
              <a:gd name="connsiteX260" fmla="*/ 10605155 w 11140530"/>
              <a:gd name="connsiteY260" fmla="*/ 3977217 h 6183389"/>
              <a:gd name="connsiteX261" fmla="*/ 8674755 w 11140530"/>
              <a:gd name="connsiteY261" fmla="*/ 4078817 h 6183389"/>
              <a:gd name="connsiteX262" fmla="*/ 8384469 w 11140530"/>
              <a:gd name="connsiteY262" fmla="*/ 3585332 h 6183389"/>
              <a:gd name="connsiteX263" fmla="*/ 9647212 w 11140530"/>
              <a:gd name="connsiteY263" fmla="*/ 3251503 h 6183389"/>
              <a:gd name="connsiteX264" fmla="*/ 9632698 w 11140530"/>
              <a:gd name="connsiteY264" fmla="*/ 4644875 h 6183389"/>
              <a:gd name="connsiteX265" fmla="*/ 9444012 w 11140530"/>
              <a:gd name="connsiteY265" fmla="*/ 4673903 h 6183389"/>
              <a:gd name="connsiteX266" fmla="*/ 9603669 w 11140530"/>
              <a:gd name="connsiteY266" fmla="*/ 3251503 h 6183389"/>
              <a:gd name="connsiteX267" fmla="*/ 9719783 w 11140530"/>
              <a:gd name="connsiteY267" fmla="*/ 3280532 h 6183389"/>
              <a:gd name="connsiteX268" fmla="*/ 9937498 w 11140530"/>
              <a:gd name="connsiteY268" fmla="*/ 4427160 h 6183389"/>
              <a:gd name="connsiteX269" fmla="*/ 9502069 w 11140530"/>
              <a:gd name="connsiteY269" fmla="*/ 4833560 h 6183389"/>
              <a:gd name="connsiteX270" fmla="*/ 8587669 w 11140530"/>
              <a:gd name="connsiteY270" fmla="*/ 4093332 h 6183389"/>
              <a:gd name="connsiteX271" fmla="*/ 8442526 w 11140530"/>
              <a:gd name="connsiteY271" fmla="*/ 3324075 h 6183389"/>
              <a:gd name="connsiteX272" fmla="*/ 10082641 w 11140530"/>
              <a:gd name="connsiteY272" fmla="*/ 3454703 h 6183389"/>
              <a:gd name="connsiteX273" fmla="*/ 10358412 w 11140530"/>
              <a:gd name="connsiteY273" fmla="*/ 4223960 h 6183389"/>
              <a:gd name="connsiteX274" fmla="*/ 7339441 w 11140530"/>
              <a:gd name="connsiteY274" fmla="*/ 4325560 h 6183389"/>
              <a:gd name="connsiteX275" fmla="*/ 7324926 w 11140530"/>
              <a:gd name="connsiteY275" fmla="*/ 3701446 h 6183389"/>
              <a:gd name="connsiteX276" fmla="*/ 9864926 w 11140530"/>
              <a:gd name="connsiteY276" fmla="*/ 3904646 h 6183389"/>
              <a:gd name="connsiteX277" fmla="*/ 9139212 w 11140530"/>
              <a:gd name="connsiteY277" fmla="*/ 4775503 h 6183389"/>
              <a:gd name="connsiteX278" fmla="*/ 6671783 w 11140530"/>
              <a:gd name="connsiteY278" fmla="*/ 4688417 h 6183389"/>
              <a:gd name="connsiteX279" fmla="*/ 6686298 w 11140530"/>
              <a:gd name="connsiteY279" fmla="*/ 4630360 h 6183389"/>
              <a:gd name="connsiteX280" fmla="*/ 7934526 w 11140530"/>
              <a:gd name="connsiteY280" fmla="*/ 4557789 h 6183389"/>
              <a:gd name="connsiteX281" fmla="*/ 7861955 w 11140530"/>
              <a:gd name="connsiteY281" fmla="*/ 4978703 h 6183389"/>
              <a:gd name="connsiteX282" fmla="*/ 5873498 w 11140530"/>
              <a:gd name="connsiteY282" fmla="*/ 4862589 h 6183389"/>
              <a:gd name="connsiteX283" fmla="*/ 6047669 w 11140530"/>
              <a:gd name="connsiteY283" fmla="*/ 4107846 h 6183389"/>
              <a:gd name="connsiteX284" fmla="*/ 8500583 w 11140530"/>
              <a:gd name="connsiteY284" fmla="*/ 3077332 h 6183389"/>
              <a:gd name="connsiteX285" fmla="*/ 8877955 w 11140530"/>
              <a:gd name="connsiteY285" fmla="*/ 3338589 h 6183389"/>
              <a:gd name="connsiteX286" fmla="*/ 8848926 w 11140530"/>
              <a:gd name="connsiteY286" fmla="*/ 3614360 h 6183389"/>
              <a:gd name="connsiteX287" fmla="*/ 8181269 w 11140530"/>
              <a:gd name="connsiteY287" fmla="*/ 3628875 h 6183389"/>
              <a:gd name="connsiteX288" fmla="*/ 8036126 w 11140530"/>
              <a:gd name="connsiteY288" fmla="*/ 3178932 h 6183389"/>
              <a:gd name="connsiteX289" fmla="*/ 9705269 w 11140530"/>
              <a:gd name="connsiteY289" fmla="*/ 2235503 h 6183389"/>
              <a:gd name="connsiteX290" fmla="*/ 10126183 w 11140530"/>
              <a:gd name="connsiteY290" fmla="*/ 2554817 h 6183389"/>
              <a:gd name="connsiteX291" fmla="*/ 8529612 w 11140530"/>
              <a:gd name="connsiteY291" fmla="*/ 2787046 h 6183389"/>
              <a:gd name="connsiteX292" fmla="*/ 9124698 w 11140530"/>
              <a:gd name="connsiteY292" fmla="*/ 1335617 h 6183389"/>
              <a:gd name="connsiteX293" fmla="*/ 9589155 w 11140530"/>
              <a:gd name="connsiteY293" fmla="*/ 1727503 h 6183389"/>
              <a:gd name="connsiteX294" fmla="*/ 10111669 w 11140530"/>
              <a:gd name="connsiteY294" fmla="*/ 2366132 h 6183389"/>
              <a:gd name="connsiteX295" fmla="*/ 7890983 w 11140530"/>
              <a:gd name="connsiteY295" fmla="*/ 2003275 h 6183389"/>
              <a:gd name="connsiteX296" fmla="*/ 7905498 w 11140530"/>
              <a:gd name="connsiteY296" fmla="*/ 1234017 h 6183389"/>
              <a:gd name="connsiteX297" fmla="*/ 9037612 w 11140530"/>
              <a:gd name="connsiteY297" fmla="*/ 624417 h 6183389"/>
              <a:gd name="connsiteX298" fmla="*/ 9952012 w 11140530"/>
              <a:gd name="connsiteY298" fmla="*/ 972760 h 6183389"/>
              <a:gd name="connsiteX299" fmla="*/ 8573155 w 11140530"/>
              <a:gd name="connsiteY299" fmla="*/ 1596875 h 6183389"/>
              <a:gd name="connsiteX300" fmla="*/ 8587669 w 11140530"/>
              <a:gd name="connsiteY300" fmla="*/ 1088875 h 6183389"/>
              <a:gd name="connsiteX301" fmla="*/ 9792355 w 11140530"/>
              <a:gd name="connsiteY301" fmla="*/ 929217 h 6183389"/>
              <a:gd name="connsiteX302" fmla="*/ 9777841 w 11140530"/>
              <a:gd name="connsiteY302" fmla="*/ 987275 h 6183389"/>
              <a:gd name="connsiteX303" fmla="*/ 9356926 w 11140530"/>
              <a:gd name="connsiteY303" fmla="*/ 1306589 h 6183389"/>
              <a:gd name="connsiteX304" fmla="*/ 9255326 w 11140530"/>
              <a:gd name="connsiteY304" fmla="*/ 798589 h 6183389"/>
              <a:gd name="connsiteX305" fmla="*/ 9371441 w 11140530"/>
              <a:gd name="connsiteY305" fmla="*/ 609903 h 6183389"/>
              <a:gd name="connsiteX306" fmla="*/ 9414983 w 11140530"/>
              <a:gd name="connsiteY306" fmla="*/ 842132 h 6183389"/>
              <a:gd name="connsiteX307" fmla="*/ 7412012 w 11140530"/>
              <a:gd name="connsiteY307" fmla="*/ 1059846 h 6183389"/>
              <a:gd name="connsiteX308" fmla="*/ 7049155 w 11140530"/>
              <a:gd name="connsiteY308" fmla="*/ 682475 h 6183389"/>
              <a:gd name="connsiteX309" fmla="*/ 8123212 w 11140530"/>
              <a:gd name="connsiteY309" fmla="*/ 348646 h 6183389"/>
              <a:gd name="connsiteX310" fmla="*/ 8152241 w 11140530"/>
              <a:gd name="connsiteY310" fmla="*/ 566360 h 6183389"/>
              <a:gd name="connsiteX311" fmla="*/ 6686298 w 11140530"/>
              <a:gd name="connsiteY311" fmla="*/ 958246 h 6183389"/>
              <a:gd name="connsiteX312" fmla="*/ 6236355 w 11140530"/>
              <a:gd name="connsiteY312" fmla="*/ 566360 h 6183389"/>
              <a:gd name="connsiteX313" fmla="*/ 6366983 w 11140530"/>
              <a:gd name="connsiteY313" fmla="*/ 348646 h 6183389"/>
              <a:gd name="connsiteX314" fmla="*/ 7397498 w 11140530"/>
              <a:gd name="connsiteY314" fmla="*/ 435732 h 6183389"/>
              <a:gd name="connsiteX315" fmla="*/ 7208812 w 11140530"/>
              <a:gd name="connsiteY315" fmla="*/ 595389 h 6183389"/>
              <a:gd name="connsiteX316" fmla="*/ 6004126 w 11140530"/>
              <a:gd name="connsiteY316" fmla="*/ 377675 h 6183389"/>
              <a:gd name="connsiteX317" fmla="*/ 6250869 w 11140530"/>
              <a:gd name="connsiteY317" fmla="*/ 159960 h 6183389"/>
              <a:gd name="connsiteX318" fmla="*/ 7165269 w 11140530"/>
              <a:gd name="connsiteY318" fmla="*/ 363160 h 6183389"/>
              <a:gd name="connsiteX319" fmla="*/ 7208812 w 11140530"/>
              <a:gd name="connsiteY319" fmla="*/ 464760 h 6183389"/>
              <a:gd name="connsiteX320" fmla="*/ 5713841 w 11140530"/>
              <a:gd name="connsiteY320" fmla="*/ 769560 h 6183389"/>
              <a:gd name="connsiteX321" fmla="*/ 6236355 w 11140530"/>
              <a:gd name="connsiteY321" fmla="*/ 580875 h 61833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</a:cxnLst>
            <a:rect l="l" t="t" r="r" b="b"/>
            <a:pathLst>
              <a:path w="11140530" h="6183389">
                <a:moveTo>
                  <a:pt x="198412" y="1625903"/>
                </a:moveTo>
                <a:cubicBezTo>
                  <a:pt x="315126" y="1450832"/>
                  <a:pt x="492440" y="1064609"/>
                  <a:pt x="808012" y="1146932"/>
                </a:cubicBezTo>
                <a:cubicBezTo>
                  <a:pt x="948455" y="1183569"/>
                  <a:pt x="982183" y="1379161"/>
                  <a:pt x="1069269" y="1495275"/>
                </a:cubicBezTo>
                <a:cubicBezTo>
                  <a:pt x="1040240" y="1630742"/>
                  <a:pt x="1115843" y="1865222"/>
                  <a:pt x="982183" y="1901675"/>
                </a:cubicBezTo>
                <a:cubicBezTo>
                  <a:pt x="412658" y="2057000"/>
                  <a:pt x="410134" y="1580585"/>
                  <a:pt x="343555" y="1292075"/>
                </a:cubicBezTo>
                <a:cubicBezTo>
                  <a:pt x="440317" y="1224342"/>
                  <a:pt x="518541" y="1114497"/>
                  <a:pt x="633841" y="1088875"/>
                </a:cubicBezTo>
                <a:cubicBezTo>
                  <a:pt x="1097134" y="985921"/>
                  <a:pt x="1070993" y="1320287"/>
                  <a:pt x="1214412" y="1654932"/>
                </a:cubicBezTo>
                <a:cubicBezTo>
                  <a:pt x="1103136" y="1766208"/>
                  <a:pt x="1033606" y="1952035"/>
                  <a:pt x="880583" y="1988760"/>
                </a:cubicBezTo>
                <a:cubicBezTo>
                  <a:pt x="437760" y="2095037"/>
                  <a:pt x="469898" y="1721005"/>
                  <a:pt x="430641" y="1495275"/>
                </a:cubicBezTo>
                <a:cubicBezTo>
                  <a:pt x="517727" y="1369484"/>
                  <a:pt x="542015" y="1148602"/>
                  <a:pt x="691898" y="1117903"/>
                </a:cubicBezTo>
                <a:cubicBezTo>
                  <a:pt x="1779408" y="895160"/>
                  <a:pt x="1701214" y="1386896"/>
                  <a:pt x="2070755" y="2162932"/>
                </a:cubicBezTo>
                <a:cubicBezTo>
                  <a:pt x="1983669" y="2298399"/>
                  <a:pt x="1961745" y="2516833"/>
                  <a:pt x="1809498" y="2569332"/>
                </a:cubicBezTo>
                <a:cubicBezTo>
                  <a:pt x="1223952" y="2771244"/>
                  <a:pt x="1193657" y="2367983"/>
                  <a:pt x="1054755" y="2032303"/>
                </a:cubicBezTo>
                <a:cubicBezTo>
                  <a:pt x="1445511" y="1412482"/>
                  <a:pt x="1478725" y="962593"/>
                  <a:pt x="2477155" y="1292075"/>
                </a:cubicBezTo>
                <a:cubicBezTo>
                  <a:pt x="2702468" y="1366428"/>
                  <a:pt x="2777117" y="1659770"/>
                  <a:pt x="2927098" y="1843617"/>
                </a:cubicBezTo>
                <a:cubicBezTo>
                  <a:pt x="2401554" y="2465971"/>
                  <a:pt x="2349905" y="2835424"/>
                  <a:pt x="1330526" y="2598360"/>
                </a:cubicBezTo>
                <a:cubicBezTo>
                  <a:pt x="1187206" y="2565030"/>
                  <a:pt x="1195059" y="2337103"/>
                  <a:pt x="1127326" y="2206475"/>
                </a:cubicBezTo>
                <a:cubicBezTo>
                  <a:pt x="1257955" y="1945218"/>
                  <a:pt x="1246732" y="1527936"/>
                  <a:pt x="1519212" y="1422703"/>
                </a:cubicBezTo>
                <a:cubicBezTo>
                  <a:pt x="3044426" y="833655"/>
                  <a:pt x="3132784" y="1285751"/>
                  <a:pt x="3885041" y="2104875"/>
                </a:cubicBezTo>
                <a:cubicBezTo>
                  <a:pt x="3353827" y="2646111"/>
                  <a:pt x="2934249" y="3398294"/>
                  <a:pt x="1954641" y="3033789"/>
                </a:cubicBezTo>
                <a:cubicBezTo>
                  <a:pt x="1762264" y="2962207"/>
                  <a:pt x="1896584" y="2627389"/>
                  <a:pt x="1867555" y="2424189"/>
                </a:cubicBezTo>
                <a:cubicBezTo>
                  <a:pt x="2099784" y="2129065"/>
                  <a:pt x="2191937" y="1587989"/>
                  <a:pt x="2564241" y="1538817"/>
                </a:cubicBezTo>
                <a:cubicBezTo>
                  <a:pt x="4327483" y="1305936"/>
                  <a:pt x="4163943" y="2040974"/>
                  <a:pt x="4305955" y="3019275"/>
                </a:cubicBezTo>
                <a:cubicBezTo>
                  <a:pt x="3262348" y="3512873"/>
                  <a:pt x="3135136" y="3798029"/>
                  <a:pt x="1896583" y="3396646"/>
                </a:cubicBezTo>
                <a:cubicBezTo>
                  <a:pt x="1756077" y="3351112"/>
                  <a:pt x="1741764" y="3145065"/>
                  <a:pt x="1664355" y="3019275"/>
                </a:cubicBezTo>
                <a:cubicBezTo>
                  <a:pt x="1950269" y="2746976"/>
                  <a:pt x="2534210" y="1909688"/>
                  <a:pt x="3130298" y="2482246"/>
                </a:cubicBezTo>
                <a:cubicBezTo>
                  <a:pt x="3381643" y="2723670"/>
                  <a:pt x="3294793" y="3159579"/>
                  <a:pt x="3377041" y="3498246"/>
                </a:cubicBezTo>
                <a:cubicBezTo>
                  <a:pt x="2368680" y="4243556"/>
                  <a:pt x="2436072" y="4527800"/>
                  <a:pt x="1083783" y="4151389"/>
                </a:cubicBezTo>
                <a:cubicBezTo>
                  <a:pt x="979042" y="4122234"/>
                  <a:pt x="1006374" y="3948189"/>
                  <a:pt x="967669" y="3846589"/>
                </a:cubicBezTo>
                <a:cubicBezTo>
                  <a:pt x="1953676" y="3330108"/>
                  <a:pt x="2164836" y="3005923"/>
                  <a:pt x="3478641" y="3527275"/>
                </a:cubicBezTo>
                <a:cubicBezTo>
                  <a:pt x="3668208" y="3602500"/>
                  <a:pt x="3633460" y="3904646"/>
                  <a:pt x="3710869" y="4093332"/>
                </a:cubicBezTo>
                <a:cubicBezTo>
                  <a:pt x="3376466" y="4332191"/>
                  <a:pt x="2857471" y="4906413"/>
                  <a:pt x="2317498" y="4731960"/>
                </a:cubicBezTo>
                <a:cubicBezTo>
                  <a:pt x="2154730" y="4679373"/>
                  <a:pt x="2075593" y="4490055"/>
                  <a:pt x="1954641" y="4369103"/>
                </a:cubicBezTo>
                <a:cubicBezTo>
                  <a:pt x="2036888" y="4219122"/>
                  <a:pt x="2052471" y="4003328"/>
                  <a:pt x="2201383" y="3919160"/>
                </a:cubicBezTo>
                <a:cubicBezTo>
                  <a:pt x="3001284" y="3467042"/>
                  <a:pt x="3088823" y="3955162"/>
                  <a:pt x="3551212" y="4485217"/>
                </a:cubicBezTo>
                <a:cubicBezTo>
                  <a:pt x="3396393" y="4673903"/>
                  <a:pt x="3319338" y="4977271"/>
                  <a:pt x="3086755" y="5051275"/>
                </a:cubicBezTo>
                <a:cubicBezTo>
                  <a:pt x="2522406" y="5230840"/>
                  <a:pt x="1891975" y="5334254"/>
                  <a:pt x="1316012" y="5196417"/>
                </a:cubicBezTo>
                <a:cubicBezTo>
                  <a:pt x="1135672" y="5153259"/>
                  <a:pt x="1270070" y="4787492"/>
                  <a:pt x="1388583" y="4644875"/>
                </a:cubicBezTo>
                <a:cubicBezTo>
                  <a:pt x="1584268" y="4409390"/>
                  <a:pt x="1911098" y="4325560"/>
                  <a:pt x="2172355" y="4165903"/>
                </a:cubicBezTo>
                <a:cubicBezTo>
                  <a:pt x="2460336" y="4349164"/>
                  <a:pt x="3190074" y="4609431"/>
                  <a:pt x="2549726" y="5196417"/>
                </a:cubicBezTo>
                <a:cubicBezTo>
                  <a:pt x="2310989" y="5415259"/>
                  <a:pt x="1920774" y="5351236"/>
                  <a:pt x="1606298" y="5428646"/>
                </a:cubicBezTo>
                <a:cubicBezTo>
                  <a:pt x="1272469" y="5346398"/>
                  <a:pt x="913123" y="5334056"/>
                  <a:pt x="604812" y="5181903"/>
                </a:cubicBezTo>
                <a:cubicBezTo>
                  <a:pt x="507316" y="5133788"/>
                  <a:pt x="456050" y="4980808"/>
                  <a:pt x="488698" y="4877103"/>
                </a:cubicBezTo>
                <a:cubicBezTo>
                  <a:pt x="548845" y="4686048"/>
                  <a:pt x="730603" y="4557789"/>
                  <a:pt x="851555" y="4398132"/>
                </a:cubicBezTo>
                <a:cubicBezTo>
                  <a:pt x="1112812" y="4431999"/>
                  <a:pt x="1420004" y="4347948"/>
                  <a:pt x="1635326" y="4499732"/>
                </a:cubicBezTo>
                <a:cubicBezTo>
                  <a:pt x="2263098" y="4942260"/>
                  <a:pt x="1116644" y="5497355"/>
                  <a:pt x="1054755" y="5544760"/>
                </a:cubicBezTo>
                <a:cubicBezTo>
                  <a:pt x="856393" y="5472189"/>
                  <a:pt x="637343" y="5441265"/>
                  <a:pt x="459669" y="5327046"/>
                </a:cubicBezTo>
                <a:cubicBezTo>
                  <a:pt x="167476" y="5139208"/>
                  <a:pt x="145457" y="4648568"/>
                  <a:pt x="300012" y="4383617"/>
                </a:cubicBezTo>
                <a:cubicBezTo>
                  <a:pt x="415079" y="4186359"/>
                  <a:pt x="667707" y="4112684"/>
                  <a:pt x="851555" y="3977217"/>
                </a:cubicBezTo>
                <a:cubicBezTo>
                  <a:pt x="1223263" y="4187313"/>
                  <a:pt x="1955341" y="4397756"/>
                  <a:pt x="1736926" y="5080303"/>
                </a:cubicBezTo>
                <a:cubicBezTo>
                  <a:pt x="1668618" y="5293764"/>
                  <a:pt x="1359555" y="5322208"/>
                  <a:pt x="1170869" y="5443160"/>
                </a:cubicBezTo>
                <a:cubicBezTo>
                  <a:pt x="861231" y="5283503"/>
                  <a:pt x="485116" y="5213666"/>
                  <a:pt x="241955" y="4964189"/>
                </a:cubicBezTo>
                <a:cubicBezTo>
                  <a:pt x="-378660" y="4327454"/>
                  <a:pt x="444430" y="3717671"/>
                  <a:pt x="953155" y="3483732"/>
                </a:cubicBezTo>
                <a:cubicBezTo>
                  <a:pt x="1284258" y="3331473"/>
                  <a:pt x="1678869" y="3415999"/>
                  <a:pt x="2041726" y="3382132"/>
                </a:cubicBezTo>
                <a:cubicBezTo>
                  <a:pt x="2220736" y="3551465"/>
                  <a:pt x="2554503" y="3644918"/>
                  <a:pt x="2578755" y="3890132"/>
                </a:cubicBezTo>
                <a:cubicBezTo>
                  <a:pt x="2667034" y="4782724"/>
                  <a:pt x="2034022" y="4730598"/>
                  <a:pt x="1519212" y="4833560"/>
                </a:cubicBezTo>
                <a:cubicBezTo>
                  <a:pt x="1321589" y="3861910"/>
                  <a:pt x="1047530" y="3460756"/>
                  <a:pt x="2128812" y="2554817"/>
                </a:cubicBezTo>
                <a:cubicBezTo>
                  <a:pt x="2341008" y="2377031"/>
                  <a:pt x="2680355" y="2603198"/>
                  <a:pt x="2956126" y="2627389"/>
                </a:cubicBezTo>
                <a:cubicBezTo>
                  <a:pt x="3078493" y="2822747"/>
                  <a:pt x="4380363" y="4322243"/>
                  <a:pt x="3710869" y="4935160"/>
                </a:cubicBezTo>
                <a:cubicBezTo>
                  <a:pt x="3475104" y="5151001"/>
                  <a:pt x="3072240" y="4906131"/>
                  <a:pt x="2752926" y="4891617"/>
                </a:cubicBezTo>
                <a:cubicBezTo>
                  <a:pt x="2622298" y="4780341"/>
                  <a:pt x="2290966" y="4714427"/>
                  <a:pt x="2361041" y="4557789"/>
                </a:cubicBezTo>
                <a:cubicBezTo>
                  <a:pt x="2838930" y="3489568"/>
                  <a:pt x="4225731" y="3671946"/>
                  <a:pt x="5075212" y="3570817"/>
                </a:cubicBezTo>
                <a:cubicBezTo>
                  <a:pt x="5196164" y="3769179"/>
                  <a:pt x="5462646" y="3934877"/>
                  <a:pt x="5438069" y="4165903"/>
                </a:cubicBezTo>
                <a:cubicBezTo>
                  <a:pt x="5323688" y="5241085"/>
                  <a:pt x="4143467" y="5066260"/>
                  <a:pt x="3449612" y="5181903"/>
                </a:cubicBezTo>
                <a:cubicBezTo>
                  <a:pt x="3454450" y="4964189"/>
                  <a:pt x="3315048" y="4687501"/>
                  <a:pt x="3464126" y="4528760"/>
                </a:cubicBezTo>
                <a:cubicBezTo>
                  <a:pt x="4963115" y="2932615"/>
                  <a:pt x="5577137" y="3573299"/>
                  <a:pt x="7702298" y="3803046"/>
                </a:cubicBezTo>
                <a:cubicBezTo>
                  <a:pt x="7755517" y="4219122"/>
                  <a:pt x="8093937" y="4701795"/>
                  <a:pt x="7861955" y="5051275"/>
                </a:cubicBezTo>
                <a:cubicBezTo>
                  <a:pt x="7163197" y="6103950"/>
                  <a:pt x="6273648" y="5313897"/>
                  <a:pt x="5670298" y="4978703"/>
                </a:cubicBezTo>
                <a:cubicBezTo>
                  <a:pt x="5767060" y="4756151"/>
                  <a:pt x="5733680" y="4397113"/>
                  <a:pt x="5960583" y="4311046"/>
                </a:cubicBezTo>
                <a:cubicBezTo>
                  <a:pt x="7752147" y="3631487"/>
                  <a:pt x="7823866" y="3847626"/>
                  <a:pt x="9037612" y="4412646"/>
                </a:cubicBezTo>
                <a:cubicBezTo>
                  <a:pt x="8921498" y="4678741"/>
                  <a:pt x="8933018" y="5053212"/>
                  <a:pt x="8689269" y="5210932"/>
                </a:cubicBezTo>
                <a:cubicBezTo>
                  <a:pt x="7944287" y="5692979"/>
                  <a:pt x="7456043" y="5326100"/>
                  <a:pt x="6831441" y="5051275"/>
                </a:cubicBezTo>
                <a:cubicBezTo>
                  <a:pt x="6826603" y="5002894"/>
                  <a:pt x="6771194" y="4922646"/>
                  <a:pt x="6816926" y="4906132"/>
                </a:cubicBezTo>
                <a:cubicBezTo>
                  <a:pt x="7905461" y="4513049"/>
                  <a:pt x="7734013" y="4615866"/>
                  <a:pt x="8660241" y="4993217"/>
                </a:cubicBezTo>
                <a:cubicBezTo>
                  <a:pt x="8573155" y="5162550"/>
                  <a:pt x="8564210" y="5406572"/>
                  <a:pt x="8398983" y="5501217"/>
                </a:cubicBezTo>
                <a:cubicBezTo>
                  <a:pt x="7420090" y="6061942"/>
                  <a:pt x="7089500" y="5834827"/>
                  <a:pt x="6120241" y="5646360"/>
                </a:cubicBezTo>
                <a:cubicBezTo>
                  <a:pt x="5668633" y="5247883"/>
                  <a:pt x="5464051" y="5201414"/>
                  <a:pt x="6933041" y="4935160"/>
                </a:cubicBezTo>
                <a:cubicBezTo>
                  <a:pt x="7347890" y="4859969"/>
                  <a:pt x="7774869" y="4983541"/>
                  <a:pt x="8195783" y="5007732"/>
                </a:cubicBezTo>
                <a:cubicBezTo>
                  <a:pt x="8413497" y="5201256"/>
                  <a:pt x="8768396" y="5308364"/>
                  <a:pt x="8848926" y="5588303"/>
                </a:cubicBezTo>
                <a:cubicBezTo>
                  <a:pt x="8903503" y="5778025"/>
                  <a:pt x="8685968" y="5999411"/>
                  <a:pt x="8500583" y="6067275"/>
                </a:cubicBezTo>
                <a:cubicBezTo>
                  <a:pt x="8099129" y="6214236"/>
                  <a:pt x="7649078" y="6144684"/>
                  <a:pt x="7223326" y="6183389"/>
                </a:cubicBezTo>
                <a:cubicBezTo>
                  <a:pt x="7102374" y="6023732"/>
                  <a:pt x="6834673" y="5903049"/>
                  <a:pt x="6860469" y="5704417"/>
                </a:cubicBezTo>
                <a:cubicBezTo>
                  <a:pt x="7003153" y="4605750"/>
                  <a:pt x="9413732" y="4747047"/>
                  <a:pt x="9603669" y="4717446"/>
                </a:cubicBezTo>
                <a:cubicBezTo>
                  <a:pt x="10106831" y="4857751"/>
                  <a:pt x="10839825" y="4693222"/>
                  <a:pt x="11113155" y="5138360"/>
                </a:cubicBezTo>
                <a:cubicBezTo>
                  <a:pt x="11301670" y="5445370"/>
                  <a:pt x="10467493" y="5488349"/>
                  <a:pt x="10111669" y="5544760"/>
                </a:cubicBezTo>
                <a:cubicBezTo>
                  <a:pt x="9657619" y="5616744"/>
                  <a:pt x="9192431" y="5525408"/>
                  <a:pt x="8732812" y="5515732"/>
                </a:cubicBezTo>
                <a:cubicBezTo>
                  <a:pt x="8394145" y="5225446"/>
                  <a:pt x="7961968" y="5017513"/>
                  <a:pt x="7716812" y="4644875"/>
                </a:cubicBezTo>
                <a:cubicBezTo>
                  <a:pt x="7572607" y="4425683"/>
                  <a:pt x="7454809" y="4042642"/>
                  <a:pt x="7644241" y="3861103"/>
                </a:cubicBezTo>
                <a:cubicBezTo>
                  <a:pt x="7918262" y="3598500"/>
                  <a:pt x="8389308" y="3715960"/>
                  <a:pt x="8761841" y="3643389"/>
                </a:cubicBezTo>
                <a:cubicBezTo>
                  <a:pt x="8940850" y="3793370"/>
                  <a:pt x="9266595" y="3862038"/>
                  <a:pt x="9298869" y="4093332"/>
                </a:cubicBezTo>
                <a:cubicBezTo>
                  <a:pt x="9458776" y="5239337"/>
                  <a:pt x="8161672" y="4951182"/>
                  <a:pt x="7615212" y="4993217"/>
                </a:cubicBezTo>
                <a:cubicBezTo>
                  <a:pt x="7334602" y="4799693"/>
                  <a:pt x="6932713" y="4713988"/>
                  <a:pt x="6773383" y="4412646"/>
                </a:cubicBezTo>
                <a:cubicBezTo>
                  <a:pt x="6663686" y="4205176"/>
                  <a:pt x="6733861" y="3827490"/>
                  <a:pt x="6947555" y="3730475"/>
                </a:cubicBezTo>
                <a:cubicBezTo>
                  <a:pt x="7623316" y="3423688"/>
                  <a:pt x="8408660" y="3469218"/>
                  <a:pt x="9139212" y="3338589"/>
                </a:cubicBezTo>
                <a:cubicBezTo>
                  <a:pt x="9719783" y="3478894"/>
                  <a:pt x="10543873" y="3266407"/>
                  <a:pt x="10880926" y="3759503"/>
                </a:cubicBezTo>
                <a:cubicBezTo>
                  <a:pt x="11106988" y="4090223"/>
                  <a:pt x="10310762" y="4384682"/>
                  <a:pt x="9922983" y="4485217"/>
                </a:cubicBezTo>
                <a:cubicBezTo>
                  <a:pt x="9219932" y="4667489"/>
                  <a:pt x="8471555" y="4543274"/>
                  <a:pt x="7745841" y="4572303"/>
                </a:cubicBezTo>
                <a:cubicBezTo>
                  <a:pt x="7361171" y="4088150"/>
                  <a:pt x="6105376" y="3097282"/>
                  <a:pt x="7252355" y="2293560"/>
                </a:cubicBezTo>
                <a:cubicBezTo>
                  <a:pt x="7702597" y="1978062"/>
                  <a:pt x="8345764" y="2177446"/>
                  <a:pt x="8892469" y="2119389"/>
                </a:cubicBezTo>
                <a:cubicBezTo>
                  <a:pt x="9187593" y="2177446"/>
                  <a:pt x="9643328" y="2024534"/>
                  <a:pt x="9777841" y="2293560"/>
                </a:cubicBezTo>
                <a:cubicBezTo>
                  <a:pt x="9904003" y="2545884"/>
                  <a:pt x="9602748" y="2910603"/>
                  <a:pt x="9342412" y="3019275"/>
                </a:cubicBezTo>
                <a:cubicBezTo>
                  <a:pt x="8483316" y="3377889"/>
                  <a:pt x="7523288" y="3415998"/>
                  <a:pt x="6613726" y="3614360"/>
                </a:cubicBezTo>
                <a:cubicBezTo>
                  <a:pt x="6067021" y="3372455"/>
                  <a:pt x="5107065" y="3471393"/>
                  <a:pt x="4973612" y="2888646"/>
                </a:cubicBezTo>
                <a:cubicBezTo>
                  <a:pt x="4685573" y="1630876"/>
                  <a:pt x="7656449" y="1456450"/>
                  <a:pt x="7934526" y="1408189"/>
                </a:cubicBezTo>
                <a:cubicBezTo>
                  <a:pt x="8195783" y="1717827"/>
                  <a:pt x="8694900" y="1932648"/>
                  <a:pt x="8718298" y="2337103"/>
                </a:cubicBezTo>
                <a:cubicBezTo>
                  <a:pt x="8772589" y="3275554"/>
                  <a:pt x="7913734" y="3170387"/>
                  <a:pt x="7441041" y="3193446"/>
                </a:cubicBezTo>
                <a:cubicBezTo>
                  <a:pt x="7300736" y="2878970"/>
                  <a:pt x="6977103" y="2591674"/>
                  <a:pt x="7020126" y="2250017"/>
                </a:cubicBezTo>
                <a:cubicBezTo>
                  <a:pt x="7260013" y="345023"/>
                  <a:pt x="9176592" y="1526615"/>
                  <a:pt x="10198755" y="1727503"/>
                </a:cubicBezTo>
                <a:cubicBezTo>
                  <a:pt x="9292706" y="2122870"/>
                  <a:pt x="8877062" y="2476192"/>
                  <a:pt x="7716812" y="1800075"/>
                </a:cubicBezTo>
                <a:cubicBezTo>
                  <a:pt x="7440385" y="1638992"/>
                  <a:pt x="7494259" y="1200151"/>
                  <a:pt x="7382983" y="900189"/>
                </a:cubicBezTo>
                <a:cubicBezTo>
                  <a:pt x="8440378" y="381467"/>
                  <a:pt x="8274065" y="296158"/>
                  <a:pt x="9806869" y="682475"/>
                </a:cubicBezTo>
                <a:cubicBezTo>
                  <a:pt x="9909759" y="708407"/>
                  <a:pt x="9893955" y="875998"/>
                  <a:pt x="9937498" y="972760"/>
                </a:cubicBezTo>
                <a:cubicBezTo>
                  <a:pt x="9773003" y="1224341"/>
                  <a:pt x="9702144" y="1573491"/>
                  <a:pt x="9444012" y="1727503"/>
                </a:cubicBezTo>
                <a:cubicBezTo>
                  <a:pt x="8379948" y="2362365"/>
                  <a:pt x="8070544" y="1934355"/>
                  <a:pt x="7150755" y="1480760"/>
                </a:cubicBezTo>
                <a:cubicBezTo>
                  <a:pt x="7233003" y="1340455"/>
                  <a:pt x="7267574" y="1157671"/>
                  <a:pt x="7397498" y="1059846"/>
                </a:cubicBezTo>
                <a:cubicBezTo>
                  <a:pt x="8392053" y="311005"/>
                  <a:pt x="8601631" y="558171"/>
                  <a:pt x="9879441" y="595389"/>
                </a:cubicBezTo>
                <a:cubicBezTo>
                  <a:pt x="9990717" y="687313"/>
                  <a:pt x="10203668" y="727146"/>
                  <a:pt x="10213269" y="871160"/>
                </a:cubicBezTo>
                <a:cubicBezTo>
                  <a:pt x="10285366" y="1952622"/>
                  <a:pt x="8945112" y="1376029"/>
                  <a:pt x="8500583" y="1335617"/>
                </a:cubicBezTo>
                <a:cubicBezTo>
                  <a:pt x="8374793" y="1146931"/>
                  <a:pt x="8104815" y="995584"/>
                  <a:pt x="8123212" y="769560"/>
                </a:cubicBezTo>
                <a:cubicBezTo>
                  <a:pt x="8225173" y="-483098"/>
                  <a:pt x="10077244" y="164444"/>
                  <a:pt x="10547098" y="188989"/>
                </a:cubicBezTo>
                <a:cubicBezTo>
                  <a:pt x="10467105" y="508960"/>
                  <a:pt x="10510500" y="624640"/>
                  <a:pt x="10068126" y="726017"/>
                </a:cubicBezTo>
                <a:cubicBezTo>
                  <a:pt x="9969656" y="748583"/>
                  <a:pt x="9874603" y="667960"/>
                  <a:pt x="9777841" y="638932"/>
                </a:cubicBezTo>
                <a:cubicBezTo>
                  <a:pt x="9802031" y="527656"/>
                  <a:pt x="9773688" y="389252"/>
                  <a:pt x="9850412" y="305103"/>
                </a:cubicBezTo>
                <a:cubicBezTo>
                  <a:pt x="10124816" y="4143"/>
                  <a:pt x="10283754" y="170887"/>
                  <a:pt x="10547098" y="290589"/>
                </a:cubicBezTo>
                <a:cubicBezTo>
                  <a:pt x="10503555" y="450246"/>
                  <a:pt x="10531728" y="650809"/>
                  <a:pt x="10416469" y="769560"/>
                </a:cubicBezTo>
                <a:cubicBezTo>
                  <a:pt x="9630067" y="1579792"/>
                  <a:pt x="9484761" y="1246524"/>
                  <a:pt x="8515098" y="958246"/>
                </a:cubicBezTo>
                <a:cubicBezTo>
                  <a:pt x="8321574" y="774398"/>
                  <a:pt x="8032769" y="654896"/>
                  <a:pt x="7934526" y="406703"/>
                </a:cubicBezTo>
                <a:cubicBezTo>
                  <a:pt x="7893109" y="302071"/>
                  <a:pt x="8128610" y="241430"/>
                  <a:pt x="8239326" y="261560"/>
                </a:cubicBezTo>
                <a:cubicBezTo>
                  <a:pt x="8477757" y="304911"/>
                  <a:pt x="8674755" y="474437"/>
                  <a:pt x="8892469" y="580875"/>
                </a:cubicBezTo>
                <a:cubicBezTo>
                  <a:pt x="8339386" y="1203093"/>
                  <a:pt x="8231285" y="1692892"/>
                  <a:pt x="7179783" y="1059846"/>
                </a:cubicBezTo>
                <a:cubicBezTo>
                  <a:pt x="6968069" y="932385"/>
                  <a:pt x="6986260" y="605065"/>
                  <a:pt x="6889498" y="377675"/>
                </a:cubicBezTo>
                <a:cubicBezTo>
                  <a:pt x="7024965" y="266399"/>
                  <a:pt x="7132120" y="106379"/>
                  <a:pt x="7295898" y="43846"/>
                </a:cubicBezTo>
                <a:cubicBezTo>
                  <a:pt x="7686586" y="-105326"/>
                  <a:pt x="8068885" y="370320"/>
                  <a:pt x="8282869" y="537332"/>
                </a:cubicBezTo>
                <a:cubicBezTo>
                  <a:pt x="8176431" y="667960"/>
                  <a:pt x="8127500" y="890295"/>
                  <a:pt x="7963555" y="929217"/>
                </a:cubicBezTo>
                <a:cubicBezTo>
                  <a:pt x="6457787" y="1286701"/>
                  <a:pt x="6378574" y="1064598"/>
                  <a:pt x="5176812" y="551846"/>
                </a:cubicBezTo>
                <a:cubicBezTo>
                  <a:pt x="5123593" y="455084"/>
                  <a:pt x="4971458" y="362093"/>
                  <a:pt x="5017155" y="261560"/>
                </a:cubicBezTo>
                <a:cubicBezTo>
                  <a:pt x="5059388" y="168648"/>
                  <a:pt x="5220374" y="222656"/>
                  <a:pt x="5321955" y="232532"/>
                </a:cubicBezTo>
                <a:cubicBezTo>
                  <a:pt x="5571334" y="256777"/>
                  <a:pt x="5815440" y="319617"/>
                  <a:pt x="6062183" y="363160"/>
                </a:cubicBezTo>
                <a:cubicBezTo>
                  <a:pt x="6113772" y="595306"/>
                  <a:pt x="6222530" y="815840"/>
                  <a:pt x="5917041" y="1001789"/>
                </a:cubicBezTo>
                <a:cubicBezTo>
                  <a:pt x="5784536" y="1082444"/>
                  <a:pt x="5607402" y="1021141"/>
                  <a:pt x="5452583" y="1030817"/>
                </a:cubicBezTo>
                <a:cubicBezTo>
                  <a:pt x="5476774" y="895350"/>
                  <a:pt x="5434246" y="727722"/>
                  <a:pt x="5525155" y="624417"/>
                </a:cubicBezTo>
                <a:cubicBezTo>
                  <a:pt x="6002537" y="81938"/>
                  <a:pt x="6368926" y="364288"/>
                  <a:pt x="6976583" y="493789"/>
                </a:cubicBezTo>
                <a:cubicBezTo>
                  <a:pt x="7078183" y="590551"/>
                  <a:pt x="7310965" y="646924"/>
                  <a:pt x="7281383" y="784075"/>
                </a:cubicBezTo>
                <a:cubicBezTo>
                  <a:pt x="7235936" y="994783"/>
                  <a:pt x="7027454" y="1280287"/>
                  <a:pt x="6816926" y="1234017"/>
                </a:cubicBezTo>
                <a:cubicBezTo>
                  <a:pt x="6448412" y="1153025"/>
                  <a:pt x="6246031" y="740532"/>
                  <a:pt x="5960583" y="493789"/>
                </a:cubicBezTo>
                <a:cubicBezTo>
                  <a:pt x="6062183" y="353484"/>
                  <a:pt x="6109813" y="149072"/>
                  <a:pt x="6265383" y="72875"/>
                </a:cubicBezTo>
                <a:cubicBezTo>
                  <a:pt x="6388965" y="12345"/>
                  <a:pt x="6565026" y="58617"/>
                  <a:pt x="6671783" y="145446"/>
                </a:cubicBezTo>
                <a:cubicBezTo>
                  <a:pt x="6946191" y="368631"/>
                  <a:pt x="7126564" y="687313"/>
                  <a:pt x="7353955" y="958246"/>
                </a:cubicBezTo>
                <a:cubicBezTo>
                  <a:pt x="7315250" y="1175960"/>
                  <a:pt x="7415861" y="1480216"/>
                  <a:pt x="7237841" y="1611389"/>
                </a:cubicBezTo>
                <a:cubicBezTo>
                  <a:pt x="6781225" y="1947843"/>
                  <a:pt x="5528755" y="1679639"/>
                  <a:pt x="5104241" y="1625903"/>
                </a:cubicBezTo>
                <a:cubicBezTo>
                  <a:pt x="5123593" y="1558170"/>
                  <a:pt x="5100549" y="1456605"/>
                  <a:pt x="5162298" y="1422703"/>
                </a:cubicBezTo>
                <a:cubicBezTo>
                  <a:pt x="5849447" y="1045444"/>
                  <a:pt x="5791753" y="1184359"/>
                  <a:pt x="6323441" y="1538817"/>
                </a:cubicBezTo>
                <a:cubicBezTo>
                  <a:pt x="6217003" y="1664608"/>
                  <a:pt x="6162261" y="1869867"/>
                  <a:pt x="6004126" y="1916189"/>
                </a:cubicBezTo>
                <a:cubicBezTo>
                  <a:pt x="4960961" y="2221763"/>
                  <a:pt x="4628553" y="1835523"/>
                  <a:pt x="3710869" y="1393675"/>
                </a:cubicBezTo>
                <a:cubicBezTo>
                  <a:pt x="3715707" y="1316265"/>
                  <a:pt x="3654827" y="1193656"/>
                  <a:pt x="3725383" y="1161446"/>
                </a:cubicBezTo>
                <a:cubicBezTo>
                  <a:pt x="4236120" y="928283"/>
                  <a:pt x="4529710" y="1146469"/>
                  <a:pt x="4988126" y="1321103"/>
                </a:cubicBezTo>
                <a:cubicBezTo>
                  <a:pt x="4910717" y="1437217"/>
                  <a:pt x="4877888" y="1601674"/>
                  <a:pt x="4755898" y="1669446"/>
                </a:cubicBezTo>
                <a:cubicBezTo>
                  <a:pt x="3995574" y="2091849"/>
                  <a:pt x="3603912" y="1838863"/>
                  <a:pt x="2767441" y="1683960"/>
                </a:cubicBezTo>
                <a:cubicBezTo>
                  <a:pt x="2709384" y="1601712"/>
                  <a:pt x="2577961" y="1536721"/>
                  <a:pt x="2593269" y="1437217"/>
                </a:cubicBezTo>
                <a:cubicBezTo>
                  <a:pt x="2606774" y="1349434"/>
                  <a:pt x="2738484" y="1288791"/>
                  <a:pt x="2825498" y="1306589"/>
                </a:cubicBezTo>
                <a:cubicBezTo>
                  <a:pt x="3189981" y="1381143"/>
                  <a:pt x="3522183" y="1567846"/>
                  <a:pt x="3870526" y="1698475"/>
                </a:cubicBezTo>
                <a:cubicBezTo>
                  <a:pt x="3947936" y="1814589"/>
                  <a:pt x="4099084" y="1907313"/>
                  <a:pt x="4102755" y="2046817"/>
                </a:cubicBezTo>
                <a:cubicBezTo>
                  <a:pt x="4105367" y="2146052"/>
                  <a:pt x="3980124" y="2221492"/>
                  <a:pt x="3885041" y="2250017"/>
                </a:cubicBezTo>
                <a:cubicBezTo>
                  <a:pt x="3628112" y="2327096"/>
                  <a:pt x="3352850" y="2317750"/>
                  <a:pt x="3086755" y="2351617"/>
                </a:cubicBezTo>
                <a:cubicBezTo>
                  <a:pt x="2914322" y="2271148"/>
                  <a:pt x="2272576" y="2018920"/>
                  <a:pt x="3435098" y="2177446"/>
                </a:cubicBezTo>
                <a:cubicBezTo>
                  <a:pt x="3580893" y="2197327"/>
                  <a:pt x="3696355" y="2312913"/>
                  <a:pt x="3826983" y="2380646"/>
                </a:cubicBezTo>
                <a:cubicBezTo>
                  <a:pt x="3836659" y="2530627"/>
                  <a:pt x="3934655" y="2702514"/>
                  <a:pt x="3856012" y="2830589"/>
                </a:cubicBezTo>
                <a:cubicBezTo>
                  <a:pt x="3741529" y="3017033"/>
                  <a:pt x="3526067" y="3137363"/>
                  <a:pt x="3318983" y="3207960"/>
                </a:cubicBezTo>
                <a:cubicBezTo>
                  <a:pt x="3084721" y="3287822"/>
                  <a:pt x="2331302" y="3261165"/>
                  <a:pt x="2578755" y="3266017"/>
                </a:cubicBezTo>
                <a:lnTo>
                  <a:pt x="4059212" y="3222475"/>
                </a:lnTo>
                <a:cubicBezTo>
                  <a:pt x="4291441" y="3304722"/>
                  <a:pt x="4581693" y="3295012"/>
                  <a:pt x="4755898" y="3469217"/>
                </a:cubicBezTo>
                <a:cubicBezTo>
                  <a:pt x="4835470" y="3548789"/>
                  <a:pt x="4718119" y="3740310"/>
                  <a:pt x="4610755" y="3774017"/>
                </a:cubicBezTo>
                <a:cubicBezTo>
                  <a:pt x="4258851" y="3884499"/>
                  <a:pt x="3875364" y="3832074"/>
                  <a:pt x="3507669" y="3861103"/>
                </a:cubicBezTo>
                <a:cubicBezTo>
                  <a:pt x="3338336" y="3856265"/>
                  <a:pt x="3163247" y="3890629"/>
                  <a:pt x="2999669" y="3846589"/>
                </a:cubicBezTo>
                <a:cubicBezTo>
                  <a:pt x="2949136" y="3832984"/>
                  <a:pt x="3078648" y="3751082"/>
                  <a:pt x="3130298" y="3759503"/>
                </a:cubicBezTo>
                <a:cubicBezTo>
                  <a:pt x="3539115" y="3826158"/>
                  <a:pt x="3933421" y="3962703"/>
                  <a:pt x="4334983" y="4064303"/>
                </a:cubicBezTo>
                <a:cubicBezTo>
                  <a:pt x="4373688" y="4161065"/>
                  <a:pt x="4501937" y="4263614"/>
                  <a:pt x="4451098" y="4354589"/>
                </a:cubicBezTo>
                <a:cubicBezTo>
                  <a:pt x="4318908" y="4591141"/>
                  <a:pt x="3360288" y="4678756"/>
                  <a:pt x="3304469" y="4688417"/>
                </a:cubicBezTo>
                <a:cubicBezTo>
                  <a:pt x="3217459" y="4340373"/>
                  <a:pt x="3243044" y="4520254"/>
                  <a:pt x="4204355" y="4717446"/>
                </a:cubicBezTo>
                <a:cubicBezTo>
                  <a:pt x="4289796" y="4734972"/>
                  <a:pt x="4349498" y="4814208"/>
                  <a:pt x="4422069" y="4862589"/>
                </a:cubicBezTo>
                <a:cubicBezTo>
                  <a:pt x="4265098" y="4995410"/>
                  <a:pt x="4000392" y="5233481"/>
                  <a:pt x="3826983" y="5283503"/>
                </a:cubicBezTo>
                <a:cubicBezTo>
                  <a:pt x="3714550" y="5315936"/>
                  <a:pt x="3362150" y="5228866"/>
                  <a:pt x="3478641" y="5239960"/>
                </a:cubicBezTo>
                <a:cubicBezTo>
                  <a:pt x="3798300" y="5270404"/>
                  <a:pt x="4117269" y="5307693"/>
                  <a:pt x="4436583" y="5341560"/>
                </a:cubicBezTo>
                <a:cubicBezTo>
                  <a:pt x="4626200" y="5467972"/>
                  <a:pt x="4960095" y="5623895"/>
                  <a:pt x="4146298" y="5617332"/>
                </a:cubicBezTo>
                <a:cubicBezTo>
                  <a:pt x="3697437" y="5613712"/>
                  <a:pt x="3256088" y="5501217"/>
                  <a:pt x="2810983" y="5443160"/>
                </a:cubicBezTo>
                <a:cubicBezTo>
                  <a:pt x="2762602" y="5385103"/>
                  <a:pt x="2648848" y="5342627"/>
                  <a:pt x="2665841" y="5268989"/>
                </a:cubicBezTo>
                <a:cubicBezTo>
                  <a:pt x="2754371" y="4885359"/>
                  <a:pt x="3412473" y="5137567"/>
                  <a:pt x="3522183" y="5152875"/>
                </a:cubicBezTo>
                <a:cubicBezTo>
                  <a:pt x="2465090" y="5708296"/>
                  <a:pt x="2911464" y="5700526"/>
                  <a:pt x="1751441" y="5428646"/>
                </a:cubicBezTo>
                <a:cubicBezTo>
                  <a:pt x="1736545" y="5425155"/>
                  <a:pt x="1741764" y="5399617"/>
                  <a:pt x="1736926" y="5385103"/>
                </a:cubicBezTo>
                <a:cubicBezTo>
                  <a:pt x="1746602" y="5307694"/>
                  <a:pt x="1713137" y="5210286"/>
                  <a:pt x="1765955" y="5152875"/>
                </a:cubicBezTo>
                <a:cubicBezTo>
                  <a:pt x="1937853" y="4966030"/>
                  <a:pt x="2033023" y="5013861"/>
                  <a:pt x="2201383" y="5051275"/>
                </a:cubicBezTo>
                <a:cubicBezTo>
                  <a:pt x="2196545" y="5172227"/>
                  <a:pt x="2295139" y="5359997"/>
                  <a:pt x="2186869" y="5414132"/>
                </a:cubicBezTo>
                <a:cubicBezTo>
                  <a:pt x="1490791" y="5762171"/>
                  <a:pt x="1167319" y="5346647"/>
                  <a:pt x="648355" y="5007732"/>
                </a:cubicBezTo>
                <a:cubicBezTo>
                  <a:pt x="633841" y="4843237"/>
                  <a:pt x="551059" y="4670387"/>
                  <a:pt x="604812" y="4514246"/>
                </a:cubicBezTo>
                <a:cubicBezTo>
                  <a:pt x="733806" y="4139550"/>
                  <a:pt x="921016" y="4131813"/>
                  <a:pt x="1199898" y="4049789"/>
                </a:cubicBezTo>
                <a:cubicBezTo>
                  <a:pt x="1291822" y="4117522"/>
                  <a:pt x="1428196" y="4149142"/>
                  <a:pt x="1475669" y="4252989"/>
                </a:cubicBezTo>
                <a:cubicBezTo>
                  <a:pt x="1518339" y="4346330"/>
                  <a:pt x="1532224" y="4535125"/>
                  <a:pt x="1432126" y="4557789"/>
                </a:cubicBezTo>
                <a:cubicBezTo>
                  <a:pt x="1192401" y="4612066"/>
                  <a:pt x="948317" y="4470703"/>
                  <a:pt x="706412" y="4427160"/>
                </a:cubicBezTo>
                <a:cubicBezTo>
                  <a:pt x="284231" y="3987388"/>
                  <a:pt x="-230132" y="3859526"/>
                  <a:pt x="111326" y="3280532"/>
                </a:cubicBezTo>
                <a:cubicBezTo>
                  <a:pt x="157698" y="3201902"/>
                  <a:pt x="266145" y="3183770"/>
                  <a:pt x="343555" y="3135389"/>
                </a:cubicBezTo>
                <a:cubicBezTo>
                  <a:pt x="416126" y="3149903"/>
                  <a:pt x="513105" y="3122741"/>
                  <a:pt x="561269" y="3178932"/>
                </a:cubicBezTo>
                <a:cubicBezTo>
                  <a:pt x="729022" y="3374644"/>
                  <a:pt x="539100" y="3535770"/>
                  <a:pt x="445155" y="3672417"/>
                </a:cubicBezTo>
                <a:cubicBezTo>
                  <a:pt x="209434" y="3489078"/>
                  <a:pt x="-167857" y="3299715"/>
                  <a:pt x="140355" y="2845103"/>
                </a:cubicBezTo>
                <a:cubicBezTo>
                  <a:pt x="264917" y="2661374"/>
                  <a:pt x="556431" y="2690284"/>
                  <a:pt x="764469" y="2612875"/>
                </a:cubicBezTo>
                <a:cubicBezTo>
                  <a:pt x="924126" y="2641903"/>
                  <a:pt x="1125372" y="2588637"/>
                  <a:pt x="1243441" y="2699960"/>
                </a:cubicBezTo>
                <a:cubicBezTo>
                  <a:pt x="1400418" y="2847967"/>
                  <a:pt x="1197436" y="3326324"/>
                  <a:pt x="1156355" y="3454703"/>
                </a:cubicBezTo>
                <a:cubicBezTo>
                  <a:pt x="860865" y="3071661"/>
                  <a:pt x="512235" y="2725465"/>
                  <a:pt x="488698" y="2191960"/>
                </a:cubicBezTo>
                <a:cubicBezTo>
                  <a:pt x="483873" y="2082593"/>
                  <a:pt x="643517" y="2037141"/>
                  <a:pt x="720926" y="1959732"/>
                </a:cubicBezTo>
                <a:cubicBezTo>
                  <a:pt x="948317" y="2017789"/>
                  <a:pt x="1203106" y="2011101"/>
                  <a:pt x="1403098" y="2133903"/>
                </a:cubicBezTo>
                <a:cubicBezTo>
                  <a:pt x="1506500" y="2197395"/>
                  <a:pt x="1616373" y="2367327"/>
                  <a:pt x="1548241" y="2467732"/>
                </a:cubicBezTo>
                <a:cubicBezTo>
                  <a:pt x="1468297" y="2585544"/>
                  <a:pt x="1267631" y="2516113"/>
                  <a:pt x="1127326" y="2540303"/>
                </a:cubicBezTo>
                <a:cubicBezTo>
                  <a:pt x="895098" y="2312913"/>
                  <a:pt x="626190" y="2117741"/>
                  <a:pt x="430641" y="1858132"/>
                </a:cubicBezTo>
                <a:cubicBezTo>
                  <a:pt x="338591" y="1735927"/>
                  <a:pt x="214381" y="1558164"/>
                  <a:pt x="285498" y="1422703"/>
                </a:cubicBezTo>
                <a:cubicBezTo>
                  <a:pt x="358752" y="1283172"/>
                  <a:pt x="585460" y="1325941"/>
                  <a:pt x="735441" y="1277560"/>
                </a:cubicBezTo>
                <a:cubicBezTo>
                  <a:pt x="1030565" y="1330779"/>
                  <a:pt x="1346614" y="1315786"/>
                  <a:pt x="1620812" y="1437217"/>
                </a:cubicBezTo>
                <a:cubicBezTo>
                  <a:pt x="1717832" y="1480183"/>
                  <a:pt x="1810299" y="1639216"/>
                  <a:pt x="1751441" y="1727503"/>
                </a:cubicBezTo>
                <a:cubicBezTo>
                  <a:pt x="1653019" y="1875137"/>
                  <a:pt x="1432126" y="1882322"/>
                  <a:pt x="1272469" y="1959732"/>
                </a:cubicBezTo>
                <a:cubicBezTo>
                  <a:pt x="987021" y="1950056"/>
                  <a:pt x="684195" y="2029258"/>
                  <a:pt x="416126" y="1930703"/>
                </a:cubicBezTo>
                <a:cubicBezTo>
                  <a:pt x="2466" y="1778622"/>
                  <a:pt x="480198" y="1319254"/>
                  <a:pt x="561269" y="1277560"/>
                </a:cubicBezTo>
                <a:cubicBezTo>
                  <a:pt x="788812" y="1160538"/>
                  <a:pt x="1054755" y="1142093"/>
                  <a:pt x="1301498" y="1074360"/>
                </a:cubicBezTo>
                <a:cubicBezTo>
                  <a:pt x="1596124" y="1133285"/>
                  <a:pt x="1853041" y="1058233"/>
                  <a:pt x="1853041" y="1451732"/>
                </a:cubicBezTo>
                <a:cubicBezTo>
                  <a:pt x="1853041" y="1525582"/>
                  <a:pt x="1775631" y="1577522"/>
                  <a:pt x="1736926" y="1640417"/>
                </a:cubicBezTo>
                <a:cubicBezTo>
                  <a:pt x="1669193" y="1621065"/>
                  <a:pt x="1593338" y="1619893"/>
                  <a:pt x="1533726" y="1582360"/>
                </a:cubicBezTo>
                <a:cubicBezTo>
                  <a:pt x="1242314" y="1398879"/>
                  <a:pt x="1328636" y="1254235"/>
                  <a:pt x="1286983" y="900189"/>
                </a:cubicBezTo>
                <a:cubicBezTo>
                  <a:pt x="1947783" y="723975"/>
                  <a:pt x="2052624" y="568828"/>
                  <a:pt x="2738412" y="987275"/>
                </a:cubicBezTo>
                <a:cubicBezTo>
                  <a:pt x="2814565" y="1033741"/>
                  <a:pt x="2777117" y="1161446"/>
                  <a:pt x="2796469" y="1248532"/>
                </a:cubicBezTo>
                <a:cubicBezTo>
                  <a:pt x="2767440" y="1306589"/>
                  <a:pt x="2768576" y="1396066"/>
                  <a:pt x="2709383" y="1422703"/>
                </a:cubicBezTo>
                <a:cubicBezTo>
                  <a:pt x="2502978" y="1515585"/>
                  <a:pt x="2222914" y="1055424"/>
                  <a:pt x="2201383" y="1030817"/>
                </a:cubicBezTo>
                <a:cubicBezTo>
                  <a:pt x="2709260" y="789576"/>
                  <a:pt x="2794240" y="669267"/>
                  <a:pt x="3362526" y="696989"/>
                </a:cubicBezTo>
                <a:cubicBezTo>
                  <a:pt x="3391920" y="698423"/>
                  <a:pt x="3372203" y="755046"/>
                  <a:pt x="3377041" y="784075"/>
                </a:cubicBezTo>
                <a:cubicBezTo>
                  <a:pt x="3333498" y="924380"/>
                  <a:pt x="3316500" y="1075880"/>
                  <a:pt x="3246412" y="1204989"/>
                </a:cubicBezTo>
                <a:cubicBezTo>
                  <a:pt x="3219494" y="1254575"/>
                  <a:pt x="3156505" y="1303582"/>
                  <a:pt x="3101269" y="1292075"/>
                </a:cubicBezTo>
                <a:cubicBezTo>
                  <a:pt x="3016940" y="1274506"/>
                  <a:pt x="2965802" y="1185636"/>
                  <a:pt x="2898069" y="1132417"/>
                </a:cubicBezTo>
                <a:cubicBezTo>
                  <a:pt x="2946450" y="1074360"/>
                  <a:pt x="2970647" y="979356"/>
                  <a:pt x="3043212" y="958246"/>
                </a:cubicBezTo>
                <a:cubicBezTo>
                  <a:pt x="3597195" y="797088"/>
                  <a:pt x="3629851" y="873587"/>
                  <a:pt x="4059212" y="1045332"/>
                </a:cubicBezTo>
                <a:cubicBezTo>
                  <a:pt x="4064050" y="1132418"/>
                  <a:pt x="4136287" y="1245815"/>
                  <a:pt x="4073726" y="1306589"/>
                </a:cubicBezTo>
                <a:cubicBezTo>
                  <a:pt x="3762160" y="1609253"/>
                  <a:pt x="3479862" y="1536439"/>
                  <a:pt x="3115783" y="1524303"/>
                </a:cubicBezTo>
                <a:cubicBezTo>
                  <a:pt x="3246412" y="1413027"/>
                  <a:pt x="3343228" y="1239519"/>
                  <a:pt x="3507669" y="1190475"/>
                </a:cubicBezTo>
                <a:cubicBezTo>
                  <a:pt x="4767025" y="814878"/>
                  <a:pt x="4859554" y="1061866"/>
                  <a:pt x="6062183" y="1480760"/>
                </a:cubicBezTo>
                <a:cubicBezTo>
                  <a:pt x="6071859" y="1592036"/>
                  <a:pt x="6152424" y="1721159"/>
                  <a:pt x="6091212" y="1814589"/>
                </a:cubicBezTo>
                <a:cubicBezTo>
                  <a:pt x="5962308" y="2011338"/>
                  <a:pt x="5626587" y="1853727"/>
                  <a:pt x="5496126" y="1814589"/>
                </a:cubicBezTo>
                <a:cubicBezTo>
                  <a:pt x="5515478" y="1669446"/>
                  <a:pt x="5447492" y="1479450"/>
                  <a:pt x="5554183" y="1379160"/>
                </a:cubicBezTo>
                <a:cubicBezTo>
                  <a:pt x="6095191" y="870613"/>
                  <a:pt x="6143510" y="1048060"/>
                  <a:pt x="6410526" y="1335617"/>
                </a:cubicBezTo>
                <a:cubicBezTo>
                  <a:pt x="6420202" y="1635579"/>
                  <a:pt x="6492929" y="1940169"/>
                  <a:pt x="6439555" y="2235503"/>
                </a:cubicBezTo>
                <a:cubicBezTo>
                  <a:pt x="6344065" y="2763880"/>
                  <a:pt x="6194266" y="2541612"/>
                  <a:pt x="6047669" y="2409675"/>
                </a:cubicBezTo>
                <a:cubicBezTo>
                  <a:pt x="6017861" y="1843317"/>
                  <a:pt x="5924913" y="1775354"/>
                  <a:pt x="7136241" y="2351617"/>
                </a:cubicBezTo>
                <a:cubicBezTo>
                  <a:pt x="7325924" y="2441855"/>
                  <a:pt x="7397498" y="2680608"/>
                  <a:pt x="7528126" y="2845103"/>
                </a:cubicBezTo>
                <a:cubicBezTo>
                  <a:pt x="7098375" y="3047339"/>
                  <a:pt x="6713916" y="3335835"/>
                  <a:pt x="6207326" y="3236989"/>
                </a:cubicBezTo>
                <a:cubicBezTo>
                  <a:pt x="6154877" y="3226755"/>
                  <a:pt x="6197650" y="3130551"/>
                  <a:pt x="6192812" y="3077332"/>
                </a:cubicBezTo>
                <a:cubicBezTo>
                  <a:pt x="6619993" y="2578954"/>
                  <a:pt x="6635765" y="2371184"/>
                  <a:pt x="7557155" y="2569332"/>
                </a:cubicBezTo>
                <a:cubicBezTo>
                  <a:pt x="7724918" y="2605410"/>
                  <a:pt x="7779707" y="2830589"/>
                  <a:pt x="7890983" y="2961217"/>
                </a:cubicBezTo>
                <a:cubicBezTo>
                  <a:pt x="7697459" y="3159579"/>
                  <a:pt x="7571739" y="3464070"/>
                  <a:pt x="7310412" y="3556303"/>
                </a:cubicBezTo>
                <a:cubicBezTo>
                  <a:pt x="6871271" y="3711294"/>
                  <a:pt x="6377650" y="3726504"/>
                  <a:pt x="5917041" y="3657903"/>
                </a:cubicBezTo>
                <a:cubicBezTo>
                  <a:pt x="5816095" y="3642868"/>
                  <a:pt x="5860729" y="3409079"/>
                  <a:pt x="5946069" y="3353103"/>
                </a:cubicBezTo>
                <a:cubicBezTo>
                  <a:pt x="6348205" y="3089336"/>
                  <a:pt x="6804949" y="2906384"/>
                  <a:pt x="7266869" y="2772532"/>
                </a:cubicBezTo>
                <a:cubicBezTo>
                  <a:pt x="7665152" y="2657121"/>
                  <a:pt x="8089345" y="2666094"/>
                  <a:pt x="8500583" y="2612875"/>
                </a:cubicBezTo>
                <a:cubicBezTo>
                  <a:pt x="8609477" y="3084749"/>
                  <a:pt x="8851877" y="3571950"/>
                  <a:pt x="8224812" y="3948189"/>
                </a:cubicBezTo>
                <a:cubicBezTo>
                  <a:pt x="7988194" y="4090159"/>
                  <a:pt x="7673269" y="3928836"/>
                  <a:pt x="7397498" y="3919160"/>
                </a:cubicBezTo>
                <a:cubicBezTo>
                  <a:pt x="7402336" y="3788532"/>
                  <a:pt x="7302672" y="3598912"/>
                  <a:pt x="7412012" y="3527275"/>
                </a:cubicBezTo>
                <a:cubicBezTo>
                  <a:pt x="8575942" y="2764700"/>
                  <a:pt x="9385469" y="3188883"/>
                  <a:pt x="10721269" y="3367617"/>
                </a:cubicBezTo>
                <a:cubicBezTo>
                  <a:pt x="10682564" y="3570817"/>
                  <a:pt x="10769983" y="3852237"/>
                  <a:pt x="10605155" y="3977217"/>
                </a:cubicBezTo>
                <a:cubicBezTo>
                  <a:pt x="9695620" y="4666864"/>
                  <a:pt x="9457570" y="4391944"/>
                  <a:pt x="8674755" y="4078817"/>
                </a:cubicBezTo>
                <a:cubicBezTo>
                  <a:pt x="8577993" y="3914322"/>
                  <a:pt x="8308374" y="3760349"/>
                  <a:pt x="8384469" y="3585332"/>
                </a:cubicBezTo>
                <a:cubicBezTo>
                  <a:pt x="8727905" y="2795430"/>
                  <a:pt x="9171193" y="3097119"/>
                  <a:pt x="9647212" y="3251503"/>
                </a:cubicBezTo>
                <a:cubicBezTo>
                  <a:pt x="10015177" y="4086501"/>
                  <a:pt x="10278627" y="4015094"/>
                  <a:pt x="9632698" y="4644875"/>
                </a:cubicBezTo>
                <a:cubicBezTo>
                  <a:pt x="9587135" y="4689299"/>
                  <a:pt x="9506907" y="4664227"/>
                  <a:pt x="9444012" y="4673903"/>
                </a:cubicBezTo>
                <a:cubicBezTo>
                  <a:pt x="9293385" y="3905707"/>
                  <a:pt x="9154261" y="3948862"/>
                  <a:pt x="9603669" y="3251503"/>
                </a:cubicBezTo>
                <a:cubicBezTo>
                  <a:pt x="9625281" y="3217968"/>
                  <a:pt x="9681078" y="3270856"/>
                  <a:pt x="9719783" y="3280532"/>
                </a:cubicBezTo>
                <a:cubicBezTo>
                  <a:pt x="9792355" y="3662741"/>
                  <a:pt x="9991508" y="4041889"/>
                  <a:pt x="9937498" y="4427160"/>
                </a:cubicBezTo>
                <a:cubicBezTo>
                  <a:pt x="9909935" y="4623776"/>
                  <a:pt x="9694801" y="4881225"/>
                  <a:pt x="9502069" y="4833560"/>
                </a:cubicBezTo>
                <a:cubicBezTo>
                  <a:pt x="9121384" y="4739412"/>
                  <a:pt x="8892469" y="4340075"/>
                  <a:pt x="8587669" y="4093332"/>
                </a:cubicBezTo>
                <a:cubicBezTo>
                  <a:pt x="8539288" y="3836913"/>
                  <a:pt x="8306945" y="3547031"/>
                  <a:pt x="8442526" y="3324075"/>
                </a:cubicBezTo>
                <a:cubicBezTo>
                  <a:pt x="8897290" y="2576241"/>
                  <a:pt x="9696200" y="3254820"/>
                  <a:pt x="10082641" y="3454703"/>
                </a:cubicBezTo>
                <a:cubicBezTo>
                  <a:pt x="10174565" y="3711122"/>
                  <a:pt x="10537966" y="4019116"/>
                  <a:pt x="10358412" y="4223960"/>
                </a:cubicBezTo>
                <a:cubicBezTo>
                  <a:pt x="9668646" y="5010876"/>
                  <a:pt x="8013058" y="4445441"/>
                  <a:pt x="7339441" y="4325560"/>
                </a:cubicBezTo>
                <a:cubicBezTo>
                  <a:pt x="7334603" y="4117522"/>
                  <a:pt x="7204849" y="3871401"/>
                  <a:pt x="7324926" y="3701446"/>
                </a:cubicBezTo>
                <a:cubicBezTo>
                  <a:pt x="8283416" y="2344814"/>
                  <a:pt x="8686731" y="3223671"/>
                  <a:pt x="9864926" y="3904646"/>
                </a:cubicBezTo>
                <a:cubicBezTo>
                  <a:pt x="9623021" y="4194932"/>
                  <a:pt x="9490967" y="4637473"/>
                  <a:pt x="9139212" y="4775503"/>
                </a:cubicBezTo>
                <a:cubicBezTo>
                  <a:pt x="8610074" y="4983140"/>
                  <a:pt x="7314008" y="4771285"/>
                  <a:pt x="6671783" y="4688417"/>
                </a:cubicBezTo>
                <a:cubicBezTo>
                  <a:pt x="6676621" y="4669065"/>
                  <a:pt x="6667335" y="4636552"/>
                  <a:pt x="6686298" y="4630360"/>
                </a:cubicBezTo>
                <a:cubicBezTo>
                  <a:pt x="7432775" y="4386613"/>
                  <a:pt x="7250317" y="4431750"/>
                  <a:pt x="7934526" y="4557789"/>
                </a:cubicBezTo>
                <a:cubicBezTo>
                  <a:pt x="7910336" y="4698094"/>
                  <a:pt x="7981652" y="4901610"/>
                  <a:pt x="7861955" y="4978703"/>
                </a:cubicBezTo>
                <a:cubicBezTo>
                  <a:pt x="7342027" y="5313572"/>
                  <a:pt x="6303608" y="4950684"/>
                  <a:pt x="5873498" y="4862589"/>
                </a:cubicBezTo>
                <a:cubicBezTo>
                  <a:pt x="5931555" y="4611008"/>
                  <a:pt x="5884172" y="4307676"/>
                  <a:pt x="6047669" y="4107846"/>
                </a:cubicBezTo>
                <a:cubicBezTo>
                  <a:pt x="6876388" y="3094967"/>
                  <a:pt x="7338676" y="3243318"/>
                  <a:pt x="8500583" y="3077332"/>
                </a:cubicBezTo>
                <a:cubicBezTo>
                  <a:pt x="8626374" y="3164418"/>
                  <a:pt x="8794697" y="3210233"/>
                  <a:pt x="8877955" y="3338589"/>
                </a:cubicBezTo>
                <a:cubicBezTo>
                  <a:pt x="8928255" y="3416135"/>
                  <a:pt x="8934247" y="3578809"/>
                  <a:pt x="8848926" y="3614360"/>
                </a:cubicBezTo>
                <a:cubicBezTo>
                  <a:pt x="8643445" y="3699977"/>
                  <a:pt x="8403821" y="3624037"/>
                  <a:pt x="8181269" y="3628875"/>
                </a:cubicBezTo>
                <a:cubicBezTo>
                  <a:pt x="8132888" y="3478894"/>
                  <a:pt x="7989781" y="3329554"/>
                  <a:pt x="8036126" y="3178932"/>
                </a:cubicBezTo>
                <a:cubicBezTo>
                  <a:pt x="8393248" y="2018284"/>
                  <a:pt x="8673032" y="2302532"/>
                  <a:pt x="9705269" y="2235503"/>
                </a:cubicBezTo>
                <a:cubicBezTo>
                  <a:pt x="9845574" y="2341941"/>
                  <a:pt x="10175875" y="2385864"/>
                  <a:pt x="10126183" y="2554817"/>
                </a:cubicBezTo>
                <a:cubicBezTo>
                  <a:pt x="9909521" y="3291470"/>
                  <a:pt x="8852191" y="2850584"/>
                  <a:pt x="8529612" y="2787046"/>
                </a:cubicBezTo>
                <a:cubicBezTo>
                  <a:pt x="8360014" y="2134749"/>
                  <a:pt x="8002704" y="1635685"/>
                  <a:pt x="9124698" y="1335617"/>
                </a:cubicBezTo>
                <a:cubicBezTo>
                  <a:pt x="9320386" y="1283282"/>
                  <a:pt x="9449044" y="1581210"/>
                  <a:pt x="9589155" y="1727503"/>
                </a:cubicBezTo>
                <a:cubicBezTo>
                  <a:pt x="9779402" y="1926144"/>
                  <a:pt x="9937498" y="2153256"/>
                  <a:pt x="10111669" y="2366132"/>
                </a:cubicBezTo>
                <a:cubicBezTo>
                  <a:pt x="9224403" y="2617245"/>
                  <a:pt x="8840214" y="2894977"/>
                  <a:pt x="7890983" y="2003275"/>
                </a:cubicBezTo>
                <a:cubicBezTo>
                  <a:pt x="7704059" y="1827680"/>
                  <a:pt x="7741517" y="1431209"/>
                  <a:pt x="7905498" y="1234017"/>
                </a:cubicBezTo>
                <a:cubicBezTo>
                  <a:pt x="8179541" y="904472"/>
                  <a:pt x="8660241" y="827617"/>
                  <a:pt x="9037612" y="624417"/>
                </a:cubicBezTo>
                <a:cubicBezTo>
                  <a:pt x="9342412" y="740531"/>
                  <a:pt x="10034344" y="657154"/>
                  <a:pt x="9952012" y="972760"/>
                </a:cubicBezTo>
                <a:cubicBezTo>
                  <a:pt x="9735005" y="1804623"/>
                  <a:pt x="9064710" y="1667096"/>
                  <a:pt x="8573155" y="1596875"/>
                </a:cubicBezTo>
                <a:cubicBezTo>
                  <a:pt x="8577993" y="1427542"/>
                  <a:pt x="8482884" y="1221981"/>
                  <a:pt x="8587669" y="1088875"/>
                </a:cubicBezTo>
                <a:cubicBezTo>
                  <a:pt x="8790374" y="831384"/>
                  <a:pt x="9590129" y="924914"/>
                  <a:pt x="9792355" y="929217"/>
                </a:cubicBezTo>
                <a:cubicBezTo>
                  <a:pt x="9787517" y="948570"/>
                  <a:pt x="9791186" y="972448"/>
                  <a:pt x="9777841" y="987275"/>
                </a:cubicBezTo>
                <a:cubicBezTo>
                  <a:pt x="9565589" y="1223111"/>
                  <a:pt x="9585134" y="1192485"/>
                  <a:pt x="9356926" y="1306589"/>
                </a:cubicBezTo>
                <a:cubicBezTo>
                  <a:pt x="9323059" y="1137256"/>
                  <a:pt x="9265669" y="970966"/>
                  <a:pt x="9255326" y="798589"/>
                </a:cubicBezTo>
                <a:cubicBezTo>
                  <a:pt x="9238598" y="519790"/>
                  <a:pt x="9269354" y="558861"/>
                  <a:pt x="9371441" y="609903"/>
                </a:cubicBezTo>
                <a:cubicBezTo>
                  <a:pt x="9385955" y="687313"/>
                  <a:pt x="9477688" y="794477"/>
                  <a:pt x="9414983" y="842132"/>
                </a:cubicBezTo>
                <a:cubicBezTo>
                  <a:pt x="8735644" y="1358429"/>
                  <a:pt x="8222370" y="1126581"/>
                  <a:pt x="7412012" y="1059846"/>
                </a:cubicBezTo>
                <a:cubicBezTo>
                  <a:pt x="7291060" y="934056"/>
                  <a:pt x="6963601" y="834571"/>
                  <a:pt x="7049155" y="682475"/>
                </a:cubicBezTo>
                <a:cubicBezTo>
                  <a:pt x="7235070" y="351960"/>
                  <a:pt x="7791150" y="363739"/>
                  <a:pt x="8123212" y="348646"/>
                </a:cubicBezTo>
                <a:cubicBezTo>
                  <a:pt x="8132888" y="421217"/>
                  <a:pt x="8190357" y="503851"/>
                  <a:pt x="8152241" y="566360"/>
                </a:cubicBezTo>
                <a:cubicBezTo>
                  <a:pt x="7772926" y="1188437"/>
                  <a:pt x="7407648" y="948498"/>
                  <a:pt x="6686298" y="958246"/>
                </a:cubicBezTo>
                <a:cubicBezTo>
                  <a:pt x="6536317" y="827617"/>
                  <a:pt x="6328643" y="742545"/>
                  <a:pt x="6236355" y="566360"/>
                </a:cubicBezTo>
                <a:cubicBezTo>
                  <a:pt x="6197085" y="491390"/>
                  <a:pt x="6282882" y="358107"/>
                  <a:pt x="6366983" y="348646"/>
                </a:cubicBezTo>
                <a:cubicBezTo>
                  <a:pt x="6709551" y="310107"/>
                  <a:pt x="7053993" y="406703"/>
                  <a:pt x="7397498" y="435732"/>
                </a:cubicBezTo>
                <a:cubicBezTo>
                  <a:pt x="7334603" y="488951"/>
                  <a:pt x="7289553" y="578989"/>
                  <a:pt x="7208812" y="595389"/>
                </a:cubicBezTo>
                <a:cubicBezTo>
                  <a:pt x="6497723" y="739828"/>
                  <a:pt x="6541600" y="663207"/>
                  <a:pt x="6004126" y="377675"/>
                </a:cubicBezTo>
                <a:cubicBezTo>
                  <a:pt x="5952017" y="186609"/>
                  <a:pt x="5875369" y="114719"/>
                  <a:pt x="6250869" y="159960"/>
                </a:cubicBezTo>
                <a:cubicBezTo>
                  <a:pt x="6560862" y="197309"/>
                  <a:pt x="6860469" y="295427"/>
                  <a:pt x="7165269" y="363160"/>
                </a:cubicBezTo>
                <a:cubicBezTo>
                  <a:pt x="7179783" y="397027"/>
                  <a:pt x="7238202" y="442538"/>
                  <a:pt x="7208812" y="464760"/>
                </a:cubicBezTo>
                <a:cubicBezTo>
                  <a:pt x="6551471" y="961774"/>
                  <a:pt x="6538656" y="811500"/>
                  <a:pt x="5713841" y="769560"/>
                </a:cubicBezTo>
                <a:cubicBezTo>
                  <a:pt x="6069030" y="538688"/>
                  <a:pt x="5888720" y="580875"/>
                  <a:pt x="6236355" y="580875"/>
                </a:cubicBezTo>
              </a:path>
            </a:pathLst>
          </a:cu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8405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"/>
            <a:ext cx="565181" cy="572775"/>
            <a:chOff x="0" y="0"/>
            <a:chExt cx="286777" cy="290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572776"/>
            <a:ext cx="565181" cy="6285225"/>
            <a:chOff x="0" y="0"/>
            <a:chExt cx="286777" cy="31891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</p:sp>
      </p:grpSp>
      <p:sp>
        <p:nvSpPr>
          <p:cNvPr id="6" name="AutoShape 6"/>
          <p:cNvSpPr/>
          <p:nvPr/>
        </p:nvSpPr>
        <p:spPr>
          <a:xfrm rot="1790">
            <a:off x="-1" y="569600"/>
            <a:ext cx="12192001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14098B79-1FB6-F36A-A6D6-A943FEA05D66}"/>
              </a:ext>
            </a:extLst>
          </p:cNvPr>
          <p:cNvSpPr txBox="1"/>
          <p:nvPr/>
        </p:nvSpPr>
        <p:spPr>
          <a:xfrm>
            <a:off x="11688455" y="-50167"/>
            <a:ext cx="400372" cy="535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00"/>
              </a:lnSpc>
            </a:pPr>
            <a:r>
              <a:rPr lang="en-US" sz="2400" dirty="0">
                <a:solidFill>
                  <a:srgbClr val="003F91"/>
                </a:solidFill>
                <a:latin typeface="Raleway Bold"/>
              </a:rPr>
              <a:t>12</a:t>
            </a:r>
          </a:p>
        </p:txBody>
      </p:sp>
      <p:sp>
        <p:nvSpPr>
          <p:cNvPr id="9" name="TextBox 16">
            <a:extLst>
              <a:ext uri="{FF2B5EF4-FFF2-40B4-BE49-F238E27FC236}">
                <a16:creationId xmlns:a16="http://schemas.microsoft.com/office/drawing/2014/main" id="{47CA5E24-C821-FCA2-17B0-D1F1086A8E9E}"/>
              </a:ext>
            </a:extLst>
          </p:cNvPr>
          <p:cNvSpPr txBox="1"/>
          <p:nvPr/>
        </p:nvSpPr>
        <p:spPr>
          <a:xfrm>
            <a:off x="103173" y="155590"/>
            <a:ext cx="358835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600" spc="49" dirty="0">
                <a:solidFill>
                  <a:srgbClr val="F5F7FA"/>
                </a:solidFill>
                <a:latin typeface="Raleway"/>
              </a:rPr>
              <a:t>II</a:t>
            </a:r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95E5E609-B07E-3FD0-05BD-477AECDF4C12}"/>
              </a:ext>
            </a:extLst>
          </p:cNvPr>
          <p:cNvSpPr txBox="1"/>
          <p:nvPr/>
        </p:nvSpPr>
        <p:spPr>
          <a:xfrm>
            <a:off x="749300" y="155590"/>
            <a:ext cx="706183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9"/>
              </a:lnSpc>
            </a:pPr>
            <a:r>
              <a:rPr lang="en-US" sz="1600" dirty="0">
                <a:solidFill>
                  <a:srgbClr val="003F91"/>
                </a:solidFill>
                <a:latin typeface="Raleway"/>
              </a:rPr>
              <a:t>Teaching Concept</a:t>
            </a:r>
            <a:endParaRPr lang="en-US" sz="1600" spc="49" dirty="0">
              <a:solidFill>
                <a:srgbClr val="003F91"/>
              </a:solidFill>
              <a:latin typeface="Raleway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515A34-B382-710C-FAED-5FC2A07348C0}"/>
              </a:ext>
            </a:extLst>
          </p:cNvPr>
          <p:cNvSpPr txBox="1"/>
          <p:nvPr/>
        </p:nvSpPr>
        <p:spPr>
          <a:xfrm>
            <a:off x="869027" y="956328"/>
            <a:ext cx="5123543" cy="3657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zh-CN"/>
            </a:defPPr>
            <a:lvl1pPr>
              <a:lnSpc>
                <a:spcPts val="3200"/>
              </a:lnSpc>
              <a:defRPr sz="2000">
                <a:solidFill>
                  <a:srgbClr val="003F91"/>
                </a:solidFill>
                <a:latin typeface="Playfair Display"/>
              </a:defRPr>
            </a:lvl1pPr>
          </a:lstStyle>
          <a:p>
            <a:r>
              <a:rPr lang="en-US" altLang="zh-CN" dirty="0"/>
              <a:t>Class for everyone.</a:t>
            </a:r>
            <a:endParaRPr lang="zh-CN" altLang="en-US" dirty="0"/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C7DE7A97-34EA-F587-08FC-D140C93AF1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8172996"/>
              </p:ext>
            </p:extLst>
          </p:nvPr>
        </p:nvGraphicFramePr>
        <p:xfrm>
          <a:off x="3111611" y="1638006"/>
          <a:ext cx="6084887" cy="1338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4" imgW="6084360" imgH="1337760" progId="Equation.AxMath">
                  <p:embed/>
                </p:oleObj>
              </mc:Choice>
              <mc:Fallback>
                <p:oleObj name="AxMath" r:id="rId4" imgW="6084360" imgH="1337760" progId="Equation.AxMath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C7DE7A97-34EA-F587-08FC-D140C93AF1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111611" y="1638006"/>
                        <a:ext cx="6084887" cy="1338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52" name="Picture 4" descr="Kids Cartoon Reading Stock Illustrations – 18,107 Kids Cartoon Reading  Stock Illustrations, Vectors &amp; Clipart - Dreamstime">
            <a:extLst>
              <a:ext uri="{FF2B5EF4-FFF2-40B4-BE49-F238E27FC236}">
                <a16:creationId xmlns:a16="http://schemas.microsoft.com/office/drawing/2014/main" id="{9F7DA8AB-85D4-5E82-C475-BE6E000C46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026" y="3283859"/>
            <a:ext cx="4061319" cy="2634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53FBE2C-A98B-EE6B-15B1-C685959A8953}"/>
              </a:ext>
            </a:extLst>
          </p:cNvPr>
          <p:cNvSpPr txBox="1"/>
          <p:nvPr/>
        </p:nvSpPr>
        <p:spPr>
          <a:xfrm>
            <a:off x="2670105" y="6204490"/>
            <a:ext cx="1858352" cy="359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zh-CN"/>
            </a:defPPr>
            <a:lvl1pPr>
              <a:lnSpc>
                <a:spcPts val="3200"/>
              </a:lnSpc>
              <a:defRPr sz="2000">
                <a:solidFill>
                  <a:srgbClr val="003F91"/>
                </a:solidFill>
                <a:latin typeface="Playfair Display"/>
              </a:defRPr>
            </a:lvl1pPr>
          </a:lstStyle>
          <a:p>
            <a:r>
              <a:rPr lang="en-US" altLang="zh-CN" sz="1800" dirty="0"/>
              <a:t>able to follow</a:t>
            </a:r>
            <a:endParaRPr lang="zh-CN" altLang="en-US" sz="1800" dirty="0"/>
          </a:p>
        </p:txBody>
      </p:sp>
      <p:pic>
        <p:nvPicPr>
          <p:cNvPr id="2054" name="Picture 6" descr="80+ Phd Cartoon Stock Illustrations, Royalty-Free Vector Graphics &amp; Clip  Art - iStock">
            <a:extLst>
              <a:ext uri="{FF2B5EF4-FFF2-40B4-BE49-F238E27FC236}">
                <a16:creationId xmlns:a16="http://schemas.microsoft.com/office/drawing/2014/main" id="{6F90730A-8CDE-92E9-BA55-C07844E22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9440" y="3292205"/>
            <a:ext cx="3886620" cy="2756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0139B71-4D73-9705-700A-AA28C258D9B0}"/>
              </a:ext>
            </a:extLst>
          </p:cNvPr>
          <p:cNvSpPr txBox="1"/>
          <p:nvPr/>
        </p:nvSpPr>
        <p:spPr>
          <a:xfrm>
            <a:off x="7636965" y="6204490"/>
            <a:ext cx="2856863" cy="359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zh-CN"/>
            </a:defPPr>
            <a:lvl1pPr>
              <a:lnSpc>
                <a:spcPts val="3200"/>
              </a:lnSpc>
              <a:defRPr sz="2000">
                <a:solidFill>
                  <a:srgbClr val="003F91"/>
                </a:solidFill>
                <a:latin typeface="Playfair Display"/>
              </a:defRPr>
            </a:lvl1pPr>
          </a:lstStyle>
          <a:p>
            <a:r>
              <a:rPr lang="en-US" altLang="zh-CN" sz="1800" dirty="0"/>
              <a:t>for advanced researchers</a:t>
            </a:r>
            <a:endParaRPr lang="zh-CN" altLang="en-US" sz="1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098752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"/>
            <a:ext cx="565181" cy="572775"/>
            <a:chOff x="0" y="0"/>
            <a:chExt cx="286777" cy="290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572776"/>
            <a:ext cx="565181" cy="6285225"/>
            <a:chOff x="0" y="0"/>
            <a:chExt cx="286777" cy="31891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</p:sp>
      </p:grpSp>
      <p:sp>
        <p:nvSpPr>
          <p:cNvPr id="6" name="AutoShape 6"/>
          <p:cNvSpPr/>
          <p:nvPr/>
        </p:nvSpPr>
        <p:spPr>
          <a:xfrm rot="1790">
            <a:off x="-1" y="569600"/>
            <a:ext cx="12192001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14098B79-1FB6-F36A-A6D6-A943FEA05D66}"/>
              </a:ext>
            </a:extLst>
          </p:cNvPr>
          <p:cNvSpPr txBox="1"/>
          <p:nvPr/>
        </p:nvSpPr>
        <p:spPr>
          <a:xfrm>
            <a:off x="11688455" y="-50167"/>
            <a:ext cx="400372" cy="535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00"/>
              </a:lnSpc>
            </a:pPr>
            <a:r>
              <a:rPr lang="en-US" sz="2400" dirty="0">
                <a:solidFill>
                  <a:srgbClr val="003F91"/>
                </a:solidFill>
                <a:latin typeface="Raleway Bold"/>
              </a:rPr>
              <a:t>13</a:t>
            </a:r>
          </a:p>
        </p:txBody>
      </p:sp>
      <p:sp>
        <p:nvSpPr>
          <p:cNvPr id="9" name="TextBox 16">
            <a:extLst>
              <a:ext uri="{FF2B5EF4-FFF2-40B4-BE49-F238E27FC236}">
                <a16:creationId xmlns:a16="http://schemas.microsoft.com/office/drawing/2014/main" id="{47CA5E24-C821-FCA2-17B0-D1F1086A8E9E}"/>
              </a:ext>
            </a:extLst>
          </p:cNvPr>
          <p:cNvSpPr txBox="1"/>
          <p:nvPr/>
        </p:nvSpPr>
        <p:spPr>
          <a:xfrm>
            <a:off x="103173" y="155590"/>
            <a:ext cx="358835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600" spc="49" dirty="0">
                <a:solidFill>
                  <a:srgbClr val="F5F7FA"/>
                </a:solidFill>
                <a:latin typeface="Raleway"/>
              </a:rPr>
              <a:t>II</a:t>
            </a:r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95E5E609-B07E-3FD0-05BD-477AECDF4C12}"/>
              </a:ext>
            </a:extLst>
          </p:cNvPr>
          <p:cNvSpPr txBox="1"/>
          <p:nvPr/>
        </p:nvSpPr>
        <p:spPr>
          <a:xfrm>
            <a:off x="749300" y="155590"/>
            <a:ext cx="706183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9"/>
              </a:lnSpc>
            </a:pPr>
            <a:r>
              <a:rPr lang="en-US" sz="1600" dirty="0">
                <a:solidFill>
                  <a:srgbClr val="003F91"/>
                </a:solidFill>
                <a:latin typeface="Raleway"/>
              </a:rPr>
              <a:t>Teaching Concept</a:t>
            </a:r>
            <a:endParaRPr lang="en-US" sz="1600" spc="49" dirty="0">
              <a:solidFill>
                <a:srgbClr val="003F91"/>
              </a:solidFill>
              <a:latin typeface="Raleway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F6D3F1-0716-68F0-8B59-93A32B0313C3}"/>
              </a:ext>
            </a:extLst>
          </p:cNvPr>
          <p:cNvSpPr txBox="1"/>
          <p:nvPr/>
        </p:nvSpPr>
        <p:spPr>
          <a:xfrm>
            <a:off x="869027" y="956328"/>
            <a:ext cx="5123543" cy="3657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zh-CN"/>
            </a:defPPr>
            <a:lvl1pPr>
              <a:lnSpc>
                <a:spcPts val="3200"/>
              </a:lnSpc>
              <a:defRPr sz="2000">
                <a:solidFill>
                  <a:srgbClr val="003F91"/>
                </a:solidFill>
                <a:latin typeface="Playfair Display"/>
              </a:defRPr>
            </a:lvl1pPr>
          </a:lstStyle>
          <a:p>
            <a:r>
              <a:rPr lang="en-US" altLang="zh-CN" dirty="0"/>
              <a:t>Play with it!</a:t>
            </a:r>
            <a:endParaRPr lang="zh-CN" altLang="en-US" dirty="0"/>
          </a:p>
        </p:txBody>
      </p:sp>
      <p:pic>
        <p:nvPicPr>
          <p:cNvPr id="13" name="Screen Recording 22">
            <a:hlinkClick r:id="" action="ppaction://media"/>
            <a:extLst>
              <a:ext uri="{FF2B5EF4-FFF2-40B4-BE49-F238E27FC236}">
                <a16:creationId xmlns:a16="http://schemas.microsoft.com/office/drawing/2014/main" id="{8B6FB85C-5762-63D4-BE25-FD31BFD29EE9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65181" y="2276577"/>
            <a:ext cx="6181783" cy="4581423"/>
          </a:xfrm>
          <a:prstGeom prst="rect">
            <a:avLst/>
          </a:prstGeom>
        </p:spPr>
      </p:pic>
      <p:pic>
        <p:nvPicPr>
          <p:cNvPr id="14" name="Screen Recording 33">
            <a:hlinkClick r:id="" action="ppaction://media"/>
            <a:extLst>
              <a:ext uri="{FF2B5EF4-FFF2-40B4-BE49-F238E27FC236}">
                <a16:creationId xmlns:a16="http://schemas.microsoft.com/office/drawing/2014/main" id="{E46DC2BC-80A8-C681-A308-4E12E828572F}"/>
              </a:ext>
            </a:extLst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6746964" y="2821808"/>
            <a:ext cx="5445036" cy="375176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80611B0-440E-128D-852D-4FFADBF60AED}"/>
              </a:ext>
            </a:extLst>
          </p:cNvPr>
          <p:cNvSpPr txBox="1"/>
          <p:nvPr/>
        </p:nvSpPr>
        <p:spPr>
          <a:xfrm>
            <a:off x="7977822" y="2276577"/>
            <a:ext cx="3761670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</a:pPr>
            <a:r>
              <a:rPr lang="en-US" altLang="zh-CN" sz="2200" dirty="0">
                <a:solidFill>
                  <a:srgbClr val="003F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Altitude of The Quadrotor</a:t>
            </a:r>
            <a:endParaRPr lang="en-US" sz="2200" dirty="0">
              <a:solidFill>
                <a:srgbClr val="003F9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B73680-0D5B-C0AB-8D56-1E9CB6B99355}"/>
              </a:ext>
            </a:extLst>
          </p:cNvPr>
          <p:cNvSpPr txBox="1"/>
          <p:nvPr/>
        </p:nvSpPr>
        <p:spPr>
          <a:xfrm>
            <a:off x="7811137" y="6562827"/>
            <a:ext cx="40368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https://github.com/HansOersted/trial_lecture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59C3BA-AAC9-7A37-2CBD-399C2D72E8F4}"/>
              </a:ext>
            </a:extLst>
          </p:cNvPr>
          <p:cNvSpPr txBox="1"/>
          <p:nvPr/>
        </p:nvSpPr>
        <p:spPr>
          <a:xfrm>
            <a:off x="4345939" y="1353754"/>
            <a:ext cx="5123543" cy="3657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zh-CN"/>
            </a:defPPr>
            <a:lvl1pPr>
              <a:lnSpc>
                <a:spcPts val="3200"/>
              </a:lnSpc>
              <a:defRPr sz="2000">
                <a:solidFill>
                  <a:srgbClr val="003F91"/>
                </a:solidFill>
                <a:latin typeface="Playfair Display"/>
              </a:defRPr>
            </a:lvl1pPr>
          </a:lstStyle>
          <a:p>
            <a:r>
              <a:rPr lang="en-US" altLang="zh-CN" dirty="0"/>
              <a:t>The program is provided on GitHub.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50601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845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7848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9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video>
              <p:cMediaNode vol="80000">
                <p:cTn id="10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"/>
            <a:ext cx="565181" cy="572775"/>
            <a:chOff x="0" y="0"/>
            <a:chExt cx="286777" cy="290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6777" cy="290630"/>
            </a:xfrm>
            <a:custGeom>
              <a:avLst/>
              <a:gdLst/>
              <a:ahLst/>
              <a:cxnLst/>
              <a:rect l="l" t="t" r="r" b="b"/>
              <a:pathLst>
                <a:path w="286777" h="290630">
                  <a:moveTo>
                    <a:pt x="0" y="0"/>
                  </a:moveTo>
                  <a:lnTo>
                    <a:pt x="286777" y="0"/>
                  </a:lnTo>
                  <a:lnTo>
                    <a:pt x="286777" y="290630"/>
                  </a:lnTo>
                  <a:lnTo>
                    <a:pt x="0" y="290630"/>
                  </a:lnTo>
                  <a:close/>
                </a:path>
              </a:pathLst>
            </a:custGeom>
            <a:solidFill>
              <a:srgbClr val="003F9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572776"/>
            <a:ext cx="565181" cy="6285225"/>
            <a:chOff x="0" y="0"/>
            <a:chExt cx="286777" cy="31891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777" cy="3189170"/>
            </a:xfrm>
            <a:custGeom>
              <a:avLst/>
              <a:gdLst/>
              <a:ahLst/>
              <a:cxnLst/>
              <a:rect l="l" t="t" r="r" b="b"/>
              <a:pathLst>
                <a:path w="286777" h="3189170">
                  <a:moveTo>
                    <a:pt x="0" y="0"/>
                  </a:moveTo>
                  <a:lnTo>
                    <a:pt x="286777" y="0"/>
                  </a:lnTo>
                  <a:lnTo>
                    <a:pt x="286777" y="3189170"/>
                  </a:lnTo>
                  <a:lnTo>
                    <a:pt x="0" y="3189170"/>
                  </a:lnTo>
                  <a:close/>
                </a:path>
              </a:pathLst>
            </a:custGeom>
            <a:solidFill>
              <a:srgbClr val="D9E5F5"/>
            </a:solidFill>
          </p:spPr>
        </p:sp>
      </p:grpSp>
      <p:sp>
        <p:nvSpPr>
          <p:cNvPr id="6" name="AutoShape 6"/>
          <p:cNvSpPr/>
          <p:nvPr/>
        </p:nvSpPr>
        <p:spPr>
          <a:xfrm rot="1790">
            <a:off x="-1" y="569600"/>
            <a:ext cx="12192001" cy="0"/>
          </a:xfrm>
          <a:prstGeom prst="line">
            <a:avLst/>
          </a:prstGeom>
          <a:ln w="9525" cap="rnd">
            <a:solidFill>
              <a:srgbClr val="003F9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103173" y="155590"/>
            <a:ext cx="358835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600" spc="49" dirty="0">
                <a:solidFill>
                  <a:srgbClr val="F5F7FA"/>
                </a:solidFill>
                <a:latin typeface="Raleway"/>
              </a:rPr>
              <a:t>II</a:t>
            </a: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14098B79-1FB6-F36A-A6D6-A943FEA05D66}"/>
              </a:ext>
            </a:extLst>
          </p:cNvPr>
          <p:cNvSpPr txBox="1"/>
          <p:nvPr/>
        </p:nvSpPr>
        <p:spPr>
          <a:xfrm>
            <a:off x="11688455" y="-50167"/>
            <a:ext cx="400372" cy="535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00"/>
              </a:lnSpc>
            </a:pPr>
            <a:r>
              <a:rPr lang="en-US" sz="2400" dirty="0">
                <a:solidFill>
                  <a:srgbClr val="003F91"/>
                </a:solidFill>
                <a:latin typeface="Raleway Bold"/>
              </a:rPr>
              <a:t>14</a:t>
            </a: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A3F2475C-5EB0-E43D-3000-14F492BC56E5}"/>
              </a:ext>
            </a:extLst>
          </p:cNvPr>
          <p:cNvSpPr txBox="1"/>
          <p:nvPr/>
        </p:nvSpPr>
        <p:spPr>
          <a:xfrm>
            <a:off x="749300" y="155590"/>
            <a:ext cx="706183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9"/>
              </a:lnSpc>
            </a:pPr>
            <a:r>
              <a:rPr lang="en-US" sz="1600" dirty="0">
                <a:solidFill>
                  <a:srgbClr val="003F91"/>
                </a:solidFill>
                <a:latin typeface="Raleway"/>
              </a:rPr>
              <a:t>First Page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B7E0A96-0921-9EAB-1FB9-33D720DD45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738" y="710686"/>
            <a:ext cx="9327704" cy="600940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53177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809588" cy="6858000"/>
            <a:chOff x="0" y="0"/>
            <a:chExt cx="1425606" cy="3479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25606" cy="3479800"/>
            </a:xfrm>
            <a:custGeom>
              <a:avLst/>
              <a:gdLst/>
              <a:ahLst/>
              <a:cxnLst/>
              <a:rect l="l" t="t" r="r" b="b"/>
              <a:pathLst>
                <a:path w="1425606" h="3479800">
                  <a:moveTo>
                    <a:pt x="0" y="0"/>
                  </a:moveTo>
                  <a:lnTo>
                    <a:pt x="1425606" y="0"/>
                  </a:lnTo>
                  <a:lnTo>
                    <a:pt x="1425606" y="3479800"/>
                  </a:lnTo>
                  <a:lnTo>
                    <a:pt x="0" y="3479800"/>
                  </a:lnTo>
                  <a:close/>
                </a:path>
              </a:pathLst>
            </a:custGeom>
            <a:solidFill>
              <a:srgbClr val="003F91"/>
            </a:solidFill>
          </p:spPr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F850359-1B73-3BF9-B2B0-0B9F6EC5D307}"/>
              </a:ext>
            </a:extLst>
          </p:cNvPr>
          <p:cNvSpPr txBox="1"/>
          <p:nvPr/>
        </p:nvSpPr>
        <p:spPr>
          <a:xfrm>
            <a:off x="749300" y="5856213"/>
            <a:ext cx="1935689" cy="265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39"/>
              </a:lnSpc>
            </a:pPr>
            <a:r>
              <a:rPr lang="en-US" sz="1600" dirty="0">
                <a:solidFill>
                  <a:srgbClr val="F5F7FA"/>
                </a:solidFill>
                <a:latin typeface="Raleway"/>
              </a:rPr>
              <a:t>Shen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8B1304-B934-E8E9-AF51-17A6AEEF3EB7}"/>
              </a:ext>
            </a:extLst>
          </p:cNvPr>
          <p:cNvSpPr txBox="1"/>
          <p:nvPr/>
        </p:nvSpPr>
        <p:spPr>
          <a:xfrm>
            <a:off x="3379794" y="2698751"/>
            <a:ext cx="8126406" cy="1440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760"/>
              </a:lnSpc>
            </a:pPr>
            <a:r>
              <a:rPr lang="en-US" sz="4800" spc="149" dirty="0">
                <a:solidFill>
                  <a:srgbClr val="003F91"/>
                </a:solidFill>
                <a:latin typeface="Playfair Display Black"/>
              </a:rPr>
              <a:t>Thank you for</a:t>
            </a:r>
          </a:p>
          <a:p>
            <a:pPr>
              <a:lnSpc>
                <a:spcPts val="5760"/>
              </a:lnSpc>
            </a:pPr>
            <a:r>
              <a:rPr lang="en-US" sz="4800" spc="149" dirty="0">
                <a:solidFill>
                  <a:srgbClr val="003F91"/>
                </a:solidFill>
                <a:latin typeface="Playfair Display Black"/>
              </a:rPr>
              <a:t>listening</a:t>
            </a:r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E16D0005-C558-7796-91B7-B889131134B7}"/>
              </a:ext>
            </a:extLst>
          </p:cNvPr>
          <p:cNvSpPr txBox="1"/>
          <p:nvPr/>
        </p:nvSpPr>
        <p:spPr>
          <a:xfrm>
            <a:off x="7213601" y="408940"/>
            <a:ext cx="4292600" cy="260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600" dirty="0">
                <a:solidFill>
                  <a:srgbClr val="003F91"/>
                </a:solidFill>
                <a:latin typeface="Raleway"/>
              </a:rPr>
              <a:t>Ph.D. in Aeronautics and Astronautics</a:t>
            </a: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E0CB9A12-6F38-F6FB-C6BC-C7843EA8BD4D}"/>
              </a:ext>
            </a:extLst>
          </p:cNvPr>
          <p:cNvSpPr txBox="1"/>
          <p:nvPr/>
        </p:nvSpPr>
        <p:spPr>
          <a:xfrm>
            <a:off x="685800" y="408940"/>
            <a:ext cx="2123788" cy="260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39"/>
              </a:lnSpc>
            </a:pPr>
            <a:r>
              <a:rPr lang="en-US" sz="1600" dirty="0">
                <a:solidFill>
                  <a:srgbClr val="F5F7FA"/>
                </a:solidFill>
                <a:latin typeface="Raleway"/>
              </a:rPr>
              <a:t>10/17/2024 </a:t>
            </a:r>
          </a:p>
        </p:txBody>
      </p:sp>
    </p:spTree>
    <p:extLst>
      <p:ext uri="{BB962C8B-B14F-4D97-AF65-F5344CB8AC3E}">
        <p14:creationId xmlns:p14="http://schemas.microsoft.com/office/powerpoint/2010/main" val="1454149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6.4|2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7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7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7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7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7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7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7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7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7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7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6.4|2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6.4|2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7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7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7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7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3236</TotalTime>
  <Words>6329</Words>
  <Application>Microsoft Office PowerPoint</Application>
  <PresentationFormat>Widescreen</PresentationFormat>
  <Paragraphs>775</Paragraphs>
  <Slides>49</Slides>
  <Notes>48</Notes>
  <HiddenSlides>0</HiddenSlides>
  <MMClips>8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49</vt:i4>
      </vt:variant>
    </vt:vector>
  </HeadingPairs>
  <TitlesOfParts>
    <vt:vector size="62" baseType="lpstr">
      <vt:lpstr>等线</vt:lpstr>
      <vt:lpstr>等线 Light</vt:lpstr>
      <vt:lpstr>Raleway Bold</vt:lpstr>
      <vt:lpstr>Arial</vt:lpstr>
      <vt:lpstr>Calibri</vt:lpstr>
      <vt:lpstr>Playfair Display</vt:lpstr>
      <vt:lpstr>Playfair Display Black</vt:lpstr>
      <vt:lpstr>Raleway</vt:lpstr>
      <vt:lpstr>Roboto</vt:lpstr>
      <vt:lpstr>Times New Roman</vt:lpstr>
      <vt:lpstr>Office Theme</vt:lpstr>
      <vt:lpstr>AxGlyph</vt:lpstr>
      <vt:lpstr>AxMath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 Shen</dc:creator>
  <cp:lastModifiedBy>Zhe Shen</cp:lastModifiedBy>
  <cp:revision>2</cp:revision>
  <dcterms:created xsi:type="dcterms:W3CDTF">2024-09-08T08:11:04Z</dcterms:created>
  <dcterms:modified xsi:type="dcterms:W3CDTF">2024-10-17T09:53:55Z</dcterms:modified>
</cp:coreProperties>
</file>